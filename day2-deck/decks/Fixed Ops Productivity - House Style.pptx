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2025.Conversation starter: each top store says one thing they started doing; each bottom store says what got in the way and what they would try. The room trades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2025.Conversation starter: each top store says one thing they started doing; each bottom store says what got in the way and what they would try. The room trades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2025.Conversation starter: each top store says one thing they started doing; each bottom store says what got in the way and what they would try. The room trades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2025.Conversation starter: each top store says one thing they started doing; each bottom store says what got in the way and what they would try. The room trades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
Jan 25: 1625 fixed, 703 techs, 238 advisors, 117 managers
Feb 25: 1632 fixed, 705 techs, 237 advisors, 116 managers
Mar 25: 1629 fixed, 702 techs, 240 advisors, 116 managers
Apr 25: 1615 fixed, 695 techs, 242 advisors, 111 managers
May 25: 1623 fixed, 699 techs, 250 advisors, 111 managers
Jun 25: 1616 fixed, 695 techs, 247 advisors, 109 managers
Jul 25: 1629 fixed, 705 techs, 247 advisors, 110 managers
Aug 25: 1627 fixed, 701 techs, 251 advisors, 110 managers
Sep 25: 1616 fixed, 701 techs, 248 advisors, 107 managers
Oct 25: 1604 fixed, 688 techs, 249 advisors, 109 managers
Nov 25: 1582 fixed, 685 techs, 247 advisors, 107 managers
Dec 25: 1563 fixed, 674 techs, 249 advisors, 107 managers
Jan 26: 1530 fixed, 657 techs, 248 advisors, 106 managers
Feb 26: 1530 fixed, 670 techs, 245 advisors, 108 managers
Mar 26: 1540 fixed, 669 techs, 252 advisors, 107 managers
Apr 26: 1545 fixed, 687 techs, 250 advisors, 106 managers
May 26: 1537 fixed, 680 techs, 254 advisors, 105 managers
Jun 26: 1546 fixed, 684 techs, 250 advisors, 105 managers
Jul 26: 1548 fixed, 682 techs, 250 advisors, 106 managers
Aug 26: 1549 fixed, 684 techs, 244 advisors, 104 managers
Sep 26: 1540 fixed, 684 techs, 241 advisors, 104 managers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chart" Target="/ppt/charts/chart7.xml"/><Relationship Id="rId4" Type="http://schemas.openxmlformats.org/officeDocument/2006/relationships/chart" Target="/ppt/charts/chart8.xml"/><Relationship Id="rId5" Type="http://schemas.openxmlformats.org/officeDocument/2006/relationships/chart" Target="/ppt/charts/chart9.xml"/><Relationship Id="rId6" Type="http://schemas.openxmlformats.org/officeDocument/2006/relationships/chart" Target="/ppt/charts/chart10.xml"/><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chart" Target="/ppt/charts/chart13.xml"/><Relationship Id="rId4" Type="http://schemas.openxmlformats.org/officeDocument/2006/relationships/chart" Target="/ppt/charts/chart14.xml"/><Relationship Id="rId5" Type="http://schemas.openxmlformats.org/officeDocument/2006/relationships/chart" Target="/ppt/charts/chart15.xml"/><Relationship Id="rId6" Type="http://schemas.openxmlformats.org/officeDocument/2006/relationships/chart" Target="/ppt/charts/chart16.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chart" Target="/ppt/charts/chart18.xml"/><Relationship Id="rId3" Type="http://schemas.openxmlformats.org/officeDocument/2006/relationships/chart" Target="/ppt/charts/chart19.xml"/><Relationship Id="rId4" Type="http://schemas.openxmlformats.org/officeDocument/2006/relationships/chart" Target="/ppt/charts/chart20.xml"/><Relationship Id="rId5" Type="http://schemas.openxmlformats.org/officeDocument/2006/relationships/chart" Target="/ppt/charts/chart21.xml"/><Relationship Id="rId6" Type="http://schemas.openxmlformats.org/officeDocument/2006/relationships/chart" Target="/ppt/charts/chart22.xml"/><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chart" Target="/ppt/charts/chart24.xml"/><Relationship Id="rId3" Type="http://schemas.openxmlformats.org/officeDocument/2006/relationships/chart" Target="/ppt/charts/chart25.xml"/><Relationship Id="rId4" Type="http://schemas.openxmlformats.org/officeDocument/2006/relationships/chart" Target="/ppt/charts/chart26.xml"/><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$12,410 → $13,617 (+$1,207).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$11,398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$15,556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$8,698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$11,631</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$8,419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$10,963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$13,289</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$21,102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$23,461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$11,197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$9,878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$13,334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$12,103</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$14,765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$14,260</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$12,419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$12,006</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$16,088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$15,966</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123, non-luxury 176.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174662"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9" name="Shape 17"/>
          <p:cNvSpPr/>
          <p:nvPr/>
        </p:nvSpPr>
        <p:spPr>
          <a:xfrm>
            <a:off x="3008376" y="2451937"/>
            <a:ext cx="1628753" cy="110266"/>
          </a:xfrm>
          <a:prstGeom prst="rect">
            <a:avLst/>
          </a:prstGeom>
          <a:solidFill>
            <a:srgbClr val="12A566"/>
          </a:solidFill>
          <a:ln/>
        </p:spPr>
      </p:sp>
      <p:sp>
        <p:nvSpPr>
          <p:cNvPr id="20" name="Shape 18"/>
          <p:cNvSpPr/>
          <p:nvPr/>
        </p:nvSpPr>
        <p:spPr>
          <a:xfrm>
            <a:off x="4174662"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4" name="Shape 22"/>
          <p:cNvSpPr/>
          <p:nvPr/>
        </p:nvSpPr>
        <p:spPr>
          <a:xfrm>
            <a:off x="3008376" y="2672468"/>
            <a:ext cx="1545728" cy="110266"/>
          </a:xfrm>
          <a:prstGeom prst="rect">
            <a:avLst/>
          </a:prstGeom>
          <a:solidFill>
            <a:srgbClr val="12A566"/>
          </a:solidFill>
          <a:ln/>
        </p:spPr>
      </p:sp>
      <p:sp>
        <p:nvSpPr>
          <p:cNvPr id="25" name="Shape 23"/>
          <p:cNvSpPr/>
          <p:nvPr/>
        </p:nvSpPr>
        <p:spPr>
          <a:xfrm>
            <a:off x="4174662"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93000"/>
            <a:ext cx="1511815" cy="110266"/>
          </a:xfrm>
          <a:prstGeom prst="rect">
            <a:avLst/>
          </a:prstGeom>
          <a:solidFill>
            <a:srgbClr val="12A566"/>
          </a:solidFill>
          <a:ln/>
        </p:spPr>
      </p:sp>
      <p:sp>
        <p:nvSpPr>
          <p:cNvPr id="30" name="Shape 28"/>
          <p:cNvSpPr/>
          <p:nvPr/>
        </p:nvSpPr>
        <p:spPr>
          <a:xfrm>
            <a:off x="4174662"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4" name="Shape 32"/>
          <p:cNvSpPr/>
          <p:nvPr/>
        </p:nvSpPr>
        <p:spPr>
          <a:xfrm>
            <a:off x="3008376" y="3113532"/>
            <a:ext cx="1509744" cy="110266"/>
          </a:xfrm>
          <a:prstGeom prst="rect">
            <a:avLst/>
          </a:prstGeom>
          <a:solidFill>
            <a:srgbClr val="12A566"/>
          </a:solidFill>
          <a:ln/>
        </p:spPr>
      </p:sp>
      <p:sp>
        <p:nvSpPr>
          <p:cNvPr id="35" name="Shape 33"/>
          <p:cNvSpPr/>
          <p:nvPr/>
        </p:nvSpPr>
        <p:spPr>
          <a:xfrm>
            <a:off x="4174662"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9" name="Shape 37"/>
          <p:cNvSpPr/>
          <p:nvPr/>
        </p:nvSpPr>
        <p:spPr>
          <a:xfrm>
            <a:off x="3008376" y="3334064"/>
            <a:ext cx="1500980" cy="110266"/>
          </a:xfrm>
          <a:prstGeom prst="rect">
            <a:avLst/>
          </a:prstGeom>
          <a:solidFill>
            <a:srgbClr val="12A566"/>
          </a:solidFill>
          <a:ln/>
        </p:spPr>
      </p:sp>
      <p:sp>
        <p:nvSpPr>
          <p:cNvPr id="40" name="Shape 38"/>
          <p:cNvSpPr/>
          <p:nvPr/>
        </p:nvSpPr>
        <p:spPr>
          <a:xfrm>
            <a:off x="4174662"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4" name="Shape 42"/>
          <p:cNvSpPr/>
          <p:nvPr/>
        </p:nvSpPr>
        <p:spPr>
          <a:xfrm>
            <a:off x="3008376" y="3554596"/>
            <a:ext cx="1310201" cy="110266"/>
          </a:xfrm>
          <a:prstGeom prst="rect">
            <a:avLst/>
          </a:prstGeom>
          <a:solidFill>
            <a:srgbClr val="12A566"/>
          </a:solidFill>
          <a:ln/>
        </p:spPr>
      </p:sp>
      <p:sp>
        <p:nvSpPr>
          <p:cNvPr id="45" name="Shape 43"/>
          <p:cNvSpPr/>
          <p:nvPr/>
        </p:nvSpPr>
        <p:spPr>
          <a:xfrm>
            <a:off x="4174662"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47" name="Shape 45"/>
          <p:cNvSpPr/>
          <p:nvPr/>
        </p:nvSpPr>
        <p:spPr>
          <a:xfrm>
            <a:off x="603504" y="3719994"/>
            <a:ext cx="5358384" cy="220532"/>
          </a:xfrm>
          <a:prstGeom prst="rect">
            <a:avLst/>
          </a:prstGeom>
          <a:solidFill>
            <a:srgbClr val="EDF4FA"/>
          </a:solidFill>
          <a:ln/>
        </p:spPr>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50" name="Shape 48"/>
          <p:cNvSpPr/>
          <p:nvPr/>
        </p:nvSpPr>
        <p:spPr>
          <a:xfrm>
            <a:off x="3008376" y="3775127"/>
            <a:ext cx="1298721" cy="110266"/>
          </a:xfrm>
          <a:prstGeom prst="rect">
            <a:avLst/>
          </a:prstGeom>
          <a:solidFill>
            <a:srgbClr val="12A566"/>
          </a:solidFill>
          <a:ln/>
        </p:spPr>
      </p:sp>
      <p:sp>
        <p:nvSpPr>
          <p:cNvPr id="51" name="Shape 49"/>
          <p:cNvSpPr/>
          <p:nvPr/>
        </p:nvSpPr>
        <p:spPr>
          <a:xfrm>
            <a:off x="381662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53" name="Shape 51"/>
          <p:cNvSpPr/>
          <p:nvPr/>
        </p:nvSpPr>
        <p:spPr>
          <a:xfrm>
            <a:off x="603504" y="3940526"/>
            <a:ext cx="5358384" cy="220532"/>
          </a:xfrm>
          <a:prstGeom prst="rect">
            <a:avLst/>
          </a:prstGeom>
          <a:solidFill>
            <a:srgbClr val="EDF4FA"/>
          </a:solidFill>
          <a:ln/>
        </p:spPr>
      </p:sp>
      <p:sp>
        <p:nvSpPr>
          <p:cNvPr id="54" name="Text 52"/>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5" name="Text 53"/>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995659"/>
            <a:ext cx="1281391" cy="110266"/>
          </a:xfrm>
          <a:prstGeom prst="rect">
            <a:avLst/>
          </a:prstGeom>
          <a:solidFill>
            <a:srgbClr val="12A566"/>
          </a:solidFill>
          <a:ln/>
        </p:spPr>
      </p:sp>
      <p:sp>
        <p:nvSpPr>
          <p:cNvPr id="57" name="Shape 55"/>
          <p:cNvSpPr/>
          <p:nvPr/>
        </p:nvSpPr>
        <p:spPr>
          <a:xfrm>
            <a:off x="3816623" y="3962579"/>
            <a:ext cx="21946" cy="176425"/>
          </a:xfrm>
          <a:prstGeom prst="rect">
            <a:avLst/>
          </a:prstGeom>
          <a:solidFill>
            <a:srgbClr val="0B2C4A"/>
          </a:solidFill>
          <a:ln/>
        </p:spPr>
      </p:sp>
      <p:sp>
        <p:nvSpPr>
          <p:cNvPr id="58" name="Text 56"/>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59" name="Text 57"/>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0" name="Text 58"/>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216191"/>
            <a:ext cx="1276424" cy="110266"/>
          </a:xfrm>
          <a:prstGeom prst="rect">
            <a:avLst/>
          </a:prstGeom>
          <a:solidFill>
            <a:srgbClr val="12A566"/>
          </a:solidFill>
          <a:ln/>
        </p:spPr>
      </p:sp>
      <p:sp>
        <p:nvSpPr>
          <p:cNvPr id="62" name="Shape 60"/>
          <p:cNvSpPr/>
          <p:nvPr/>
        </p:nvSpPr>
        <p:spPr>
          <a:xfrm>
            <a:off x="4174662" y="4183111"/>
            <a:ext cx="21946" cy="176425"/>
          </a:xfrm>
          <a:prstGeom prst="rect">
            <a:avLst/>
          </a:prstGeom>
          <a:solidFill>
            <a:srgbClr val="0B2C4A"/>
          </a:solidFill>
          <a:ln/>
        </p:spPr>
      </p:sp>
      <p:sp>
        <p:nvSpPr>
          <p:cNvPr id="63" name="Text 61"/>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64" name="Text 62"/>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5" name="Text 63"/>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6" name="Shape 64"/>
          <p:cNvSpPr/>
          <p:nvPr/>
        </p:nvSpPr>
        <p:spPr>
          <a:xfrm>
            <a:off x="3008376" y="4436723"/>
            <a:ext cx="1233001" cy="110266"/>
          </a:xfrm>
          <a:prstGeom prst="rect">
            <a:avLst/>
          </a:prstGeom>
          <a:solidFill>
            <a:srgbClr val="12A566"/>
          </a:solidFill>
          <a:ln/>
        </p:spPr>
      </p:sp>
      <p:sp>
        <p:nvSpPr>
          <p:cNvPr id="67" name="Shape 65"/>
          <p:cNvSpPr/>
          <p:nvPr/>
        </p:nvSpPr>
        <p:spPr>
          <a:xfrm>
            <a:off x="4174662" y="4403643"/>
            <a:ext cx="21946" cy="176425"/>
          </a:xfrm>
          <a:prstGeom prst="rect">
            <a:avLst/>
          </a:prstGeom>
          <a:solidFill>
            <a:srgbClr val="0B2C4A"/>
          </a:solidFill>
          <a:ln/>
        </p:spPr>
      </p:sp>
      <p:sp>
        <p:nvSpPr>
          <p:cNvPr id="68" name="Text 66"/>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69" name="Text 67"/>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0" name="Text 68"/>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1" name="Shape 69"/>
          <p:cNvSpPr/>
          <p:nvPr/>
        </p:nvSpPr>
        <p:spPr>
          <a:xfrm>
            <a:off x="3008376" y="4657254"/>
            <a:ext cx="1207673" cy="110266"/>
          </a:xfrm>
          <a:prstGeom prst="rect">
            <a:avLst/>
          </a:prstGeom>
          <a:solidFill>
            <a:srgbClr val="12A566"/>
          </a:solidFill>
          <a:ln/>
        </p:spPr>
      </p:sp>
      <p:sp>
        <p:nvSpPr>
          <p:cNvPr id="72" name="Shape 70"/>
          <p:cNvSpPr/>
          <p:nvPr/>
        </p:nvSpPr>
        <p:spPr>
          <a:xfrm>
            <a:off x="4174662" y="4624175"/>
            <a:ext cx="21946" cy="176425"/>
          </a:xfrm>
          <a:prstGeom prst="rect">
            <a:avLst/>
          </a:prstGeom>
          <a:solidFill>
            <a:srgbClr val="0B2C4A"/>
          </a:solidFill>
          <a:ln/>
        </p:spPr>
      </p:sp>
      <p:sp>
        <p:nvSpPr>
          <p:cNvPr id="73" name="Text 71"/>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6" name="Shape 74"/>
          <p:cNvSpPr/>
          <p:nvPr/>
        </p:nvSpPr>
        <p:spPr>
          <a:xfrm>
            <a:off x="3008376" y="4877786"/>
            <a:ext cx="1204116" cy="110266"/>
          </a:xfrm>
          <a:prstGeom prst="rect">
            <a:avLst/>
          </a:prstGeom>
          <a:solidFill>
            <a:srgbClr val="12A566"/>
          </a:solidFill>
          <a:ln/>
        </p:spPr>
      </p:sp>
      <p:sp>
        <p:nvSpPr>
          <p:cNvPr id="77" name="Shape 75"/>
          <p:cNvSpPr/>
          <p:nvPr/>
        </p:nvSpPr>
        <p:spPr>
          <a:xfrm>
            <a:off x="4174662"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1189792" cy="110266"/>
          </a:xfrm>
          <a:prstGeom prst="rect">
            <a:avLst/>
          </a:prstGeom>
          <a:solidFill>
            <a:srgbClr val="12A566"/>
          </a:solidFill>
          <a:ln/>
        </p:spPr>
      </p:sp>
      <p:sp>
        <p:nvSpPr>
          <p:cNvPr id="82" name="Shape 80"/>
          <p:cNvSpPr/>
          <p:nvPr/>
        </p:nvSpPr>
        <p:spPr>
          <a:xfrm>
            <a:off x="4174662"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6" name="Shape 84"/>
          <p:cNvSpPr/>
          <p:nvPr/>
        </p:nvSpPr>
        <p:spPr>
          <a:xfrm>
            <a:off x="3008376" y="5318850"/>
            <a:ext cx="1172604" cy="110266"/>
          </a:xfrm>
          <a:prstGeom prst="rect">
            <a:avLst/>
          </a:prstGeom>
          <a:solidFill>
            <a:srgbClr val="C2352F"/>
          </a:solidFill>
          <a:ln/>
        </p:spPr>
      </p:sp>
      <p:sp>
        <p:nvSpPr>
          <p:cNvPr id="87" name="Shape 85"/>
          <p:cNvSpPr/>
          <p:nvPr/>
        </p:nvSpPr>
        <p:spPr>
          <a:xfrm>
            <a:off x="4174662"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89" name="Text 87"/>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0" name="Text 88"/>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1" name="Shape 89"/>
          <p:cNvSpPr/>
          <p:nvPr/>
        </p:nvSpPr>
        <p:spPr>
          <a:xfrm>
            <a:off x="3008376" y="5539381"/>
            <a:ext cx="1149687" cy="110266"/>
          </a:xfrm>
          <a:prstGeom prst="rect">
            <a:avLst/>
          </a:prstGeom>
          <a:solidFill>
            <a:srgbClr val="C2352F"/>
          </a:solidFill>
          <a:ln/>
        </p:spPr>
      </p:sp>
      <p:sp>
        <p:nvSpPr>
          <p:cNvPr id="92" name="Shape 90"/>
          <p:cNvSpPr/>
          <p:nvPr/>
        </p:nvSpPr>
        <p:spPr>
          <a:xfrm>
            <a:off x="4174662" y="5506302"/>
            <a:ext cx="21946" cy="176425"/>
          </a:xfrm>
          <a:prstGeom prst="rect">
            <a:avLst/>
          </a:prstGeom>
          <a:solidFill>
            <a:srgbClr val="0B2C4A"/>
          </a:solidFill>
          <a:ln/>
        </p:spPr>
      </p:sp>
      <p:sp>
        <p:nvSpPr>
          <p:cNvPr id="93" name="Text 91"/>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94" name="Text 92"/>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6" name="Shape 94"/>
          <p:cNvSpPr/>
          <p:nvPr/>
        </p:nvSpPr>
        <p:spPr>
          <a:xfrm>
            <a:off x="3008376" y="5759913"/>
            <a:ext cx="1104796" cy="110266"/>
          </a:xfrm>
          <a:prstGeom prst="rect">
            <a:avLst/>
          </a:prstGeom>
          <a:solidFill>
            <a:srgbClr val="C2352F"/>
          </a:solidFill>
          <a:ln/>
        </p:spPr>
      </p:sp>
      <p:sp>
        <p:nvSpPr>
          <p:cNvPr id="97" name="Shape 95"/>
          <p:cNvSpPr/>
          <p:nvPr/>
        </p:nvSpPr>
        <p:spPr>
          <a:xfrm>
            <a:off x="4174662" y="5726833"/>
            <a:ext cx="21946" cy="176425"/>
          </a:xfrm>
          <a:prstGeom prst="rect">
            <a:avLst/>
          </a:prstGeom>
          <a:solidFill>
            <a:srgbClr val="0B2C4A"/>
          </a:solidFill>
          <a:ln/>
        </p:spPr>
      </p:sp>
      <p:sp>
        <p:nvSpPr>
          <p:cNvPr id="98" name="Text 96"/>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99" name="Shape 97"/>
          <p:cNvSpPr/>
          <p:nvPr/>
        </p:nvSpPr>
        <p:spPr>
          <a:xfrm>
            <a:off x="6153912" y="2176272"/>
            <a:ext cx="5358384" cy="220532"/>
          </a:xfrm>
          <a:prstGeom prst="rect">
            <a:avLst/>
          </a:prstGeom>
          <a:solidFill>
            <a:srgbClr val="EDF4FA"/>
          </a:solidFill>
          <a:ln/>
        </p:spPr>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02" name="Shape 100"/>
          <p:cNvSpPr/>
          <p:nvPr/>
        </p:nvSpPr>
        <p:spPr>
          <a:xfrm>
            <a:off x="8558784" y="2231405"/>
            <a:ext cx="1075418" cy="110266"/>
          </a:xfrm>
          <a:prstGeom prst="rect">
            <a:avLst/>
          </a:prstGeom>
          <a:solidFill>
            <a:srgbClr val="12A566"/>
          </a:solidFill>
          <a:ln/>
        </p:spPr>
      </p:sp>
      <p:sp>
        <p:nvSpPr>
          <p:cNvPr id="103" name="Shape 101"/>
          <p:cNvSpPr/>
          <p:nvPr/>
        </p:nvSpPr>
        <p:spPr>
          <a:xfrm>
            <a:off x="936703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7" name="Shape 105"/>
          <p:cNvSpPr/>
          <p:nvPr/>
        </p:nvSpPr>
        <p:spPr>
          <a:xfrm>
            <a:off x="8558784" y="2451937"/>
            <a:ext cx="1062235" cy="110266"/>
          </a:xfrm>
          <a:prstGeom prst="rect">
            <a:avLst/>
          </a:prstGeom>
          <a:solidFill>
            <a:srgbClr val="C2352F"/>
          </a:solidFill>
          <a:ln/>
        </p:spPr>
      </p:sp>
      <p:sp>
        <p:nvSpPr>
          <p:cNvPr id="108" name="Shape 106"/>
          <p:cNvSpPr/>
          <p:nvPr/>
        </p:nvSpPr>
        <p:spPr>
          <a:xfrm>
            <a:off x="9725070"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0" name="Text 108"/>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2" name="Shape 110"/>
          <p:cNvSpPr/>
          <p:nvPr/>
        </p:nvSpPr>
        <p:spPr>
          <a:xfrm>
            <a:off x="8558784" y="2672468"/>
            <a:ext cx="1026400" cy="110266"/>
          </a:xfrm>
          <a:prstGeom prst="rect">
            <a:avLst/>
          </a:prstGeom>
          <a:solidFill>
            <a:srgbClr val="C2352F"/>
          </a:solidFill>
          <a:ln/>
        </p:spPr>
      </p:sp>
      <p:sp>
        <p:nvSpPr>
          <p:cNvPr id="113" name="Shape 111"/>
          <p:cNvSpPr/>
          <p:nvPr/>
        </p:nvSpPr>
        <p:spPr>
          <a:xfrm>
            <a:off x="9725070" y="2639389"/>
            <a:ext cx="21946" cy="176425"/>
          </a:xfrm>
          <a:prstGeom prst="rect">
            <a:avLst/>
          </a:prstGeom>
          <a:solidFill>
            <a:srgbClr val="0B2C4A"/>
          </a:solidFill>
          <a:ln/>
        </p:spPr>
      </p:sp>
      <p:sp>
        <p:nvSpPr>
          <p:cNvPr id="114" name="Text 112"/>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15" name="Text 113"/>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58784" y="2893000"/>
            <a:ext cx="955276" cy="110266"/>
          </a:xfrm>
          <a:prstGeom prst="rect">
            <a:avLst/>
          </a:prstGeom>
          <a:solidFill>
            <a:srgbClr val="C2352F"/>
          </a:solidFill>
          <a:ln/>
        </p:spPr>
      </p:sp>
      <p:sp>
        <p:nvSpPr>
          <p:cNvPr id="118" name="Shape 116"/>
          <p:cNvSpPr/>
          <p:nvPr/>
        </p:nvSpPr>
        <p:spPr>
          <a:xfrm>
            <a:off x="9725070" y="2859920"/>
            <a:ext cx="21946" cy="176425"/>
          </a:xfrm>
          <a:prstGeom prst="rect">
            <a:avLst/>
          </a:prstGeom>
          <a:solidFill>
            <a:srgbClr val="0B2C4A"/>
          </a:solidFill>
          <a:ln/>
        </p:spPr>
      </p:sp>
      <p:sp>
        <p:nvSpPr>
          <p:cNvPr id="119" name="Text 117"/>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0" name="Text 118"/>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2" name="Shape 120"/>
          <p:cNvSpPr/>
          <p:nvPr/>
        </p:nvSpPr>
        <p:spPr>
          <a:xfrm>
            <a:off x="8558784" y="3113532"/>
            <a:ext cx="926373" cy="110266"/>
          </a:xfrm>
          <a:prstGeom prst="rect">
            <a:avLst/>
          </a:prstGeom>
          <a:solidFill>
            <a:srgbClr val="C2352F"/>
          </a:solidFill>
          <a:ln/>
        </p:spPr>
      </p:sp>
      <p:sp>
        <p:nvSpPr>
          <p:cNvPr id="123" name="Shape 121"/>
          <p:cNvSpPr/>
          <p:nvPr/>
        </p:nvSpPr>
        <p:spPr>
          <a:xfrm>
            <a:off x="9725070" y="3080452"/>
            <a:ext cx="21946" cy="176425"/>
          </a:xfrm>
          <a:prstGeom prst="rect">
            <a:avLst/>
          </a:prstGeom>
          <a:solidFill>
            <a:srgbClr val="0B2C4A"/>
          </a:solidFill>
          <a:ln/>
        </p:spPr>
      </p:sp>
      <p:sp>
        <p:nvSpPr>
          <p:cNvPr id="124" name="Text 122"/>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5" name="Shape 123"/>
          <p:cNvSpPr/>
          <p:nvPr/>
        </p:nvSpPr>
        <p:spPr>
          <a:xfrm>
            <a:off x="6153912" y="3278931"/>
            <a:ext cx="5358384" cy="220532"/>
          </a:xfrm>
          <a:prstGeom prst="rect">
            <a:avLst/>
          </a:prstGeom>
          <a:solidFill>
            <a:srgbClr val="EDF4FA"/>
          </a:solidFill>
          <a:ln/>
        </p:spPr>
      </p:sp>
      <p:sp>
        <p:nvSpPr>
          <p:cNvPr id="126" name="Text 124"/>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7" name="Text 125"/>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558784" y="3334064"/>
            <a:ext cx="889893" cy="110266"/>
          </a:xfrm>
          <a:prstGeom prst="rect">
            <a:avLst/>
          </a:prstGeom>
          <a:solidFill>
            <a:srgbClr val="12A566"/>
          </a:solidFill>
          <a:ln/>
        </p:spPr>
      </p:sp>
      <p:sp>
        <p:nvSpPr>
          <p:cNvPr id="129" name="Shape 127"/>
          <p:cNvSpPr/>
          <p:nvPr/>
        </p:nvSpPr>
        <p:spPr>
          <a:xfrm>
            <a:off x="9367031" y="3300984"/>
            <a:ext cx="21946" cy="176425"/>
          </a:xfrm>
          <a:prstGeom prst="rect">
            <a:avLst/>
          </a:prstGeom>
          <a:solidFill>
            <a:srgbClr val="0B2C4A"/>
          </a:solidFill>
          <a:ln/>
        </p:spPr>
      </p:sp>
      <p:sp>
        <p:nvSpPr>
          <p:cNvPr id="130" name="Text 128"/>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131" name="Text 129"/>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2" name="Text 130"/>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8558784" y="3554596"/>
            <a:ext cx="854724" cy="110266"/>
          </a:xfrm>
          <a:prstGeom prst="rect">
            <a:avLst/>
          </a:prstGeom>
          <a:solidFill>
            <a:srgbClr val="C2352F"/>
          </a:solidFill>
          <a:ln/>
        </p:spPr>
      </p:sp>
      <p:sp>
        <p:nvSpPr>
          <p:cNvPr id="134" name="Shape 132"/>
          <p:cNvSpPr/>
          <p:nvPr/>
        </p:nvSpPr>
        <p:spPr>
          <a:xfrm>
            <a:off x="9725070" y="3521516"/>
            <a:ext cx="21946" cy="176425"/>
          </a:xfrm>
          <a:prstGeom prst="rect">
            <a:avLst/>
          </a:prstGeom>
          <a:solidFill>
            <a:srgbClr val="0B2C4A"/>
          </a:solidFill>
          <a:ln/>
        </p:spPr>
      </p:sp>
      <p:sp>
        <p:nvSpPr>
          <p:cNvPr id="135" name="Text 133"/>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6" name="Shape 134"/>
          <p:cNvSpPr/>
          <p:nvPr/>
        </p:nvSpPr>
        <p:spPr>
          <a:xfrm>
            <a:off x="6153912" y="3719994"/>
            <a:ext cx="5358384" cy="220532"/>
          </a:xfrm>
          <a:prstGeom prst="rect">
            <a:avLst/>
          </a:prstGeom>
          <a:solidFill>
            <a:srgbClr val="EDF4FA"/>
          </a:solidFill>
          <a:ln/>
        </p:spPr>
      </p:sp>
      <p:sp>
        <p:nvSpPr>
          <p:cNvPr id="137" name="Text 135"/>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39" name="Shape 137"/>
          <p:cNvSpPr/>
          <p:nvPr/>
        </p:nvSpPr>
        <p:spPr>
          <a:xfrm>
            <a:off x="8558784" y="3775127"/>
            <a:ext cx="831951" cy="110266"/>
          </a:xfrm>
          <a:prstGeom prst="rect">
            <a:avLst/>
          </a:prstGeom>
          <a:solidFill>
            <a:srgbClr val="12A566"/>
          </a:solidFill>
          <a:ln/>
        </p:spPr>
      </p:sp>
      <p:sp>
        <p:nvSpPr>
          <p:cNvPr id="140" name="Shape 138"/>
          <p:cNvSpPr/>
          <p:nvPr/>
        </p:nvSpPr>
        <p:spPr>
          <a:xfrm>
            <a:off x="9367031" y="3742048"/>
            <a:ext cx="21946" cy="176425"/>
          </a:xfrm>
          <a:prstGeom prst="rect">
            <a:avLst/>
          </a:prstGeom>
          <a:solidFill>
            <a:srgbClr val="0B2C4A"/>
          </a:solidFill>
          <a:ln/>
        </p:spPr>
      </p:sp>
      <p:sp>
        <p:nvSpPr>
          <p:cNvPr id="141" name="Text 139"/>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142" name="Text 140"/>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4" name="Shape 142"/>
          <p:cNvSpPr/>
          <p:nvPr/>
        </p:nvSpPr>
        <p:spPr>
          <a:xfrm>
            <a:off x="8558784" y="3995659"/>
            <a:ext cx="821205" cy="110266"/>
          </a:xfrm>
          <a:prstGeom prst="rect">
            <a:avLst/>
          </a:prstGeom>
          <a:solidFill>
            <a:srgbClr val="C2352F"/>
          </a:solidFill>
          <a:ln/>
        </p:spPr>
      </p:sp>
      <p:sp>
        <p:nvSpPr>
          <p:cNvPr id="145" name="Shape 143"/>
          <p:cNvSpPr/>
          <p:nvPr/>
        </p:nvSpPr>
        <p:spPr>
          <a:xfrm>
            <a:off x="9725070" y="3962579"/>
            <a:ext cx="21946" cy="176425"/>
          </a:xfrm>
          <a:prstGeom prst="rect">
            <a:avLst/>
          </a:prstGeom>
          <a:solidFill>
            <a:srgbClr val="0B2C4A"/>
          </a:solidFill>
          <a:ln/>
        </p:spPr>
      </p:sp>
      <p:sp>
        <p:nvSpPr>
          <p:cNvPr id="146" name="Text 144"/>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47" name="Text 145"/>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8" name="Text 146"/>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9" name="Shape 147"/>
          <p:cNvSpPr/>
          <p:nvPr/>
        </p:nvSpPr>
        <p:spPr>
          <a:xfrm>
            <a:off x="8558784" y="4216191"/>
            <a:ext cx="798956" cy="110266"/>
          </a:xfrm>
          <a:prstGeom prst="rect">
            <a:avLst/>
          </a:prstGeom>
          <a:solidFill>
            <a:srgbClr val="C2352F"/>
          </a:solidFill>
          <a:ln/>
        </p:spPr>
      </p:sp>
      <p:sp>
        <p:nvSpPr>
          <p:cNvPr id="150" name="Shape 148"/>
          <p:cNvSpPr/>
          <p:nvPr/>
        </p:nvSpPr>
        <p:spPr>
          <a:xfrm>
            <a:off x="9725070" y="4183111"/>
            <a:ext cx="21946" cy="176425"/>
          </a:xfrm>
          <a:prstGeom prst="rect">
            <a:avLst/>
          </a:prstGeom>
          <a:solidFill>
            <a:srgbClr val="0B2C4A"/>
          </a:solidFill>
          <a:ln/>
        </p:spPr>
      </p:sp>
      <p:sp>
        <p:nvSpPr>
          <p:cNvPr id="151" name="Text 149"/>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52" name="Text 150"/>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3" name="Text 151"/>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4" name="Shape 152"/>
          <p:cNvSpPr/>
          <p:nvPr/>
        </p:nvSpPr>
        <p:spPr>
          <a:xfrm>
            <a:off x="8558784" y="4436723"/>
            <a:ext cx="791794" cy="110266"/>
          </a:xfrm>
          <a:prstGeom prst="rect">
            <a:avLst/>
          </a:prstGeom>
          <a:solidFill>
            <a:srgbClr val="C2352F"/>
          </a:solidFill>
          <a:ln/>
        </p:spPr>
      </p:sp>
      <p:sp>
        <p:nvSpPr>
          <p:cNvPr id="155" name="Shape 153"/>
          <p:cNvSpPr/>
          <p:nvPr/>
        </p:nvSpPr>
        <p:spPr>
          <a:xfrm>
            <a:off x="9725070" y="4403643"/>
            <a:ext cx="21946" cy="176425"/>
          </a:xfrm>
          <a:prstGeom prst="rect">
            <a:avLst/>
          </a:prstGeom>
          <a:solidFill>
            <a:srgbClr val="0B2C4A"/>
          </a:solidFill>
          <a:ln/>
        </p:spPr>
      </p:sp>
      <p:sp>
        <p:nvSpPr>
          <p:cNvPr id="156" name="Text 154"/>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9" name="Shape 157"/>
          <p:cNvSpPr/>
          <p:nvPr/>
        </p:nvSpPr>
        <p:spPr>
          <a:xfrm>
            <a:off x="8558784" y="4657254"/>
            <a:ext cx="779190" cy="110266"/>
          </a:xfrm>
          <a:prstGeom prst="rect">
            <a:avLst/>
          </a:prstGeom>
          <a:solidFill>
            <a:srgbClr val="C2352F"/>
          </a:solidFill>
          <a:ln/>
        </p:spPr>
      </p:sp>
      <p:sp>
        <p:nvSpPr>
          <p:cNvPr id="160" name="Shape 158"/>
          <p:cNvSpPr/>
          <p:nvPr/>
        </p:nvSpPr>
        <p:spPr>
          <a:xfrm>
            <a:off x="9725070"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65" name="Shape 163"/>
          <p:cNvSpPr/>
          <p:nvPr/>
        </p:nvSpPr>
        <p:spPr>
          <a:xfrm>
            <a:off x="8558784" y="4877786"/>
            <a:ext cx="743376" cy="110266"/>
          </a:xfrm>
          <a:prstGeom prst="rect">
            <a:avLst/>
          </a:prstGeom>
          <a:solidFill>
            <a:srgbClr val="C2352F"/>
          </a:solidFill>
          <a:ln/>
        </p:spPr>
      </p:sp>
      <p:sp>
        <p:nvSpPr>
          <p:cNvPr id="166" name="Shape 164"/>
          <p:cNvSpPr/>
          <p:nvPr/>
        </p:nvSpPr>
        <p:spPr>
          <a:xfrm>
            <a:off x="936703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596901" cy="110266"/>
          </a:xfrm>
          <a:prstGeom prst="rect">
            <a:avLst/>
          </a:prstGeom>
          <a:solidFill>
            <a:srgbClr val="C2352F"/>
          </a:solidFill>
          <a:ln/>
        </p:spPr>
      </p:sp>
      <p:sp>
        <p:nvSpPr>
          <p:cNvPr id="172" name="Shape 170"/>
          <p:cNvSpPr/>
          <p:nvPr/>
        </p:nvSpPr>
        <p:spPr>
          <a:xfrm>
            <a:off x="936703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558784" y="5318850"/>
            <a:ext cx="570833" cy="110266"/>
          </a:xfrm>
          <a:prstGeom prst="rect">
            <a:avLst/>
          </a:prstGeom>
          <a:solidFill>
            <a:srgbClr val="C2352F"/>
          </a:solidFill>
          <a:ln/>
        </p:spPr>
      </p:sp>
      <p:sp>
        <p:nvSpPr>
          <p:cNvPr id="178" name="Shape 176"/>
          <p:cNvSpPr/>
          <p:nvPr/>
        </p:nvSpPr>
        <p:spPr>
          <a:xfrm>
            <a:off x="936703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473837" cy="110266"/>
          </a:xfrm>
          <a:prstGeom prst="rect">
            <a:avLst/>
          </a:prstGeom>
          <a:solidFill>
            <a:srgbClr val="C2352F"/>
          </a:solidFill>
          <a:ln/>
        </p:spPr>
      </p:sp>
      <p:sp>
        <p:nvSpPr>
          <p:cNvPr id="184" name="Shape 182"/>
          <p:cNvSpPr/>
          <p:nvPr/>
        </p:nvSpPr>
        <p:spPr>
          <a:xfrm>
            <a:off x="936703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173 → 166 (−7).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175</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180</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303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244</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139</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123</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161</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225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17.4, non-luxury 29.3.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239676"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 name="Shape 17"/>
          <p:cNvSpPr/>
          <p:nvPr/>
        </p:nvSpPr>
        <p:spPr>
          <a:xfrm>
            <a:off x="3008376" y="2451937"/>
            <a:ext cx="1635068" cy="110266"/>
          </a:xfrm>
          <a:prstGeom prst="rect">
            <a:avLst/>
          </a:prstGeom>
          <a:solidFill>
            <a:srgbClr val="12A566"/>
          </a:solidFill>
          <a:ln/>
        </p:spPr>
      </p:sp>
      <p:sp>
        <p:nvSpPr>
          <p:cNvPr id="20" name="Shape 18"/>
          <p:cNvSpPr/>
          <p:nvPr/>
        </p:nvSpPr>
        <p:spPr>
          <a:xfrm>
            <a:off x="4239676"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4" name="Shape 22"/>
          <p:cNvSpPr/>
          <p:nvPr/>
        </p:nvSpPr>
        <p:spPr>
          <a:xfrm>
            <a:off x="3008376" y="2672468"/>
            <a:ext cx="1588955" cy="110266"/>
          </a:xfrm>
          <a:prstGeom prst="rect">
            <a:avLst/>
          </a:prstGeom>
          <a:solidFill>
            <a:srgbClr val="12A566"/>
          </a:solidFill>
          <a:ln/>
        </p:spPr>
      </p:sp>
      <p:sp>
        <p:nvSpPr>
          <p:cNvPr id="25" name="Shape 23"/>
          <p:cNvSpPr/>
          <p:nvPr/>
        </p:nvSpPr>
        <p:spPr>
          <a:xfrm>
            <a:off x="4239676"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008376" y="2893000"/>
            <a:ext cx="1563921" cy="110266"/>
          </a:xfrm>
          <a:prstGeom prst="rect">
            <a:avLst/>
          </a:prstGeom>
          <a:solidFill>
            <a:srgbClr val="12A566"/>
          </a:solidFill>
          <a:ln/>
        </p:spPr>
      </p:sp>
      <p:sp>
        <p:nvSpPr>
          <p:cNvPr id="30" name="Shape 28"/>
          <p:cNvSpPr/>
          <p:nvPr/>
        </p:nvSpPr>
        <p:spPr>
          <a:xfrm>
            <a:off x="4239676"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4" name="Shape 32"/>
          <p:cNvSpPr/>
          <p:nvPr/>
        </p:nvSpPr>
        <p:spPr>
          <a:xfrm>
            <a:off x="3008376" y="3113532"/>
            <a:ext cx="1551295" cy="110266"/>
          </a:xfrm>
          <a:prstGeom prst="rect">
            <a:avLst/>
          </a:prstGeom>
          <a:solidFill>
            <a:srgbClr val="12A566"/>
          </a:solidFill>
          <a:ln/>
        </p:spPr>
      </p:sp>
      <p:sp>
        <p:nvSpPr>
          <p:cNvPr id="35" name="Shape 33"/>
          <p:cNvSpPr/>
          <p:nvPr/>
        </p:nvSpPr>
        <p:spPr>
          <a:xfrm>
            <a:off x="4239676"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9" name="Shape 37"/>
          <p:cNvSpPr/>
          <p:nvPr/>
        </p:nvSpPr>
        <p:spPr>
          <a:xfrm>
            <a:off x="3008376" y="3334064"/>
            <a:ext cx="1486679" cy="110266"/>
          </a:xfrm>
          <a:prstGeom prst="rect">
            <a:avLst/>
          </a:prstGeom>
          <a:solidFill>
            <a:srgbClr val="12A566"/>
          </a:solidFill>
          <a:ln/>
        </p:spPr>
      </p:sp>
      <p:sp>
        <p:nvSpPr>
          <p:cNvPr id="40" name="Shape 38"/>
          <p:cNvSpPr/>
          <p:nvPr/>
        </p:nvSpPr>
        <p:spPr>
          <a:xfrm>
            <a:off x="4239676"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3008376" y="3554596"/>
            <a:ext cx="1475126" cy="110266"/>
          </a:xfrm>
          <a:prstGeom prst="rect">
            <a:avLst/>
          </a:prstGeom>
          <a:solidFill>
            <a:srgbClr val="12A566"/>
          </a:solidFill>
          <a:ln/>
        </p:spPr>
      </p:sp>
      <p:sp>
        <p:nvSpPr>
          <p:cNvPr id="45" name="Shape 43"/>
          <p:cNvSpPr/>
          <p:nvPr/>
        </p:nvSpPr>
        <p:spPr>
          <a:xfrm>
            <a:off x="4239676"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47" name="Text 45"/>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9" name="Shape 47"/>
          <p:cNvSpPr/>
          <p:nvPr/>
        </p:nvSpPr>
        <p:spPr>
          <a:xfrm>
            <a:off x="3008376" y="3775127"/>
            <a:ext cx="1377666" cy="110266"/>
          </a:xfrm>
          <a:prstGeom prst="rect">
            <a:avLst/>
          </a:prstGeom>
          <a:solidFill>
            <a:srgbClr val="12A566"/>
          </a:solidFill>
          <a:ln/>
        </p:spPr>
      </p:sp>
      <p:sp>
        <p:nvSpPr>
          <p:cNvPr id="50" name="Shape 48"/>
          <p:cNvSpPr/>
          <p:nvPr/>
        </p:nvSpPr>
        <p:spPr>
          <a:xfrm>
            <a:off x="4239676" y="3742048"/>
            <a:ext cx="21946" cy="176425"/>
          </a:xfrm>
          <a:prstGeom prst="rect">
            <a:avLst/>
          </a:prstGeom>
          <a:solidFill>
            <a:srgbClr val="0B2C4A"/>
          </a:solidFill>
          <a:ln/>
        </p:spPr>
      </p:sp>
      <p:sp>
        <p:nvSpPr>
          <p:cNvPr id="51" name="Text 49"/>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52" name="Text 50"/>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4" name="Shape 52"/>
          <p:cNvSpPr/>
          <p:nvPr/>
        </p:nvSpPr>
        <p:spPr>
          <a:xfrm>
            <a:off x="3008376" y="3995659"/>
            <a:ext cx="1334480" cy="110266"/>
          </a:xfrm>
          <a:prstGeom prst="rect">
            <a:avLst/>
          </a:prstGeom>
          <a:solidFill>
            <a:srgbClr val="12A566"/>
          </a:solidFill>
          <a:ln/>
        </p:spPr>
      </p:sp>
      <p:sp>
        <p:nvSpPr>
          <p:cNvPr id="55" name="Shape 53"/>
          <p:cNvSpPr/>
          <p:nvPr/>
        </p:nvSpPr>
        <p:spPr>
          <a:xfrm>
            <a:off x="4239676" y="3962579"/>
            <a:ext cx="21946" cy="176425"/>
          </a:xfrm>
          <a:prstGeom prst="rect">
            <a:avLst/>
          </a:prstGeom>
          <a:solidFill>
            <a:srgbClr val="0B2C4A"/>
          </a:solidFill>
          <a:ln/>
        </p:spPr>
      </p:sp>
      <p:sp>
        <p:nvSpPr>
          <p:cNvPr id="56" name="Text 54"/>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57" name="Text 55"/>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008376" y="4216191"/>
            <a:ext cx="1334041" cy="110266"/>
          </a:xfrm>
          <a:prstGeom prst="rect">
            <a:avLst/>
          </a:prstGeom>
          <a:solidFill>
            <a:srgbClr val="12A566"/>
          </a:solidFill>
          <a:ln/>
        </p:spPr>
      </p:sp>
      <p:sp>
        <p:nvSpPr>
          <p:cNvPr id="60" name="Shape 58"/>
          <p:cNvSpPr/>
          <p:nvPr/>
        </p:nvSpPr>
        <p:spPr>
          <a:xfrm>
            <a:off x="4239676" y="4183111"/>
            <a:ext cx="21946" cy="176425"/>
          </a:xfrm>
          <a:prstGeom prst="rect">
            <a:avLst/>
          </a:prstGeom>
          <a:solidFill>
            <a:srgbClr val="0B2C4A"/>
          </a:solidFill>
          <a:ln/>
        </p:spPr>
      </p:sp>
      <p:sp>
        <p:nvSpPr>
          <p:cNvPr id="61" name="Text 59"/>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2" name="Text 60"/>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008376" y="4436723"/>
            <a:ext cx="1333504" cy="110266"/>
          </a:xfrm>
          <a:prstGeom prst="rect">
            <a:avLst/>
          </a:prstGeom>
          <a:solidFill>
            <a:srgbClr val="12A566"/>
          </a:solidFill>
          <a:ln/>
        </p:spPr>
      </p:sp>
      <p:sp>
        <p:nvSpPr>
          <p:cNvPr id="65" name="Shape 63"/>
          <p:cNvSpPr/>
          <p:nvPr/>
        </p:nvSpPr>
        <p:spPr>
          <a:xfrm>
            <a:off x="4239676" y="4403643"/>
            <a:ext cx="21946" cy="176425"/>
          </a:xfrm>
          <a:prstGeom prst="rect">
            <a:avLst/>
          </a:prstGeom>
          <a:solidFill>
            <a:srgbClr val="0B2C4A"/>
          </a:solidFill>
          <a:ln/>
        </p:spPr>
      </p:sp>
      <p:sp>
        <p:nvSpPr>
          <p:cNvPr id="66" name="Text 64"/>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7" name="Text 65"/>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008376" y="4657254"/>
            <a:ext cx="1327762" cy="110266"/>
          </a:xfrm>
          <a:prstGeom prst="rect">
            <a:avLst/>
          </a:prstGeom>
          <a:solidFill>
            <a:srgbClr val="12A566"/>
          </a:solidFill>
          <a:ln/>
        </p:spPr>
      </p:sp>
      <p:sp>
        <p:nvSpPr>
          <p:cNvPr id="70" name="Shape 68"/>
          <p:cNvSpPr/>
          <p:nvPr/>
        </p:nvSpPr>
        <p:spPr>
          <a:xfrm>
            <a:off x="4239676" y="4624175"/>
            <a:ext cx="21946" cy="176425"/>
          </a:xfrm>
          <a:prstGeom prst="rect">
            <a:avLst/>
          </a:prstGeom>
          <a:solidFill>
            <a:srgbClr val="0B2C4A"/>
          </a:solidFill>
          <a:ln/>
        </p:spPr>
      </p:sp>
      <p:sp>
        <p:nvSpPr>
          <p:cNvPr id="71" name="Text 69"/>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72" name="Text 70"/>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4" name="Shape 72"/>
          <p:cNvSpPr/>
          <p:nvPr/>
        </p:nvSpPr>
        <p:spPr>
          <a:xfrm>
            <a:off x="3008376" y="4877786"/>
            <a:ext cx="1320901" cy="110266"/>
          </a:xfrm>
          <a:prstGeom prst="rect">
            <a:avLst/>
          </a:prstGeom>
          <a:solidFill>
            <a:srgbClr val="12A566"/>
          </a:solidFill>
          <a:ln/>
        </p:spPr>
      </p:sp>
      <p:sp>
        <p:nvSpPr>
          <p:cNvPr id="75" name="Shape 73"/>
          <p:cNvSpPr/>
          <p:nvPr/>
        </p:nvSpPr>
        <p:spPr>
          <a:xfrm>
            <a:off x="4239676" y="4844706"/>
            <a:ext cx="21946" cy="176425"/>
          </a:xfrm>
          <a:prstGeom prst="rect">
            <a:avLst/>
          </a:prstGeom>
          <a:solidFill>
            <a:srgbClr val="0B2C4A"/>
          </a:solidFill>
          <a:ln/>
        </p:spPr>
      </p:sp>
      <p:sp>
        <p:nvSpPr>
          <p:cNvPr id="76" name="Text 74"/>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7" name="Text 75"/>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9" name="Shape 77"/>
          <p:cNvSpPr/>
          <p:nvPr/>
        </p:nvSpPr>
        <p:spPr>
          <a:xfrm>
            <a:off x="3008376" y="5098318"/>
            <a:ext cx="1297695" cy="110266"/>
          </a:xfrm>
          <a:prstGeom prst="rect">
            <a:avLst/>
          </a:prstGeom>
          <a:solidFill>
            <a:srgbClr val="12A566"/>
          </a:solidFill>
          <a:ln/>
        </p:spPr>
      </p:sp>
      <p:sp>
        <p:nvSpPr>
          <p:cNvPr id="80" name="Shape 78"/>
          <p:cNvSpPr/>
          <p:nvPr/>
        </p:nvSpPr>
        <p:spPr>
          <a:xfrm>
            <a:off x="4239676" y="5065238"/>
            <a:ext cx="21946" cy="176425"/>
          </a:xfrm>
          <a:prstGeom prst="rect">
            <a:avLst/>
          </a:prstGeom>
          <a:solidFill>
            <a:srgbClr val="0B2C4A"/>
          </a:solidFill>
          <a:ln/>
        </p:spPr>
      </p:sp>
      <p:sp>
        <p:nvSpPr>
          <p:cNvPr id="81" name="Text 79"/>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82" name="Text 80"/>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4" name="Shape 82"/>
          <p:cNvSpPr/>
          <p:nvPr/>
        </p:nvSpPr>
        <p:spPr>
          <a:xfrm>
            <a:off x="3008376" y="5318850"/>
            <a:ext cx="1224071" cy="110266"/>
          </a:xfrm>
          <a:prstGeom prst="rect">
            <a:avLst/>
          </a:prstGeom>
          <a:solidFill>
            <a:srgbClr val="C2352F"/>
          </a:solidFill>
          <a:ln/>
        </p:spPr>
      </p:sp>
      <p:sp>
        <p:nvSpPr>
          <p:cNvPr id="85" name="Shape 83"/>
          <p:cNvSpPr/>
          <p:nvPr/>
        </p:nvSpPr>
        <p:spPr>
          <a:xfrm>
            <a:off x="4239676" y="5285770"/>
            <a:ext cx="21946" cy="176425"/>
          </a:xfrm>
          <a:prstGeom prst="rect">
            <a:avLst/>
          </a:prstGeom>
          <a:solidFill>
            <a:srgbClr val="0B2C4A"/>
          </a:solidFill>
          <a:ln/>
        </p:spPr>
      </p:sp>
      <p:sp>
        <p:nvSpPr>
          <p:cNvPr id="86" name="Text 84"/>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87" name="Text 85"/>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3008376" y="5539381"/>
            <a:ext cx="1198528" cy="110266"/>
          </a:xfrm>
          <a:prstGeom prst="rect">
            <a:avLst/>
          </a:prstGeom>
          <a:solidFill>
            <a:srgbClr val="C2352F"/>
          </a:solidFill>
          <a:ln/>
        </p:spPr>
      </p:sp>
      <p:sp>
        <p:nvSpPr>
          <p:cNvPr id="90" name="Shape 88"/>
          <p:cNvSpPr/>
          <p:nvPr/>
        </p:nvSpPr>
        <p:spPr>
          <a:xfrm>
            <a:off x="4239676" y="5506302"/>
            <a:ext cx="21946" cy="176425"/>
          </a:xfrm>
          <a:prstGeom prst="rect">
            <a:avLst/>
          </a:prstGeom>
          <a:solidFill>
            <a:srgbClr val="0B2C4A"/>
          </a:solidFill>
          <a:ln/>
        </p:spPr>
      </p:sp>
      <p:sp>
        <p:nvSpPr>
          <p:cNvPr id="91" name="Text 89"/>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92" name="Text 90"/>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3008376" y="5759913"/>
            <a:ext cx="1081624" cy="110266"/>
          </a:xfrm>
          <a:prstGeom prst="rect">
            <a:avLst/>
          </a:prstGeom>
          <a:solidFill>
            <a:srgbClr val="C2352F"/>
          </a:solidFill>
          <a:ln/>
        </p:spPr>
      </p:sp>
      <p:sp>
        <p:nvSpPr>
          <p:cNvPr id="95" name="Shape 93"/>
          <p:cNvSpPr/>
          <p:nvPr/>
        </p:nvSpPr>
        <p:spPr>
          <a:xfrm>
            <a:off x="4239676" y="5726833"/>
            <a:ext cx="21946" cy="176425"/>
          </a:xfrm>
          <a:prstGeom prst="rect">
            <a:avLst/>
          </a:prstGeom>
          <a:solidFill>
            <a:srgbClr val="0B2C4A"/>
          </a:solidFill>
          <a:ln/>
        </p:spPr>
      </p:sp>
      <p:sp>
        <p:nvSpPr>
          <p:cNvPr id="96" name="Text 94"/>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97" name="Shape 95"/>
          <p:cNvSpPr/>
          <p:nvPr/>
        </p:nvSpPr>
        <p:spPr>
          <a:xfrm>
            <a:off x="6153912" y="2176272"/>
            <a:ext cx="5358384" cy="220532"/>
          </a:xfrm>
          <a:prstGeom prst="rect">
            <a:avLst/>
          </a:prstGeom>
          <a:solidFill>
            <a:srgbClr val="EDF4FA"/>
          </a:solidFill>
          <a:ln/>
        </p:spPr>
      </p:sp>
      <p:sp>
        <p:nvSpPr>
          <p:cNvPr id="98" name="Text 96"/>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9" name="Text 97"/>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00" name="Shape 98"/>
          <p:cNvSpPr/>
          <p:nvPr/>
        </p:nvSpPr>
        <p:spPr>
          <a:xfrm>
            <a:off x="8558784" y="2231405"/>
            <a:ext cx="1055564" cy="110266"/>
          </a:xfrm>
          <a:prstGeom prst="rect">
            <a:avLst/>
          </a:prstGeom>
          <a:solidFill>
            <a:srgbClr val="12A566"/>
          </a:solidFill>
          <a:ln/>
        </p:spPr>
      </p:sp>
      <p:sp>
        <p:nvSpPr>
          <p:cNvPr id="101" name="Shape 99"/>
          <p:cNvSpPr/>
          <p:nvPr/>
        </p:nvSpPr>
        <p:spPr>
          <a:xfrm>
            <a:off x="9288611" y="2198325"/>
            <a:ext cx="21946" cy="176425"/>
          </a:xfrm>
          <a:prstGeom prst="rect">
            <a:avLst/>
          </a:prstGeom>
          <a:solidFill>
            <a:srgbClr val="0B2C4A"/>
          </a:solidFill>
          <a:ln/>
        </p:spPr>
      </p:sp>
      <p:sp>
        <p:nvSpPr>
          <p:cNvPr id="102" name="Text 100"/>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03" name="Shape 101"/>
          <p:cNvSpPr/>
          <p:nvPr/>
        </p:nvSpPr>
        <p:spPr>
          <a:xfrm>
            <a:off x="6153912" y="2396804"/>
            <a:ext cx="5358384" cy="220532"/>
          </a:xfrm>
          <a:prstGeom prst="rect">
            <a:avLst/>
          </a:prstGeom>
          <a:solidFill>
            <a:srgbClr val="EDF4FA"/>
          </a:solidFill>
          <a:ln/>
        </p:spPr>
      </p:sp>
      <p:sp>
        <p:nvSpPr>
          <p:cNvPr id="104" name="Text 102"/>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5" name="Text 103"/>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6" name="Shape 104"/>
          <p:cNvSpPr/>
          <p:nvPr/>
        </p:nvSpPr>
        <p:spPr>
          <a:xfrm>
            <a:off x="8558784" y="2451937"/>
            <a:ext cx="1038179" cy="110266"/>
          </a:xfrm>
          <a:prstGeom prst="rect">
            <a:avLst/>
          </a:prstGeom>
          <a:solidFill>
            <a:srgbClr val="12A566"/>
          </a:solidFill>
          <a:ln/>
        </p:spPr>
      </p:sp>
      <p:sp>
        <p:nvSpPr>
          <p:cNvPr id="107" name="Shape 105"/>
          <p:cNvSpPr/>
          <p:nvPr/>
        </p:nvSpPr>
        <p:spPr>
          <a:xfrm>
            <a:off x="9288611" y="2418857"/>
            <a:ext cx="21946" cy="176425"/>
          </a:xfrm>
          <a:prstGeom prst="rect">
            <a:avLst/>
          </a:prstGeom>
          <a:solidFill>
            <a:srgbClr val="0B2C4A"/>
          </a:solidFill>
          <a:ln/>
        </p:spPr>
      </p:sp>
      <p:sp>
        <p:nvSpPr>
          <p:cNvPr id="108" name="Text 106"/>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109" name="Text 107"/>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0" name="Text 108"/>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1" name="Shape 109"/>
          <p:cNvSpPr/>
          <p:nvPr/>
        </p:nvSpPr>
        <p:spPr>
          <a:xfrm>
            <a:off x="8558784" y="2672468"/>
            <a:ext cx="1004084" cy="110266"/>
          </a:xfrm>
          <a:prstGeom prst="rect">
            <a:avLst/>
          </a:prstGeom>
          <a:solidFill>
            <a:srgbClr val="C2352F"/>
          </a:solidFill>
          <a:ln/>
        </p:spPr>
      </p:sp>
      <p:sp>
        <p:nvSpPr>
          <p:cNvPr id="112" name="Shape 110"/>
          <p:cNvSpPr/>
          <p:nvPr/>
        </p:nvSpPr>
        <p:spPr>
          <a:xfrm>
            <a:off x="9790084" y="2639389"/>
            <a:ext cx="21946" cy="176425"/>
          </a:xfrm>
          <a:prstGeom prst="rect">
            <a:avLst/>
          </a:prstGeom>
          <a:solidFill>
            <a:srgbClr val="0B2C4A"/>
          </a:solidFill>
          <a:ln/>
        </p:spPr>
      </p:sp>
      <p:sp>
        <p:nvSpPr>
          <p:cNvPr id="113" name="Text 111"/>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14" name="Text 112"/>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5" name="Text 113"/>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558784" y="2893000"/>
            <a:ext cx="961384" cy="110266"/>
          </a:xfrm>
          <a:prstGeom prst="rect">
            <a:avLst/>
          </a:prstGeom>
          <a:solidFill>
            <a:srgbClr val="C2352F"/>
          </a:solidFill>
          <a:ln/>
        </p:spPr>
      </p:sp>
      <p:sp>
        <p:nvSpPr>
          <p:cNvPr id="117" name="Shape 115"/>
          <p:cNvSpPr/>
          <p:nvPr/>
        </p:nvSpPr>
        <p:spPr>
          <a:xfrm>
            <a:off x="9790084" y="2859920"/>
            <a:ext cx="21946" cy="176425"/>
          </a:xfrm>
          <a:prstGeom prst="rect">
            <a:avLst/>
          </a:prstGeom>
          <a:solidFill>
            <a:srgbClr val="0B2C4A"/>
          </a:solidFill>
          <a:ln/>
        </p:spPr>
      </p:sp>
      <p:sp>
        <p:nvSpPr>
          <p:cNvPr id="118" name="Text 116"/>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19" name="Text 117"/>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0" name="Text 118"/>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3113532"/>
            <a:ext cx="939246" cy="110266"/>
          </a:xfrm>
          <a:prstGeom prst="rect">
            <a:avLst/>
          </a:prstGeom>
          <a:solidFill>
            <a:srgbClr val="C2352F"/>
          </a:solidFill>
          <a:ln/>
        </p:spPr>
      </p:sp>
      <p:sp>
        <p:nvSpPr>
          <p:cNvPr id="122" name="Shape 120"/>
          <p:cNvSpPr/>
          <p:nvPr/>
        </p:nvSpPr>
        <p:spPr>
          <a:xfrm>
            <a:off x="9790084" y="3080452"/>
            <a:ext cx="21946" cy="176425"/>
          </a:xfrm>
          <a:prstGeom prst="rect">
            <a:avLst/>
          </a:prstGeom>
          <a:solidFill>
            <a:srgbClr val="0B2C4A"/>
          </a:solidFill>
          <a:ln/>
        </p:spPr>
      </p:sp>
      <p:sp>
        <p:nvSpPr>
          <p:cNvPr id="123" name="Text 121"/>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24" name="Text 122"/>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5" name="Text 123"/>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6" name="Shape 124"/>
          <p:cNvSpPr/>
          <p:nvPr/>
        </p:nvSpPr>
        <p:spPr>
          <a:xfrm>
            <a:off x="8558784" y="3334064"/>
            <a:ext cx="888310" cy="110266"/>
          </a:xfrm>
          <a:prstGeom prst="rect">
            <a:avLst/>
          </a:prstGeom>
          <a:solidFill>
            <a:srgbClr val="C2352F"/>
          </a:solidFill>
          <a:ln/>
        </p:spPr>
      </p:sp>
      <p:sp>
        <p:nvSpPr>
          <p:cNvPr id="127" name="Shape 125"/>
          <p:cNvSpPr/>
          <p:nvPr/>
        </p:nvSpPr>
        <p:spPr>
          <a:xfrm>
            <a:off x="9790084" y="3300984"/>
            <a:ext cx="21946" cy="176425"/>
          </a:xfrm>
          <a:prstGeom prst="rect">
            <a:avLst/>
          </a:prstGeom>
          <a:solidFill>
            <a:srgbClr val="0B2C4A"/>
          </a:solidFill>
          <a:ln/>
        </p:spPr>
      </p:sp>
      <p:sp>
        <p:nvSpPr>
          <p:cNvPr id="128" name="Text 126"/>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29" name="Text 127"/>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0" name="Text 128"/>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1" name="Shape 129"/>
          <p:cNvSpPr/>
          <p:nvPr/>
        </p:nvSpPr>
        <p:spPr>
          <a:xfrm>
            <a:off x="8558784" y="3554596"/>
            <a:ext cx="863117" cy="110266"/>
          </a:xfrm>
          <a:prstGeom prst="rect">
            <a:avLst/>
          </a:prstGeom>
          <a:solidFill>
            <a:srgbClr val="C2352F"/>
          </a:solidFill>
          <a:ln/>
        </p:spPr>
      </p:sp>
      <p:sp>
        <p:nvSpPr>
          <p:cNvPr id="132" name="Shape 130"/>
          <p:cNvSpPr/>
          <p:nvPr/>
        </p:nvSpPr>
        <p:spPr>
          <a:xfrm>
            <a:off x="9790084" y="3521516"/>
            <a:ext cx="21946" cy="176425"/>
          </a:xfrm>
          <a:prstGeom prst="rect">
            <a:avLst/>
          </a:prstGeom>
          <a:solidFill>
            <a:srgbClr val="0B2C4A"/>
          </a:solidFill>
          <a:ln/>
        </p:spPr>
      </p:sp>
      <p:sp>
        <p:nvSpPr>
          <p:cNvPr id="133" name="Text 131"/>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34" name="Shape 132"/>
          <p:cNvSpPr/>
          <p:nvPr/>
        </p:nvSpPr>
        <p:spPr>
          <a:xfrm>
            <a:off x="6153912" y="3719994"/>
            <a:ext cx="5358384" cy="220532"/>
          </a:xfrm>
          <a:prstGeom prst="rect">
            <a:avLst/>
          </a:prstGeom>
          <a:solidFill>
            <a:srgbClr val="EDF4FA"/>
          </a:solidFill>
          <a:ln/>
        </p:spPr>
      </p:sp>
      <p:sp>
        <p:nvSpPr>
          <p:cNvPr id="135" name="Text 133"/>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558784" y="3775127"/>
            <a:ext cx="822425" cy="110266"/>
          </a:xfrm>
          <a:prstGeom prst="rect">
            <a:avLst/>
          </a:prstGeom>
          <a:solidFill>
            <a:srgbClr val="12A566"/>
          </a:solidFill>
          <a:ln/>
        </p:spPr>
      </p:sp>
      <p:sp>
        <p:nvSpPr>
          <p:cNvPr id="138" name="Shape 136"/>
          <p:cNvSpPr/>
          <p:nvPr/>
        </p:nvSpPr>
        <p:spPr>
          <a:xfrm>
            <a:off x="9288611" y="3742048"/>
            <a:ext cx="21946" cy="176425"/>
          </a:xfrm>
          <a:prstGeom prst="rect">
            <a:avLst/>
          </a:prstGeom>
          <a:solidFill>
            <a:srgbClr val="0B2C4A"/>
          </a:solidFill>
          <a:ln/>
        </p:spPr>
      </p:sp>
      <p:sp>
        <p:nvSpPr>
          <p:cNvPr id="139" name="Text 137"/>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40" name="Text 138"/>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3995659"/>
            <a:ext cx="814746" cy="110266"/>
          </a:xfrm>
          <a:prstGeom prst="rect">
            <a:avLst/>
          </a:prstGeom>
          <a:solidFill>
            <a:srgbClr val="C2352F"/>
          </a:solidFill>
          <a:ln/>
        </p:spPr>
      </p:sp>
      <p:sp>
        <p:nvSpPr>
          <p:cNvPr id="143" name="Shape 141"/>
          <p:cNvSpPr/>
          <p:nvPr/>
        </p:nvSpPr>
        <p:spPr>
          <a:xfrm>
            <a:off x="9790084" y="3962579"/>
            <a:ext cx="21946" cy="176425"/>
          </a:xfrm>
          <a:prstGeom prst="rect">
            <a:avLst/>
          </a:prstGeom>
          <a:solidFill>
            <a:srgbClr val="0B2C4A"/>
          </a:solidFill>
          <a:ln/>
        </p:spPr>
      </p:sp>
      <p:sp>
        <p:nvSpPr>
          <p:cNvPr id="144" name="Text 142"/>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5" name="Shape 143"/>
          <p:cNvSpPr/>
          <p:nvPr/>
        </p:nvSpPr>
        <p:spPr>
          <a:xfrm>
            <a:off x="6153912" y="4161058"/>
            <a:ext cx="5358384" cy="220532"/>
          </a:xfrm>
          <a:prstGeom prst="rect">
            <a:avLst/>
          </a:prstGeom>
          <a:solidFill>
            <a:srgbClr val="EDF4FA"/>
          </a:solidFill>
          <a:ln/>
        </p:spPr>
      </p:sp>
      <p:sp>
        <p:nvSpPr>
          <p:cNvPr id="146" name="Text 144"/>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7" name="Text 145"/>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216191"/>
            <a:ext cx="807912" cy="110266"/>
          </a:xfrm>
          <a:prstGeom prst="rect">
            <a:avLst/>
          </a:prstGeom>
          <a:solidFill>
            <a:srgbClr val="12A566"/>
          </a:solidFill>
          <a:ln/>
        </p:spPr>
      </p:sp>
      <p:sp>
        <p:nvSpPr>
          <p:cNvPr id="149" name="Shape 147"/>
          <p:cNvSpPr/>
          <p:nvPr/>
        </p:nvSpPr>
        <p:spPr>
          <a:xfrm>
            <a:off x="9288611" y="4183111"/>
            <a:ext cx="21946" cy="176425"/>
          </a:xfrm>
          <a:prstGeom prst="rect">
            <a:avLst/>
          </a:prstGeom>
          <a:solidFill>
            <a:srgbClr val="0B2C4A"/>
          </a:solidFill>
          <a:ln/>
        </p:spPr>
      </p:sp>
      <p:sp>
        <p:nvSpPr>
          <p:cNvPr id="150" name="Text 148"/>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151" name="Text 149"/>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2" name="Text 150"/>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3" name="Shape 151"/>
          <p:cNvSpPr/>
          <p:nvPr/>
        </p:nvSpPr>
        <p:spPr>
          <a:xfrm>
            <a:off x="8558784" y="4436723"/>
            <a:ext cx="736496" cy="110266"/>
          </a:xfrm>
          <a:prstGeom prst="rect">
            <a:avLst/>
          </a:prstGeom>
          <a:solidFill>
            <a:srgbClr val="C2352F"/>
          </a:solidFill>
          <a:ln/>
        </p:spPr>
      </p:sp>
      <p:sp>
        <p:nvSpPr>
          <p:cNvPr id="154" name="Shape 152"/>
          <p:cNvSpPr/>
          <p:nvPr/>
        </p:nvSpPr>
        <p:spPr>
          <a:xfrm>
            <a:off x="9790084" y="4403643"/>
            <a:ext cx="21946" cy="176425"/>
          </a:xfrm>
          <a:prstGeom prst="rect">
            <a:avLst/>
          </a:prstGeom>
          <a:solidFill>
            <a:srgbClr val="0B2C4A"/>
          </a:solidFill>
          <a:ln/>
        </p:spPr>
      </p:sp>
      <p:sp>
        <p:nvSpPr>
          <p:cNvPr id="155" name="Text 153"/>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6" name="Shape 154"/>
          <p:cNvSpPr/>
          <p:nvPr/>
        </p:nvSpPr>
        <p:spPr>
          <a:xfrm>
            <a:off x="6153912" y="4602121"/>
            <a:ext cx="5358384" cy="220532"/>
          </a:xfrm>
          <a:prstGeom prst="rect">
            <a:avLst/>
          </a:prstGeom>
          <a:solidFill>
            <a:srgbClr val="EDF4FA"/>
          </a:solidFill>
          <a:ln/>
        </p:spPr>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9" name="Shape 157"/>
          <p:cNvSpPr/>
          <p:nvPr/>
        </p:nvSpPr>
        <p:spPr>
          <a:xfrm>
            <a:off x="8558784" y="4657254"/>
            <a:ext cx="713277" cy="110266"/>
          </a:xfrm>
          <a:prstGeom prst="rect">
            <a:avLst/>
          </a:prstGeom>
          <a:solidFill>
            <a:srgbClr val="C2352F"/>
          </a:solidFill>
          <a:ln/>
        </p:spPr>
      </p:sp>
      <p:sp>
        <p:nvSpPr>
          <p:cNvPr id="160" name="Shape 158"/>
          <p:cNvSpPr/>
          <p:nvPr/>
        </p:nvSpPr>
        <p:spPr>
          <a:xfrm>
            <a:off x="9288611"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65" name="Shape 163"/>
          <p:cNvSpPr/>
          <p:nvPr/>
        </p:nvSpPr>
        <p:spPr>
          <a:xfrm>
            <a:off x="8558784" y="4877786"/>
            <a:ext cx="625128" cy="110266"/>
          </a:xfrm>
          <a:prstGeom prst="rect">
            <a:avLst/>
          </a:prstGeom>
          <a:solidFill>
            <a:srgbClr val="C2352F"/>
          </a:solidFill>
          <a:ln/>
        </p:spPr>
      </p:sp>
      <p:sp>
        <p:nvSpPr>
          <p:cNvPr id="166" name="Shape 164"/>
          <p:cNvSpPr/>
          <p:nvPr/>
        </p:nvSpPr>
        <p:spPr>
          <a:xfrm>
            <a:off x="928861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624943" cy="110266"/>
          </a:xfrm>
          <a:prstGeom prst="rect">
            <a:avLst/>
          </a:prstGeom>
          <a:solidFill>
            <a:srgbClr val="C2352F"/>
          </a:solidFill>
          <a:ln/>
        </p:spPr>
      </p:sp>
      <p:sp>
        <p:nvSpPr>
          <p:cNvPr id="172" name="Shape 170"/>
          <p:cNvSpPr/>
          <p:nvPr/>
        </p:nvSpPr>
        <p:spPr>
          <a:xfrm>
            <a:off x="928861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77" name="Shape 175"/>
          <p:cNvSpPr/>
          <p:nvPr/>
        </p:nvSpPr>
        <p:spPr>
          <a:xfrm>
            <a:off x="8558784" y="5318850"/>
            <a:ext cx="624412" cy="110266"/>
          </a:xfrm>
          <a:prstGeom prst="rect">
            <a:avLst/>
          </a:prstGeom>
          <a:solidFill>
            <a:srgbClr val="C2352F"/>
          </a:solidFill>
          <a:ln/>
        </p:spPr>
      </p:sp>
      <p:sp>
        <p:nvSpPr>
          <p:cNvPr id="178" name="Shape 176"/>
          <p:cNvSpPr/>
          <p:nvPr/>
        </p:nvSpPr>
        <p:spPr>
          <a:xfrm>
            <a:off x="928861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579399" cy="110266"/>
          </a:xfrm>
          <a:prstGeom prst="rect">
            <a:avLst/>
          </a:prstGeom>
          <a:solidFill>
            <a:srgbClr val="C2352F"/>
          </a:solidFill>
          <a:ln/>
        </p:spPr>
      </p:sp>
      <p:sp>
        <p:nvSpPr>
          <p:cNvPr id="184" name="Shape 182"/>
          <p:cNvSpPr/>
          <p:nvPr/>
        </p:nvSpPr>
        <p:spPr>
          <a:xfrm>
            <a:off x="928861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26.0 → 26.8 (+0.8).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31.4</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28.8</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30.6</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33.2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36.8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19.2</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46.4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39.8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38.2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32.4</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31.1</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34.3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31.4</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24.5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276, non-luxury 418.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3689433"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 name="Shape 17"/>
          <p:cNvSpPr/>
          <p:nvPr/>
        </p:nvSpPr>
        <p:spPr>
          <a:xfrm>
            <a:off x="3008376" y="2451937"/>
            <a:ext cx="1266793" cy="110266"/>
          </a:xfrm>
          <a:prstGeom prst="rect">
            <a:avLst/>
          </a:prstGeom>
          <a:solidFill>
            <a:srgbClr val="12A566"/>
          </a:solidFill>
          <a:ln/>
        </p:spPr>
      </p:sp>
      <p:sp>
        <p:nvSpPr>
          <p:cNvPr id="20" name="Shape 18"/>
          <p:cNvSpPr/>
          <p:nvPr/>
        </p:nvSpPr>
        <p:spPr>
          <a:xfrm>
            <a:off x="3689433"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4" name="Shape 22"/>
          <p:cNvSpPr/>
          <p:nvPr/>
        </p:nvSpPr>
        <p:spPr>
          <a:xfrm>
            <a:off x="3008376" y="2672468"/>
            <a:ext cx="1135515" cy="110266"/>
          </a:xfrm>
          <a:prstGeom prst="rect">
            <a:avLst/>
          </a:prstGeom>
          <a:solidFill>
            <a:srgbClr val="12A566"/>
          </a:solidFill>
          <a:ln/>
        </p:spPr>
      </p:sp>
      <p:sp>
        <p:nvSpPr>
          <p:cNvPr id="25" name="Shape 23"/>
          <p:cNvSpPr/>
          <p:nvPr/>
        </p:nvSpPr>
        <p:spPr>
          <a:xfrm>
            <a:off x="3689433"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9" name="Shape 27"/>
          <p:cNvSpPr/>
          <p:nvPr/>
        </p:nvSpPr>
        <p:spPr>
          <a:xfrm>
            <a:off x="3008376" y="2893000"/>
            <a:ext cx="1087688" cy="110266"/>
          </a:xfrm>
          <a:prstGeom prst="rect">
            <a:avLst/>
          </a:prstGeom>
          <a:solidFill>
            <a:srgbClr val="12A566"/>
          </a:solidFill>
          <a:ln/>
        </p:spPr>
      </p:sp>
      <p:sp>
        <p:nvSpPr>
          <p:cNvPr id="30" name="Shape 28"/>
          <p:cNvSpPr/>
          <p:nvPr/>
        </p:nvSpPr>
        <p:spPr>
          <a:xfrm>
            <a:off x="3689433"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4" name="Shape 32"/>
          <p:cNvSpPr/>
          <p:nvPr/>
        </p:nvSpPr>
        <p:spPr>
          <a:xfrm>
            <a:off x="3008376" y="3113532"/>
            <a:ext cx="977626" cy="110266"/>
          </a:xfrm>
          <a:prstGeom prst="rect">
            <a:avLst/>
          </a:prstGeom>
          <a:solidFill>
            <a:srgbClr val="12A566"/>
          </a:solidFill>
          <a:ln/>
        </p:spPr>
      </p:sp>
      <p:sp>
        <p:nvSpPr>
          <p:cNvPr id="35" name="Shape 33"/>
          <p:cNvSpPr/>
          <p:nvPr/>
        </p:nvSpPr>
        <p:spPr>
          <a:xfrm>
            <a:off x="3689433"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9" name="Shape 37"/>
          <p:cNvSpPr/>
          <p:nvPr/>
        </p:nvSpPr>
        <p:spPr>
          <a:xfrm>
            <a:off x="3008376" y="3334064"/>
            <a:ext cx="926687" cy="110266"/>
          </a:xfrm>
          <a:prstGeom prst="rect">
            <a:avLst/>
          </a:prstGeom>
          <a:solidFill>
            <a:srgbClr val="12A566"/>
          </a:solidFill>
          <a:ln/>
        </p:spPr>
      </p:sp>
      <p:sp>
        <p:nvSpPr>
          <p:cNvPr id="40" name="Shape 38"/>
          <p:cNvSpPr/>
          <p:nvPr/>
        </p:nvSpPr>
        <p:spPr>
          <a:xfrm>
            <a:off x="3689433"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42" name="Shape 40"/>
          <p:cNvSpPr/>
          <p:nvPr/>
        </p:nvSpPr>
        <p:spPr>
          <a:xfrm>
            <a:off x="603504" y="3499463"/>
            <a:ext cx="5358384" cy="220532"/>
          </a:xfrm>
          <a:prstGeom prst="rect">
            <a:avLst/>
          </a:prstGeom>
          <a:solidFill>
            <a:srgbClr val="EDF4FA"/>
          </a:solidFill>
          <a:ln/>
        </p:spPr>
      </p:sp>
      <p:sp>
        <p:nvSpPr>
          <p:cNvPr id="43" name="Text 41"/>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4" name="Text 42"/>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008376" y="3554596"/>
            <a:ext cx="812777" cy="110266"/>
          </a:xfrm>
          <a:prstGeom prst="rect">
            <a:avLst/>
          </a:prstGeom>
          <a:solidFill>
            <a:srgbClr val="12A566"/>
          </a:solidFill>
          <a:ln/>
        </p:spPr>
      </p:sp>
      <p:sp>
        <p:nvSpPr>
          <p:cNvPr id="46" name="Shape 44"/>
          <p:cNvSpPr/>
          <p:nvPr/>
        </p:nvSpPr>
        <p:spPr>
          <a:xfrm>
            <a:off x="3453660" y="3521516"/>
            <a:ext cx="21946" cy="176425"/>
          </a:xfrm>
          <a:prstGeom prst="rect">
            <a:avLst/>
          </a:prstGeom>
          <a:solidFill>
            <a:srgbClr val="0B2C4A"/>
          </a:solidFill>
          <a:ln/>
        </p:spPr>
      </p:sp>
      <p:sp>
        <p:nvSpPr>
          <p:cNvPr id="47" name="Text 45"/>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0" name="Shape 48"/>
          <p:cNvSpPr/>
          <p:nvPr/>
        </p:nvSpPr>
        <p:spPr>
          <a:xfrm>
            <a:off x="3008376" y="3775127"/>
            <a:ext cx="707282" cy="110266"/>
          </a:xfrm>
          <a:prstGeom prst="rect">
            <a:avLst/>
          </a:prstGeom>
          <a:solidFill>
            <a:srgbClr val="12A566"/>
          </a:solidFill>
          <a:ln/>
        </p:spPr>
      </p:sp>
      <p:sp>
        <p:nvSpPr>
          <p:cNvPr id="51" name="Shape 49"/>
          <p:cNvSpPr/>
          <p:nvPr/>
        </p:nvSpPr>
        <p:spPr>
          <a:xfrm>
            <a:off x="368943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3" name="Text 51"/>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4" name="Text 52"/>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5" name="Shape 53"/>
          <p:cNvSpPr/>
          <p:nvPr/>
        </p:nvSpPr>
        <p:spPr>
          <a:xfrm>
            <a:off x="3008376" y="3995659"/>
            <a:ext cx="660630" cy="110266"/>
          </a:xfrm>
          <a:prstGeom prst="rect">
            <a:avLst/>
          </a:prstGeom>
          <a:solidFill>
            <a:srgbClr val="C2352F"/>
          </a:solidFill>
          <a:ln/>
        </p:spPr>
      </p:sp>
      <p:sp>
        <p:nvSpPr>
          <p:cNvPr id="56" name="Shape 54"/>
          <p:cNvSpPr/>
          <p:nvPr/>
        </p:nvSpPr>
        <p:spPr>
          <a:xfrm>
            <a:off x="3689433" y="3962579"/>
            <a:ext cx="21946" cy="176425"/>
          </a:xfrm>
          <a:prstGeom prst="rect">
            <a:avLst/>
          </a:prstGeom>
          <a:solidFill>
            <a:srgbClr val="0B2C4A"/>
          </a:solidFill>
          <a:ln/>
        </p:spPr>
      </p:sp>
      <p:sp>
        <p:nvSpPr>
          <p:cNvPr id="57" name="Text 55"/>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58" name="Text 56"/>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0" name="Shape 58"/>
          <p:cNvSpPr/>
          <p:nvPr/>
        </p:nvSpPr>
        <p:spPr>
          <a:xfrm>
            <a:off x="3008376" y="4216191"/>
            <a:ext cx="649017" cy="110266"/>
          </a:xfrm>
          <a:prstGeom prst="rect">
            <a:avLst/>
          </a:prstGeom>
          <a:solidFill>
            <a:srgbClr val="C2352F"/>
          </a:solidFill>
          <a:ln/>
        </p:spPr>
      </p:sp>
      <p:sp>
        <p:nvSpPr>
          <p:cNvPr id="61" name="Shape 59"/>
          <p:cNvSpPr/>
          <p:nvPr/>
        </p:nvSpPr>
        <p:spPr>
          <a:xfrm>
            <a:off x="3689433" y="4183111"/>
            <a:ext cx="21946" cy="176425"/>
          </a:xfrm>
          <a:prstGeom prst="rect">
            <a:avLst/>
          </a:prstGeom>
          <a:solidFill>
            <a:srgbClr val="0B2C4A"/>
          </a:solidFill>
          <a:ln/>
        </p:spPr>
      </p:sp>
      <p:sp>
        <p:nvSpPr>
          <p:cNvPr id="62" name="Text 60"/>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63" name="Text 61"/>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4" name="Text 62"/>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4436723"/>
            <a:ext cx="623218" cy="110266"/>
          </a:xfrm>
          <a:prstGeom prst="rect">
            <a:avLst/>
          </a:prstGeom>
          <a:solidFill>
            <a:srgbClr val="C2352F"/>
          </a:solidFill>
          <a:ln/>
        </p:spPr>
      </p:sp>
      <p:sp>
        <p:nvSpPr>
          <p:cNvPr id="66" name="Shape 64"/>
          <p:cNvSpPr/>
          <p:nvPr/>
        </p:nvSpPr>
        <p:spPr>
          <a:xfrm>
            <a:off x="3689433" y="4403643"/>
            <a:ext cx="21946" cy="176425"/>
          </a:xfrm>
          <a:prstGeom prst="rect">
            <a:avLst/>
          </a:prstGeom>
          <a:solidFill>
            <a:srgbClr val="0B2C4A"/>
          </a:solidFill>
          <a:ln/>
        </p:spPr>
      </p:sp>
      <p:sp>
        <p:nvSpPr>
          <p:cNvPr id="67" name="Text 65"/>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68" name="Text 66"/>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9" name="Text 67"/>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0" name="Shape 68"/>
          <p:cNvSpPr/>
          <p:nvPr/>
        </p:nvSpPr>
        <p:spPr>
          <a:xfrm>
            <a:off x="3008376" y="4657254"/>
            <a:ext cx="611568" cy="110266"/>
          </a:xfrm>
          <a:prstGeom prst="rect">
            <a:avLst/>
          </a:prstGeom>
          <a:solidFill>
            <a:srgbClr val="C2352F"/>
          </a:solidFill>
          <a:ln/>
        </p:spPr>
      </p:sp>
      <p:sp>
        <p:nvSpPr>
          <p:cNvPr id="71" name="Shape 69"/>
          <p:cNvSpPr/>
          <p:nvPr/>
        </p:nvSpPr>
        <p:spPr>
          <a:xfrm>
            <a:off x="3689433" y="4624175"/>
            <a:ext cx="21946" cy="176425"/>
          </a:xfrm>
          <a:prstGeom prst="rect">
            <a:avLst/>
          </a:prstGeom>
          <a:solidFill>
            <a:srgbClr val="0B2C4A"/>
          </a:solidFill>
          <a:ln/>
        </p:spPr>
      </p:sp>
      <p:sp>
        <p:nvSpPr>
          <p:cNvPr id="72" name="Text 70"/>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73" name="Shape 71"/>
          <p:cNvSpPr/>
          <p:nvPr/>
        </p:nvSpPr>
        <p:spPr>
          <a:xfrm>
            <a:off x="603504" y="4822653"/>
            <a:ext cx="5358384" cy="220532"/>
          </a:xfrm>
          <a:prstGeom prst="rect">
            <a:avLst/>
          </a:prstGeom>
          <a:solidFill>
            <a:srgbClr val="EDF4FA"/>
          </a:solidFill>
          <a:ln/>
        </p:spPr>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76" name="Shape 74"/>
          <p:cNvSpPr/>
          <p:nvPr/>
        </p:nvSpPr>
        <p:spPr>
          <a:xfrm>
            <a:off x="3008376" y="4877786"/>
            <a:ext cx="606908" cy="110266"/>
          </a:xfrm>
          <a:prstGeom prst="rect">
            <a:avLst/>
          </a:prstGeom>
          <a:solidFill>
            <a:srgbClr val="12A566"/>
          </a:solidFill>
          <a:ln/>
        </p:spPr>
      </p:sp>
      <p:sp>
        <p:nvSpPr>
          <p:cNvPr id="77" name="Shape 75"/>
          <p:cNvSpPr/>
          <p:nvPr/>
        </p:nvSpPr>
        <p:spPr>
          <a:xfrm>
            <a:off x="3453660"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589371" cy="110266"/>
          </a:xfrm>
          <a:prstGeom prst="rect">
            <a:avLst/>
          </a:prstGeom>
          <a:solidFill>
            <a:srgbClr val="C2352F"/>
          </a:solidFill>
          <a:ln/>
        </p:spPr>
      </p:sp>
      <p:sp>
        <p:nvSpPr>
          <p:cNvPr id="82" name="Shape 80"/>
          <p:cNvSpPr/>
          <p:nvPr/>
        </p:nvSpPr>
        <p:spPr>
          <a:xfrm>
            <a:off x="3689433"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6" name="Shape 84"/>
          <p:cNvSpPr/>
          <p:nvPr/>
        </p:nvSpPr>
        <p:spPr>
          <a:xfrm>
            <a:off x="3008376" y="5318850"/>
            <a:ext cx="581573" cy="110266"/>
          </a:xfrm>
          <a:prstGeom prst="rect">
            <a:avLst/>
          </a:prstGeom>
          <a:solidFill>
            <a:srgbClr val="C2352F"/>
          </a:solidFill>
          <a:ln/>
        </p:spPr>
      </p:sp>
      <p:sp>
        <p:nvSpPr>
          <p:cNvPr id="87" name="Shape 85"/>
          <p:cNvSpPr/>
          <p:nvPr/>
        </p:nvSpPr>
        <p:spPr>
          <a:xfrm>
            <a:off x="3689433"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89" name="Shape 87"/>
          <p:cNvSpPr/>
          <p:nvPr/>
        </p:nvSpPr>
        <p:spPr>
          <a:xfrm>
            <a:off x="603504" y="5484248"/>
            <a:ext cx="5358384" cy="220532"/>
          </a:xfrm>
          <a:prstGeom prst="rect">
            <a:avLst/>
          </a:prstGeom>
          <a:solidFill>
            <a:srgbClr val="EDF4FA"/>
          </a:solidFill>
          <a:ln/>
        </p:spPr>
      </p:sp>
      <p:sp>
        <p:nvSpPr>
          <p:cNvPr id="90" name="Text 88"/>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92" name="Shape 90"/>
          <p:cNvSpPr/>
          <p:nvPr/>
        </p:nvSpPr>
        <p:spPr>
          <a:xfrm>
            <a:off x="3008376" y="5539381"/>
            <a:ext cx="551018" cy="110266"/>
          </a:xfrm>
          <a:prstGeom prst="rect">
            <a:avLst/>
          </a:prstGeom>
          <a:solidFill>
            <a:srgbClr val="12A566"/>
          </a:solidFill>
          <a:ln/>
        </p:spPr>
      </p:sp>
      <p:sp>
        <p:nvSpPr>
          <p:cNvPr id="93" name="Shape 91"/>
          <p:cNvSpPr/>
          <p:nvPr/>
        </p:nvSpPr>
        <p:spPr>
          <a:xfrm>
            <a:off x="3453660" y="5506302"/>
            <a:ext cx="21946" cy="176425"/>
          </a:xfrm>
          <a:prstGeom prst="rect">
            <a:avLst/>
          </a:prstGeom>
          <a:solidFill>
            <a:srgbClr val="0B2C4A"/>
          </a:solidFill>
          <a:ln/>
        </p:spPr>
      </p:sp>
      <p:sp>
        <p:nvSpPr>
          <p:cNvPr id="94" name="Text 92"/>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95" name="Text 93"/>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759913"/>
            <a:ext cx="541238" cy="110266"/>
          </a:xfrm>
          <a:prstGeom prst="rect">
            <a:avLst/>
          </a:prstGeom>
          <a:solidFill>
            <a:srgbClr val="C2352F"/>
          </a:solidFill>
          <a:ln/>
        </p:spPr>
      </p:sp>
      <p:sp>
        <p:nvSpPr>
          <p:cNvPr id="98" name="Shape 96"/>
          <p:cNvSpPr/>
          <p:nvPr/>
        </p:nvSpPr>
        <p:spPr>
          <a:xfrm>
            <a:off x="3689433" y="5726833"/>
            <a:ext cx="21946" cy="176425"/>
          </a:xfrm>
          <a:prstGeom prst="rect">
            <a:avLst/>
          </a:prstGeom>
          <a:solidFill>
            <a:srgbClr val="0B2C4A"/>
          </a:solidFill>
          <a:ln/>
        </p:spPr>
      </p:sp>
      <p:sp>
        <p:nvSpPr>
          <p:cNvPr id="99" name="Text 97"/>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2" name="Shape 100"/>
          <p:cNvSpPr/>
          <p:nvPr/>
        </p:nvSpPr>
        <p:spPr>
          <a:xfrm>
            <a:off x="8558784" y="2231405"/>
            <a:ext cx="510457" cy="110266"/>
          </a:xfrm>
          <a:prstGeom prst="rect">
            <a:avLst/>
          </a:prstGeom>
          <a:solidFill>
            <a:srgbClr val="C2352F"/>
          </a:solidFill>
          <a:ln/>
        </p:spPr>
      </p:sp>
      <p:sp>
        <p:nvSpPr>
          <p:cNvPr id="103" name="Shape 101"/>
          <p:cNvSpPr/>
          <p:nvPr/>
        </p:nvSpPr>
        <p:spPr>
          <a:xfrm>
            <a:off x="923984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7" name="Shape 105"/>
          <p:cNvSpPr/>
          <p:nvPr/>
        </p:nvSpPr>
        <p:spPr>
          <a:xfrm>
            <a:off x="8558784" y="2451937"/>
            <a:ext cx="495680" cy="110266"/>
          </a:xfrm>
          <a:prstGeom prst="rect">
            <a:avLst/>
          </a:prstGeom>
          <a:solidFill>
            <a:srgbClr val="C2352F"/>
          </a:solidFill>
          <a:ln/>
        </p:spPr>
      </p:sp>
      <p:sp>
        <p:nvSpPr>
          <p:cNvPr id="108" name="Shape 106"/>
          <p:cNvSpPr/>
          <p:nvPr/>
        </p:nvSpPr>
        <p:spPr>
          <a:xfrm>
            <a:off x="9239841"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0" name="Shape 108"/>
          <p:cNvSpPr/>
          <p:nvPr/>
        </p:nvSpPr>
        <p:spPr>
          <a:xfrm>
            <a:off x="6153912" y="2617336"/>
            <a:ext cx="5358384" cy="220532"/>
          </a:xfrm>
          <a:prstGeom prst="rect">
            <a:avLst/>
          </a:prstGeom>
          <a:solidFill>
            <a:srgbClr val="EDF4FA"/>
          </a:solidFill>
          <a:ln/>
        </p:spPr>
      </p:sp>
      <p:sp>
        <p:nvSpPr>
          <p:cNvPr id="111" name="Text 109"/>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2" name="Text 110"/>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58784" y="2672468"/>
            <a:ext cx="482497" cy="110266"/>
          </a:xfrm>
          <a:prstGeom prst="rect">
            <a:avLst/>
          </a:prstGeom>
          <a:solidFill>
            <a:srgbClr val="12A566"/>
          </a:solidFill>
          <a:ln/>
        </p:spPr>
      </p:sp>
      <p:sp>
        <p:nvSpPr>
          <p:cNvPr id="114" name="Shape 112"/>
          <p:cNvSpPr/>
          <p:nvPr/>
        </p:nvSpPr>
        <p:spPr>
          <a:xfrm>
            <a:off x="9004068" y="2639389"/>
            <a:ext cx="21946" cy="176425"/>
          </a:xfrm>
          <a:prstGeom prst="rect">
            <a:avLst/>
          </a:prstGeom>
          <a:solidFill>
            <a:srgbClr val="0B2C4A"/>
          </a:solidFill>
          <a:ln/>
        </p:spPr>
      </p:sp>
      <p:sp>
        <p:nvSpPr>
          <p:cNvPr id="115" name="Text 113"/>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116" name="Shape 114"/>
          <p:cNvSpPr/>
          <p:nvPr/>
        </p:nvSpPr>
        <p:spPr>
          <a:xfrm>
            <a:off x="6153912" y="2837867"/>
            <a:ext cx="5358384" cy="220532"/>
          </a:xfrm>
          <a:prstGeom prst="rect">
            <a:avLst/>
          </a:prstGeom>
          <a:solidFill>
            <a:srgbClr val="EDF4FA"/>
          </a:solidFill>
          <a:ln/>
        </p:spPr>
      </p:sp>
      <p:sp>
        <p:nvSpPr>
          <p:cNvPr id="117" name="Text 115"/>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8" name="Text 116"/>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19" name="Shape 117"/>
          <p:cNvSpPr/>
          <p:nvPr/>
        </p:nvSpPr>
        <p:spPr>
          <a:xfrm>
            <a:off x="8558784" y="2893000"/>
            <a:ext cx="476059" cy="110266"/>
          </a:xfrm>
          <a:prstGeom prst="rect">
            <a:avLst/>
          </a:prstGeom>
          <a:solidFill>
            <a:srgbClr val="12A566"/>
          </a:solidFill>
          <a:ln/>
        </p:spPr>
      </p:sp>
      <p:sp>
        <p:nvSpPr>
          <p:cNvPr id="120" name="Shape 118"/>
          <p:cNvSpPr/>
          <p:nvPr/>
        </p:nvSpPr>
        <p:spPr>
          <a:xfrm>
            <a:off x="9004068" y="2859920"/>
            <a:ext cx="21946" cy="176425"/>
          </a:xfrm>
          <a:prstGeom prst="rect">
            <a:avLst/>
          </a:prstGeom>
          <a:solidFill>
            <a:srgbClr val="0B2C4A"/>
          </a:solidFill>
          <a:ln/>
        </p:spPr>
      </p:sp>
      <p:sp>
        <p:nvSpPr>
          <p:cNvPr id="121" name="Text 119"/>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122" name="Text 120"/>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4" name="Shape 122"/>
          <p:cNvSpPr/>
          <p:nvPr/>
        </p:nvSpPr>
        <p:spPr>
          <a:xfrm>
            <a:off x="8558784" y="3113532"/>
            <a:ext cx="451778" cy="110266"/>
          </a:xfrm>
          <a:prstGeom prst="rect">
            <a:avLst/>
          </a:prstGeom>
          <a:solidFill>
            <a:srgbClr val="C2352F"/>
          </a:solidFill>
          <a:ln/>
        </p:spPr>
      </p:sp>
      <p:sp>
        <p:nvSpPr>
          <p:cNvPr id="125" name="Shape 123"/>
          <p:cNvSpPr/>
          <p:nvPr/>
        </p:nvSpPr>
        <p:spPr>
          <a:xfrm>
            <a:off x="9239841" y="3080452"/>
            <a:ext cx="21946" cy="176425"/>
          </a:xfrm>
          <a:prstGeom prst="rect">
            <a:avLst/>
          </a:prstGeom>
          <a:solidFill>
            <a:srgbClr val="0B2C4A"/>
          </a:solidFill>
          <a:ln/>
        </p:spPr>
      </p:sp>
      <p:sp>
        <p:nvSpPr>
          <p:cNvPr id="126" name="Text 124"/>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7" name="Text 125"/>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8" name="Text 126"/>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8558784" y="3334064"/>
            <a:ext cx="450306" cy="110266"/>
          </a:xfrm>
          <a:prstGeom prst="rect">
            <a:avLst/>
          </a:prstGeom>
          <a:solidFill>
            <a:srgbClr val="C2352F"/>
          </a:solidFill>
          <a:ln/>
        </p:spPr>
      </p:sp>
      <p:sp>
        <p:nvSpPr>
          <p:cNvPr id="130" name="Shape 128"/>
          <p:cNvSpPr/>
          <p:nvPr/>
        </p:nvSpPr>
        <p:spPr>
          <a:xfrm>
            <a:off x="9239841" y="3300984"/>
            <a:ext cx="21946" cy="176425"/>
          </a:xfrm>
          <a:prstGeom prst="rect">
            <a:avLst/>
          </a:prstGeom>
          <a:solidFill>
            <a:srgbClr val="0B2C4A"/>
          </a:solidFill>
          <a:ln/>
        </p:spPr>
      </p:sp>
      <p:sp>
        <p:nvSpPr>
          <p:cNvPr id="131" name="Text 129"/>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32" name="Shape 130"/>
          <p:cNvSpPr/>
          <p:nvPr/>
        </p:nvSpPr>
        <p:spPr>
          <a:xfrm>
            <a:off x="6153912" y="3499463"/>
            <a:ext cx="5358384" cy="220532"/>
          </a:xfrm>
          <a:prstGeom prst="rect">
            <a:avLst/>
          </a:prstGeom>
          <a:solidFill>
            <a:srgbClr val="EDF4FA"/>
          </a:solidFill>
          <a:ln/>
        </p:spPr>
      </p:sp>
      <p:sp>
        <p:nvSpPr>
          <p:cNvPr id="133" name="Text 131"/>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5" name="Shape 133"/>
          <p:cNvSpPr/>
          <p:nvPr/>
        </p:nvSpPr>
        <p:spPr>
          <a:xfrm>
            <a:off x="8558784" y="3554596"/>
            <a:ext cx="416908" cy="110266"/>
          </a:xfrm>
          <a:prstGeom prst="rect">
            <a:avLst/>
          </a:prstGeom>
          <a:solidFill>
            <a:srgbClr val="C2352F"/>
          </a:solidFill>
          <a:ln/>
        </p:spPr>
      </p:sp>
      <p:sp>
        <p:nvSpPr>
          <p:cNvPr id="136" name="Shape 134"/>
          <p:cNvSpPr/>
          <p:nvPr/>
        </p:nvSpPr>
        <p:spPr>
          <a:xfrm>
            <a:off x="9004068" y="3521516"/>
            <a:ext cx="21946" cy="176425"/>
          </a:xfrm>
          <a:prstGeom prst="rect">
            <a:avLst/>
          </a:prstGeom>
          <a:solidFill>
            <a:srgbClr val="0B2C4A"/>
          </a:solidFill>
          <a:ln/>
        </p:spPr>
      </p:sp>
      <p:sp>
        <p:nvSpPr>
          <p:cNvPr id="137" name="Text 135"/>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8" name="Text 136"/>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3775127"/>
            <a:ext cx="384775" cy="110266"/>
          </a:xfrm>
          <a:prstGeom prst="rect">
            <a:avLst/>
          </a:prstGeom>
          <a:solidFill>
            <a:srgbClr val="C2352F"/>
          </a:solidFill>
          <a:ln/>
        </p:spPr>
      </p:sp>
      <p:sp>
        <p:nvSpPr>
          <p:cNvPr id="141" name="Shape 139"/>
          <p:cNvSpPr/>
          <p:nvPr/>
        </p:nvSpPr>
        <p:spPr>
          <a:xfrm>
            <a:off x="9239841" y="3742048"/>
            <a:ext cx="21946" cy="176425"/>
          </a:xfrm>
          <a:prstGeom prst="rect">
            <a:avLst/>
          </a:prstGeom>
          <a:solidFill>
            <a:srgbClr val="0B2C4A"/>
          </a:solidFill>
          <a:ln/>
        </p:spPr>
      </p:sp>
      <p:sp>
        <p:nvSpPr>
          <p:cNvPr id="142" name="Text 140"/>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43" name="Text 141"/>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5" name="Shape 143"/>
          <p:cNvSpPr/>
          <p:nvPr/>
        </p:nvSpPr>
        <p:spPr>
          <a:xfrm>
            <a:off x="8558784" y="3995659"/>
            <a:ext cx="381326" cy="110266"/>
          </a:xfrm>
          <a:prstGeom prst="rect">
            <a:avLst/>
          </a:prstGeom>
          <a:solidFill>
            <a:srgbClr val="C2352F"/>
          </a:solidFill>
          <a:ln/>
        </p:spPr>
      </p:sp>
      <p:sp>
        <p:nvSpPr>
          <p:cNvPr id="146" name="Shape 144"/>
          <p:cNvSpPr/>
          <p:nvPr/>
        </p:nvSpPr>
        <p:spPr>
          <a:xfrm>
            <a:off x="9239841" y="3962579"/>
            <a:ext cx="21946" cy="176425"/>
          </a:xfrm>
          <a:prstGeom prst="rect">
            <a:avLst/>
          </a:prstGeom>
          <a:solidFill>
            <a:srgbClr val="0B2C4A"/>
          </a:solidFill>
          <a:ln/>
        </p:spPr>
      </p:sp>
      <p:sp>
        <p:nvSpPr>
          <p:cNvPr id="147" name="Text 145"/>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48" name="Text 146"/>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0" name="Shape 148"/>
          <p:cNvSpPr/>
          <p:nvPr/>
        </p:nvSpPr>
        <p:spPr>
          <a:xfrm>
            <a:off x="8558784" y="4216191"/>
            <a:ext cx="364218" cy="110266"/>
          </a:xfrm>
          <a:prstGeom prst="rect">
            <a:avLst/>
          </a:prstGeom>
          <a:solidFill>
            <a:srgbClr val="C2352F"/>
          </a:solidFill>
          <a:ln/>
        </p:spPr>
      </p:sp>
      <p:sp>
        <p:nvSpPr>
          <p:cNvPr id="151" name="Shape 149"/>
          <p:cNvSpPr/>
          <p:nvPr/>
        </p:nvSpPr>
        <p:spPr>
          <a:xfrm>
            <a:off x="9239841" y="4183111"/>
            <a:ext cx="21946" cy="176425"/>
          </a:xfrm>
          <a:prstGeom prst="rect">
            <a:avLst/>
          </a:prstGeom>
          <a:solidFill>
            <a:srgbClr val="0B2C4A"/>
          </a:solidFill>
          <a:ln/>
        </p:spPr>
      </p:sp>
      <p:sp>
        <p:nvSpPr>
          <p:cNvPr id="152" name="Text 150"/>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53" name="Text 151"/>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5" name="Shape 153"/>
          <p:cNvSpPr/>
          <p:nvPr/>
        </p:nvSpPr>
        <p:spPr>
          <a:xfrm>
            <a:off x="8558784" y="4436723"/>
            <a:ext cx="336516" cy="110266"/>
          </a:xfrm>
          <a:prstGeom prst="rect">
            <a:avLst/>
          </a:prstGeom>
          <a:solidFill>
            <a:srgbClr val="C2352F"/>
          </a:solidFill>
          <a:ln/>
        </p:spPr>
      </p:sp>
      <p:sp>
        <p:nvSpPr>
          <p:cNvPr id="156" name="Shape 154"/>
          <p:cNvSpPr/>
          <p:nvPr/>
        </p:nvSpPr>
        <p:spPr>
          <a:xfrm>
            <a:off x="9239841" y="4403643"/>
            <a:ext cx="21946" cy="176425"/>
          </a:xfrm>
          <a:prstGeom prst="rect">
            <a:avLst/>
          </a:prstGeom>
          <a:solidFill>
            <a:srgbClr val="0B2C4A"/>
          </a:solidFill>
          <a:ln/>
        </p:spPr>
      </p:sp>
      <p:sp>
        <p:nvSpPr>
          <p:cNvPr id="157" name="Text 155"/>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58" name="Shape 156"/>
          <p:cNvSpPr/>
          <p:nvPr/>
        </p:nvSpPr>
        <p:spPr>
          <a:xfrm>
            <a:off x="6153912" y="4602121"/>
            <a:ext cx="5358384" cy="220532"/>
          </a:xfrm>
          <a:prstGeom prst="rect">
            <a:avLst/>
          </a:prstGeom>
          <a:solidFill>
            <a:srgbClr val="EDF4FA"/>
          </a:solidFill>
          <a:ln/>
        </p:spPr>
      </p:sp>
      <p:sp>
        <p:nvSpPr>
          <p:cNvPr id="159" name="Text 157"/>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61" name="Shape 159"/>
          <p:cNvSpPr/>
          <p:nvPr/>
        </p:nvSpPr>
        <p:spPr>
          <a:xfrm>
            <a:off x="8558784" y="4657254"/>
            <a:ext cx="328532" cy="110266"/>
          </a:xfrm>
          <a:prstGeom prst="rect">
            <a:avLst/>
          </a:prstGeom>
          <a:solidFill>
            <a:srgbClr val="C2352F"/>
          </a:solidFill>
          <a:ln/>
        </p:spPr>
      </p:sp>
      <p:sp>
        <p:nvSpPr>
          <p:cNvPr id="162" name="Shape 160"/>
          <p:cNvSpPr/>
          <p:nvPr/>
        </p:nvSpPr>
        <p:spPr>
          <a:xfrm>
            <a:off x="9004068" y="4624175"/>
            <a:ext cx="21946" cy="176425"/>
          </a:xfrm>
          <a:prstGeom prst="rect">
            <a:avLst/>
          </a:prstGeom>
          <a:solidFill>
            <a:srgbClr val="0B2C4A"/>
          </a:solidFill>
          <a:ln/>
        </p:spPr>
      </p:sp>
      <p:sp>
        <p:nvSpPr>
          <p:cNvPr id="163" name="Text 161"/>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64" name="Text 162"/>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6" name="Shape 164"/>
          <p:cNvSpPr/>
          <p:nvPr/>
        </p:nvSpPr>
        <p:spPr>
          <a:xfrm>
            <a:off x="8558784" y="4877786"/>
            <a:ext cx="318652" cy="110266"/>
          </a:xfrm>
          <a:prstGeom prst="rect">
            <a:avLst/>
          </a:prstGeom>
          <a:solidFill>
            <a:srgbClr val="C2352F"/>
          </a:solidFill>
          <a:ln/>
        </p:spPr>
      </p:sp>
      <p:sp>
        <p:nvSpPr>
          <p:cNvPr id="167" name="Shape 165"/>
          <p:cNvSpPr/>
          <p:nvPr/>
        </p:nvSpPr>
        <p:spPr>
          <a:xfrm>
            <a:off x="9239841" y="4844706"/>
            <a:ext cx="21946" cy="176425"/>
          </a:xfrm>
          <a:prstGeom prst="rect">
            <a:avLst/>
          </a:prstGeom>
          <a:solidFill>
            <a:srgbClr val="0B2C4A"/>
          </a:solidFill>
          <a:ln/>
        </p:spPr>
      </p:sp>
      <p:sp>
        <p:nvSpPr>
          <p:cNvPr id="168" name="Text 166"/>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71" name="Shape 169"/>
          <p:cNvSpPr/>
          <p:nvPr/>
        </p:nvSpPr>
        <p:spPr>
          <a:xfrm>
            <a:off x="8558784" y="5098318"/>
            <a:ext cx="254217" cy="110266"/>
          </a:xfrm>
          <a:prstGeom prst="rect">
            <a:avLst/>
          </a:prstGeom>
          <a:solidFill>
            <a:srgbClr val="C2352F"/>
          </a:solidFill>
          <a:ln/>
        </p:spPr>
      </p:sp>
      <p:sp>
        <p:nvSpPr>
          <p:cNvPr id="172" name="Shape 170"/>
          <p:cNvSpPr/>
          <p:nvPr/>
        </p:nvSpPr>
        <p:spPr>
          <a:xfrm>
            <a:off x="923984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77" name="Shape 175"/>
          <p:cNvSpPr/>
          <p:nvPr/>
        </p:nvSpPr>
        <p:spPr>
          <a:xfrm>
            <a:off x="8558784" y="5318850"/>
            <a:ext cx="234718" cy="110266"/>
          </a:xfrm>
          <a:prstGeom prst="rect">
            <a:avLst/>
          </a:prstGeom>
          <a:solidFill>
            <a:srgbClr val="C2352F"/>
          </a:solidFill>
          <a:ln/>
        </p:spPr>
      </p:sp>
      <p:sp>
        <p:nvSpPr>
          <p:cNvPr id="178" name="Shape 176"/>
          <p:cNvSpPr/>
          <p:nvPr/>
        </p:nvSpPr>
        <p:spPr>
          <a:xfrm>
            <a:off x="9004068"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83" name="Shape 181"/>
          <p:cNvSpPr/>
          <p:nvPr/>
        </p:nvSpPr>
        <p:spPr>
          <a:xfrm>
            <a:off x="8558784" y="5539381"/>
            <a:ext cx="196365" cy="110266"/>
          </a:xfrm>
          <a:prstGeom prst="rect">
            <a:avLst/>
          </a:prstGeom>
          <a:solidFill>
            <a:srgbClr val="C2352F"/>
          </a:solidFill>
          <a:ln/>
        </p:spPr>
      </p:sp>
      <p:sp>
        <p:nvSpPr>
          <p:cNvPr id="184" name="Shape 182"/>
          <p:cNvSpPr/>
          <p:nvPr/>
        </p:nvSpPr>
        <p:spPr>
          <a:xfrm>
            <a:off x="900406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377 → 390 (+13).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1,022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516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686</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657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471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591</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649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765</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560</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403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308</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448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376</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448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392</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403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351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DF4FA"/>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2026-10-22T22:23:05Z</dcterms:created>
  <dcterms:modified xsi:type="dcterms:W3CDTF">2026-10-22T22:23:05Z</dcterms:modified>
</cp:coreProperties>
</file>