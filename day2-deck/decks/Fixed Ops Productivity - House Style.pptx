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171.412</c:v>
                </c:pt>
                <c:pt idx="6">
                  <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
                </c:pt>
                <c:pt idx="6">
                  <c:v>174.588</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
                </c:pt>
                <c:pt idx="6">
                  <c:v>177.77732793522267</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171.10526315789474</c:v>
                </c:pt>
                <c:pt idx="6">
                  <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23.790849673202615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24.324142156862745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337.037037037037</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342.2155172413793</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chart" Target="/ppt/charts/chart8.xml"/><Relationship Id="rId5" Type="http://schemas.openxmlformats.org/officeDocument/2006/relationships/chart" Target="/ppt/charts/chart9.xml"/><Relationship Id="rId6" Type="http://schemas.openxmlformats.org/officeDocument/2006/relationships/chart" Target="/ppt/charts/chart10.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chart" Target="/ppt/charts/chart15.xml"/><Relationship Id="rId6" Type="http://schemas.openxmlformats.org/officeDocument/2006/relationships/chart" Target="/ppt/charts/chart16.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chart" Target="/ppt/charts/chart22.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2026-10-21T23:26:46Z</dcterms:created>
  <dcterms:modified xsi:type="dcterms:W3CDTF">2026-10-21T23:26:46Z</dcterms:modified>
</cp:coreProperties>
</file>