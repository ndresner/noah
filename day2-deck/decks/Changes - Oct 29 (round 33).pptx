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GENERAL MANAGERS &amp; SERVICE MANAGERS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ops, service and parts gross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keep, and how much of the store's expenses fixed ops covers.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count, sales per visit, pricing and margin.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and key services against benchmark.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4768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82512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rate and margins.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44768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4768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82512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390888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Staffing, output and technician proficiency.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2512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059168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9390888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Rates, margins and compliance: protecting the money.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44768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44768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82512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390888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where the money is, and prescriptions.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2026-10-29T04:39:05Z</dcterms:created>
  <dcterms:modified xsi:type="dcterms:W3CDTF">2026-10-29T04:39:05Z</dcterms:modified>
</cp:coreProperties>
</file>