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10 of the 13 stores under 85% also see fewer ROs per tech than their segment: check car count and staffing first. At Honda Flagstaff, Kia LV, Volvo the work is there.Source: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73852"/>
            <a:ext cx="1663031"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435262"/>
            <a:ext cx="1503694"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96673"/>
            <a:ext cx="1493335"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958084"/>
            <a:ext cx="1488550"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219495"/>
            <a:ext cx="1465805"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480906"/>
            <a:ext cx="1423787"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742316"/>
            <a:ext cx="1394590"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4003727"/>
            <a:ext cx="1387136"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265138"/>
            <a:ext cx="1366169"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526549"/>
            <a:ext cx="1345338"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787960"/>
            <a:ext cx="1328569"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5049371"/>
            <a:ext cx="1259696"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310781"/>
            <a:ext cx="1227504"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572192"/>
            <a:ext cx="1183546"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833603"/>
            <a:ext cx="1125838"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6095014"/>
            <a:ext cx="1103246" cy="130705"/>
          </a:xfrm>
          <a:prstGeom prst="rect">
            <a:avLst/>
          </a:prstGeom>
          <a:solidFill>
            <a:srgbClr val="12A566"/>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12441"/>
            <a:ext cx="1102256" cy="130705"/>
          </a:xfrm>
          <a:prstGeom prst="rect">
            <a:avLst/>
          </a:prstGeom>
          <a:solidFill>
            <a:srgbClr val="12A566"/>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73852"/>
            <a:ext cx="1100233" cy="130705"/>
          </a:xfrm>
          <a:prstGeom prst="rect">
            <a:avLst/>
          </a:prstGeom>
          <a:solidFill>
            <a:srgbClr val="12A566"/>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435262"/>
            <a:ext cx="1028587" cy="130705"/>
          </a:xfrm>
          <a:prstGeom prst="rect">
            <a:avLst/>
          </a:prstGeom>
          <a:solidFill>
            <a:srgbClr val="12A566"/>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96673"/>
            <a:ext cx="940185"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958084"/>
            <a:ext cx="892570"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219495"/>
            <a:ext cx="83655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480906"/>
            <a:ext cx="830598"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742316"/>
            <a:ext cx="794181"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4003727"/>
            <a:ext cx="724094"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265138"/>
            <a:ext cx="697908"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526549"/>
            <a:ext cx="672256"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787960"/>
            <a:ext cx="647056"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5049371"/>
            <a:ext cx="625345"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310781"/>
            <a:ext cx="612255"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572192"/>
            <a:ext cx="592803"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833603"/>
            <a:ext cx="591028"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443984"/>
          </a:xfrm>
          <a:prstGeom prst="rect">
            <a:avLst/>
          </a:prstGeom>
          <a:solidFill>
            <a:srgbClr val="0B2C4A"/>
          </a:solidFill>
          <a:ln/>
        </p:spPr>
      </p:sp>
      <p:sp>
        <p:nvSpPr>
          <p:cNvPr id="144" name="Shape 142"/>
          <p:cNvSpPr/>
          <p:nvPr/>
        </p:nvSpPr>
        <p:spPr>
          <a:xfrm>
            <a:off x="9521028"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61538"/>
            <a:ext cx="594360" cy="148509"/>
          </a:xfrm>
          <a:prstGeom prst="rect">
            <a:avLst/>
          </a:prstGeom>
          <a:solidFill>
            <a:srgbClr val="C2352F"/>
          </a:solidFill>
          <a:ln/>
        </p:spPr>
      </p:sp>
      <p:sp>
        <p:nvSpPr>
          <p:cNvPr id="15" name="Text 13"/>
          <p:cNvSpPr txBox="1"/>
          <p:nvPr/>
        </p:nvSpPr>
        <p:spPr>
          <a:xfrm>
            <a:off x="3520440" y="170078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31555"/>
            <a:ext cx="423252" cy="148509"/>
          </a:xfrm>
          <a:prstGeom prst="rect">
            <a:avLst/>
          </a:prstGeom>
          <a:solidFill>
            <a:srgbClr val="C2352F"/>
          </a:solidFill>
          <a:ln/>
        </p:spPr>
      </p:sp>
      <p:sp>
        <p:nvSpPr>
          <p:cNvPr id="21" name="Text 19"/>
          <p:cNvSpPr txBox="1"/>
          <p:nvPr/>
        </p:nvSpPr>
        <p:spPr>
          <a:xfrm>
            <a:off x="3520440" y="197080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70801"/>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70801"/>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301572"/>
            <a:ext cx="383101" cy="148509"/>
          </a:xfrm>
          <a:prstGeom prst="rect">
            <a:avLst/>
          </a:prstGeom>
          <a:solidFill>
            <a:srgbClr val="C2352F"/>
          </a:solidFill>
          <a:ln/>
        </p:spPr>
      </p:sp>
      <p:sp>
        <p:nvSpPr>
          <p:cNvPr id="27" name="Text 25"/>
          <p:cNvSpPr txBox="1"/>
          <p:nvPr/>
        </p:nvSpPr>
        <p:spPr>
          <a:xfrm>
            <a:off x="3520440" y="224081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240818"/>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240818"/>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71589"/>
            <a:ext cx="377643" cy="148509"/>
          </a:xfrm>
          <a:prstGeom prst="rect">
            <a:avLst/>
          </a:prstGeom>
          <a:solidFill>
            <a:srgbClr val="C2352F"/>
          </a:solidFill>
          <a:ln/>
        </p:spPr>
      </p:sp>
      <p:sp>
        <p:nvSpPr>
          <p:cNvPr id="33" name="Text 31"/>
          <p:cNvSpPr txBox="1"/>
          <p:nvPr/>
        </p:nvSpPr>
        <p:spPr>
          <a:xfrm>
            <a:off x="3520440" y="251083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510835"/>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510835"/>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841606"/>
            <a:ext cx="332905" cy="148509"/>
          </a:xfrm>
          <a:prstGeom prst="rect">
            <a:avLst/>
          </a:prstGeom>
          <a:solidFill>
            <a:srgbClr val="C2352F"/>
          </a:solidFill>
          <a:ln/>
        </p:spPr>
      </p:sp>
      <p:sp>
        <p:nvSpPr>
          <p:cNvPr id="39" name="Text 37"/>
          <p:cNvSpPr txBox="1"/>
          <p:nvPr/>
        </p:nvSpPr>
        <p:spPr>
          <a:xfrm>
            <a:off x="3520440" y="2780852"/>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780852"/>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780852"/>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3111623"/>
            <a:ext cx="329038" cy="148509"/>
          </a:xfrm>
          <a:prstGeom prst="rect">
            <a:avLst/>
          </a:prstGeom>
          <a:solidFill>
            <a:srgbClr val="C2352F"/>
          </a:solidFill>
          <a:ln/>
        </p:spPr>
      </p:sp>
      <p:sp>
        <p:nvSpPr>
          <p:cNvPr id="45" name="Text 43"/>
          <p:cNvSpPr txBox="1"/>
          <p:nvPr/>
        </p:nvSpPr>
        <p:spPr>
          <a:xfrm>
            <a:off x="3520440" y="3050869"/>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3050869"/>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3050869"/>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381639"/>
            <a:ext cx="291475" cy="148509"/>
          </a:xfrm>
          <a:prstGeom prst="rect">
            <a:avLst/>
          </a:prstGeom>
          <a:solidFill>
            <a:srgbClr val="C2352F"/>
          </a:solidFill>
          <a:ln/>
        </p:spPr>
      </p:sp>
      <p:sp>
        <p:nvSpPr>
          <p:cNvPr id="51" name="Text 49"/>
          <p:cNvSpPr txBox="1"/>
          <p:nvPr/>
        </p:nvSpPr>
        <p:spPr>
          <a:xfrm>
            <a:off x="3520440" y="332088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320886"/>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320886"/>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651656"/>
            <a:ext cx="288910" cy="148509"/>
          </a:xfrm>
          <a:prstGeom prst="rect">
            <a:avLst/>
          </a:prstGeom>
          <a:solidFill>
            <a:srgbClr val="C2352F"/>
          </a:solidFill>
          <a:ln/>
        </p:spPr>
      </p:sp>
      <p:sp>
        <p:nvSpPr>
          <p:cNvPr id="57" name="Text 55"/>
          <p:cNvSpPr txBox="1"/>
          <p:nvPr/>
        </p:nvSpPr>
        <p:spPr>
          <a:xfrm>
            <a:off x="3520440" y="359090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590903"/>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590903"/>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921673"/>
            <a:ext cx="286162" cy="148509"/>
          </a:xfrm>
          <a:prstGeom prst="rect">
            <a:avLst/>
          </a:prstGeom>
          <a:solidFill>
            <a:srgbClr val="C2352F"/>
          </a:solidFill>
          <a:ln/>
        </p:spPr>
      </p:sp>
      <p:sp>
        <p:nvSpPr>
          <p:cNvPr id="63" name="Text 61"/>
          <p:cNvSpPr txBox="1"/>
          <p:nvPr/>
        </p:nvSpPr>
        <p:spPr>
          <a:xfrm>
            <a:off x="3520440" y="386092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860920"/>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860920"/>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280027" cy="148509"/>
          </a:xfrm>
          <a:prstGeom prst="rect">
            <a:avLst/>
          </a:prstGeom>
          <a:solidFill>
            <a:srgbClr val="C2352F"/>
          </a:solidFill>
          <a:ln/>
        </p:spPr>
      </p:sp>
      <p:sp>
        <p:nvSpPr>
          <p:cNvPr id="69" name="Text 67"/>
          <p:cNvSpPr txBox="1"/>
          <p:nvPr/>
        </p:nvSpPr>
        <p:spPr>
          <a:xfrm>
            <a:off x="3520440" y="413093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4130936"/>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4130936"/>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461707"/>
            <a:ext cx="264542" cy="148509"/>
          </a:xfrm>
          <a:prstGeom prst="rect">
            <a:avLst/>
          </a:prstGeom>
          <a:solidFill>
            <a:srgbClr val="C2352F"/>
          </a:solidFill>
          <a:ln/>
        </p:spPr>
      </p:sp>
      <p:sp>
        <p:nvSpPr>
          <p:cNvPr id="75" name="Text 73"/>
          <p:cNvSpPr txBox="1"/>
          <p:nvPr/>
        </p:nvSpPr>
        <p:spPr>
          <a:xfrm>
            <a:off x="3520440" y="440095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400953"/>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400953"/>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731724"/>
            <a:ext cx="238147" cy="148509"/>
          </a:xfrm>
          <a:prstGeom prst="rect">
            <a:avLst/>
          </a:prstGeom>
          <a:solidFill>
            <a:srgbClr val="C2352F"/>
          </a:solidFill>
          <a:ln/>
        </p:spPr>
      </p:sp>
      <p:sp>
        <p:nvSpPr>
          <p:cNvPr id="81" name="Text 79"/>
          <p:cNvSpPr txBox="1"/>
          <p:nvPr/>
        </p:nvSpPr>
        <p:spPr>
          <a:xfrm>
            <a:off x="3520440" y="467097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670970"/>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670970"/>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5001741"/>
            <a:ext cx="233408" cy="148509"/>
          </a:xfrm>
          <a:prstGeom prst="rect">
            <a:avLst/>
          </a:prstGeom>
          <a:solidFill>
            <a:srgbClr val="C2352F"/>
          </a:solidFill>
          <a:ln/>
        </p:spPr>
      </p:sp>
      <p:sp>
        <p:nvSpPr>
          <p:cNvPr id="87" name="Text 85"/>
          <p:cNvSpPr txBox="1"/>
          <p:nvPr/>
        </p:nvSpPr>
        <p:spPr>
          <a:xfrm>
            <a:off x="3520440" y="4940987"/>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940987"/>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940987"/>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5271758"/>
            <a:ext cx="217057" cy="148509"/>
          </a:xfrm>
          <a:prstGeom prst="rect">
            <a:avLst/>
          </a:prstGeom>
          <a:solidFill>
            <a:srgbClr val="C2352F"/>
          </a:solidFill>
          <a:ln/>
        </p:spPr>
      </p:sp>
      <p:sp>
        <p:nvSpPr>
          <p:cNvPr id="93" name="Text 91"/>
          <p:cNvSpPr txBox="1"/>
          <p:nvPr/>
        </p:nvSpPr>
        <p:spPr>
          <a:xfrm>
            <a:off x="3520440" y="521100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5211004"/>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5211004"/>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541775"/>
            <a:ext cx="180426" cy="148509"/>
          </a:xfrm>
          <a:prstGeom prst="rect">
            <a:avLst/>
          </a:prstGeom>
          <a:solidFill>
            <a:srgbClr val="C2352F"/>
          </a:solidFill>
          <a:ln/>
        </p:spPr>
      </p:sp>
      <p:sp>
        <p:nvSpPr>
          <p:cNvPr id="99" name="Text 97"/>
          <p:cNvSpPr txBox="1"/>
          <p:nvPr/>
        </p:nvSpPr>
        <p:spPr>
          <a:xfrm>
            <a:off x="3520440" y="548102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481021"/>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481021"/>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811792"/>
            <a:ext cx="164601" cy="148509"/>
          </a:xfrm>
          <a:prstGeom prst="rect">
            <a:avLst/>
          </a:prstGeom>
          <a:solidFill>
            <a:srgbClr val="C2352F"/>
          </a:solidFill>
          <a:ln/>
        </p:spPr>
      </p:sp>
      <p:sp>
        <p:nvSpPr>
          <p:cNvPr id="105" name="Text 103"/>
          <p:cNvSpPr txBox="1"/>
          <p:nvPr/>
        </p:nvSpPr>
        <p:spPr>
          <a:xfrm>
            <a:off x="3520440" y="575103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751038"/>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751038"/>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6081809"/>
            <a:ext cx="159807" cy="148509"/>
          </a:xfrm>
          <a:prstGeom prst="rect">
            <a:avLst/>
          </a:prstGeom>
          <a:solidFill>
            <a:srgbClr val="C2352F"/>
          </a:solidFill>
          <a:ln/>
        </p:spPr>
      </p:sp>
      <p:sp>
        <p:nvSpPr>
          <p:cNvPr id="111" name="Text 109"/>
          <p:cNvSpPr txBox="1"/>
          <p:nvPr/>
        </p:nvSpPr>
        <p:spPr>
          <a:xfrm>
            <a:off x="3520440" y="602105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6021055"/>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6021055"/>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61538"/>
            <a:ext cx="148734" cy="148509"/>
          </a:xfrm>
          <a:prstGeom prst="rect">
            <a:avLst/>
          </a:prstGeom>
          <a:solidFill>
            <a:srgbClr val="C2352F"/>
          </a:solidFill>
          <a:ln/>
        </p:spPr>
      </p:sp>
      <p:sp>
        <p:nvSpPr>
          <p:cNvPr id="117" name="Text 115"/>
          <p:cNvSpPr txBox="1"/>
          <p:nvPr/>
        </p:nvSpPr>
        <p:spPr>
          <a:xfrm>
            <a:off x="9070848" y="170078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31555"/>
            <a:ext cx="129329" cy="148509"/>
          </a:xfrm>
          <a:prstGeom prst="rect">
            <a:avLst/>
          </a:prstGeom>
          <a:solidFill>
            <a:srgbClr val="C2352F"/>
          </a:solidFill>
          <a:ln/>
        </p:spPr>
      </p:sp>
      <p:sp>
        <p:nvSpPr>
          <p:cNvPr id="123" name="Text 121"/>
          <p:cNvSpPr txBox="1"/>
          <p:nvPr/>
        </p:nvSpPr>
        <p:spPr>
          <a:xfrm>
            <a:off x="9070848" y="197080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70801"/>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70801"/>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9109" cy="148509"/>
          </a:xfrm>
          <a:prstGeom prst="rect">
            <a:avLst/>
          </a:prstGeom>
          <a:solidFill>
            <a:srgbClr val="C2352F"/>
          </a:solidFill>
          <a:ln/>
        </p:spPr>
      </p:sp>
      <p:sp>
        <p:nvSpPr>
          <p:cNvPr id="129" name="Text 127"/>
          <p:cNvSpPr txBox="1"/>
          <p:nvPr/>
        </p:nvSpPr>
        <p:spPr>
          <a:xfrm>
            <a:off x="9070848" y="224081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240818"/>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240818"/>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71589"/>
            <a:ext cx="92701" cy="148509"/>
          </a:xfrm>
          <a:prstGeom prst="rect">
            <a:avLst/>
          </a:prstGeom>
          <a:solidFill>
            <a:srgbClr val="C2352F"/>
          </a:solidFill>
          <a:ln/>
        </p:spPr>
      </p:sp>
      <p:sp>
        <p:nvSpPr>
          <p:cNvPr id="135" name="Text 133"/>
          <p:cNvSpPr txBox="1"/>
          <p:nvPr/>
        </p:nvSpPr>
        <p:spPr>
          <a:xfrm>
            <a:off x="9070848" y="251083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510835"/>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510835"/>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841606"/>
            <a:ext cx="89382" cy="148509"/>
          </a:xfrm>
          <a:prstGeom prst="rect">
            <a:avLst/>
          </a:prstGeom>
          <a:solidFill>
            <a:srgbClr val="C2352F"/>
          </a:solidFill>
          <a:ln/>
        </p:spPr>
      </p:sp>
      <p:sp>
        <p:nvSpPr>
          <p:cNvPr id="141" name="Text 139"/>
          <p:cNvSpPr txBox="1"/>
          <p:nvPr/>
        </p:nvSpPr>
        <p:spPr>
          <a:xfrm>
            <a:off x="9070848" y="2780852"/>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780852"/>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780852"/>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3111623"/>
            <a:ext cx="83365" cy="148509"/>
          </a:xfrm>
          <a:prstGeom prst="rect">
            <a:avLst/>
          </a:prstGeom>
          <a:solidFill>
            <a:srgbClr val="C2352F"/>
          </a:solidFill>
          <a:ln/>
        </p:spPr>
      </p:sp>
      <p:sp>
        <p:nvSpPr>
          <p:cNvPr id="147" name="Text 145"/>
          <p:cNvSpPr txBox="1"/>
          <p:nvPr/>
        </p:nvSpPr>
        <p:spPr>
          <a:xfrm>
            <a:off x="9070848" y="3050869"/>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3050869"/>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3050869"/>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381639"/>
            <a:ext cx="78085" cy="148509"/>
          </a:xfrm>
          <a:prstGeom prst="rect">
            <a:avLst/>
          </a:prstGeom>
          <a:solidFill>
            <a:srgbClr val="C2352F"/>
          </a:solidFill>
          <a:ln/>
        </p:spPr>
      </p:sp>
      <p:sp>
        <p:nvSpPr>
          <p:cNvPr id="153" name="Text 151"/>
          <p:cNvSpPr txBox="1"/>
          <p:nvPr/>
        </p:nvSpPr>
        <p:spPr>
          <a:xfrm>
            <a:off x="9070848" y="332088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320886"/>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320886"/>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651656"/>
            <a:ext cx="77498" cy="148509"/>
          </a:xfrm>
          <a:prstGeom prst="rect">
            <a:avLst/>
          </a:prstGeom>
          <a:solidFill>
            <a:srgbClr val="C2352F"/>
          </a:solidFill>
          <a:ln/>
        </p:spPr>
      </p:sp>
      <p:sp>
        <p:nvSpPr>
          <p:cNvPr id="159" name="Text 157"/>
          <p:cNvSpPr txBox="1"/>
          <p:nvPr/>
        </p:nvSpPr>
        <p:spPr>
          <a:xfrm>
            <a:off x="9070848" y="359090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590903"/>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590903"/>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921673"/>
            <a:ext cx="75663" cy="148509"/>
          </a:xfrm>
          <a:prstGeom prst="rect">
            <a:avLst/>
          </a:prstGeom>
          <a:solidFill>
            <a:srgbClr val="C2352F"/>
          </a:solidFill>
          <a:ln/>
        </p:spPr>
      </p:sp>
      <p:sp>
        <p:nvSpPr>
          <p:cNvPr id="165" name="Text 163"/>
          <p:cNvSpPr txBox="1"/>
          <p:nvPr/>
        </p:nvSpPr>
        <p:spPr>
          <a:xfrm>
            <a:off x="9070848" y="386092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860920"/>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860920"/>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4191690"/>
            <a:ext cx="56358" cy="148509"/>
          </a:xfrm>
          <a:prstGeom prst="rect">
            <a:avLst/>
          </a:prstGeom>
          <a:solidFill>
            <a:srgbClr val="C2352F"/>
          </a:solidFill>
          <a:ln/>
        </p:spPr>
      </p:sp>
      <p:sp>
        <p:nvSpPr>
          <p:cNvPr id="171" name="Text 169"/>
          <p:cNvSpPr txBox="1"/>
          <p:nvPr/>
        </p:nvSpPr>
        <p:spPr>
          <a:xfrm>
            <a:off x="9070848" y="413093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4130936"/>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4130936"/>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461707"/>
            <a:ext cx="48801" cy="148509"/>
          </a:xfrm>
          <a:prstGeom prst="rect">
            <a:avLst/>
          </a:prstGeom>
          <a:solidFill>
            <a:srgbClr val="C2352F"/>
          </a:solidFill>
          <a:ln/>
        </p:spPr>
      </p:sp>
      <p:sp>
        <p:nvSpPr>
          <p:cNvPr id="177" name="Text 175"/>
          <p:cNvSpPr txBox="1"/>
          <p:nvPr/>
        </p:nvSpPr>
        <p:spPr>
          <a:xfrm>
            <a:off x="9070848" y="440095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400953"/>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400953"/>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731724"/>
            <a:ext cx="48716" cy="148509"/>
          </a:xfrm>
          <a:prstGeom prst="rect">
            <a:avLst/>
          </a:prstGeom>
          <a:solidFill>
            <a:srgbClr val="C2352F"/>
          </a:solidFill>
          <a:ln/>
        </p:spPr>
      </p:sp>
      <p:sp>
        <p:nvSpPr>
          <p:cNvPr id="183" name="Text 181"/>
          <p:cNvSpPr txBox="1"/>
          <p:nvPr/>
        </p:nvSpPr>
        <p:spPr>
          <a:xfrm>
            <a:off x="9070848" y="467097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670970"/>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670970"/>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5001741"/>
            <a:ext cx="42835" cy="148509"/>
          </a:xfrm>
          <a:prstGeom prst="rect">
            <a:avLst/>
          </a:prstGeom>
          <a:solidFill>
            <a:srgbClr val="C2352F"/>
          </a:solidFill>
          <a:ln/>
        </p:spPr>
      </p:sp>
      <p:sp>
        <p:nvSpPr>
          <p:cNvPr id="189" name="Text 187"/>
          <p:cNvSpPr txBox="1"/>
          <p:nvPr/>
        </p:nvSpPr>
        <p:spPr>
          <a:xfrm>
            <a:off x="9070848" y="4940987"/>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940987"/>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940987"/>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5271758"/>
            <a:ext cx="39448" cy="148509"/>
          </a:xfrm>
          <a:prstGeom prst="rect">
            <a:avLst/>
          </a:prstGeom>
          <a:solidFill>
            <a:srgbClr val="C2352F"/>
          </a:solidFill>
          <a:ln/>
        </p:spPr>
      </p:sp>
      <p:sp>
        <p:nvSpPr>
          <p:cNvPr id="195" name="Text 193"/>
          <p:cNvSpPr txBox="1"/>
          <p:nvPr/>
        </p:nvSpPr>
        <p:spPr>
          <a:xfrm>
            <a:off x="9070848" y="521100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5211004"/>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5211004"/>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541775"/>
            <a:ext cx="32291" cy="148509"/>
          </a:xfrm>
          <a:prstGeom prst="rect">
            <a:avLst/>
          </a:prstGeom>
          <a:solidFill>
            <a:srgbClr val="C2352F"/>
          </a:solidFill>
          <a:ln/>
        </p:spPr>
      </p:sp>
      <p:sp>
        <p:nvSpPr>
          <p:cNvPr id="201" name="Text 199"/>
          <p:cNvSpPr txBox="1"/>
          <p:nvPr/>
        </p:nvSpPr>
        <p:spPr>
          <a:xfrm>
            <a:off x="9070848" y="548102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481021"/>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481021"/>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811792"/>
            <a:ext cx="18288" cy="148509"/>
          </a:xfrm>
          <a:prstGeom prst="rect">
            <a:avLst/>
          </a:prstGeom>
          <a:solidFill>
            <a:srgbClr val="C2352F"/>
          </a:solidFill>
          <a:ln/>
        </p:spPr>
      </p:sp>
      <p:sp>
        <p:nvSpPr>
          <p:cNvPr id="207" name="Text 205"/>
          <p:cNvSpPr txBox="1"/>
          <p:nvPr/>
        </p:nvSpPr>
        <p:spPr>
          <a:xfrm>
            <a:off x="9070848" y="575103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751038"/>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751038"/>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61538"/>
            <a:ext cx="466344" cy="148509"/>
          </a:xfrm>
          <a:prstGeom prst="rect">
            <a:avLst/>
          </a:prstGeom>
          <a:solidFill>
            <a:srgbClr val="C2352F"/>
          </a:solidFill>
          <a:ln/>
        </p:spPr>
      </p:sp>
      <p:sp>
        <p:nvSpPr>
          <p:cNvPr id="15" name="Text 13"/>
          <p:cNvSpPr txBox="1"/>
          <p:nvPr/>
        </p:nvSpPr>
        <p:spPr>
          <a:xfrm>
            <a:off x="3392424" y="170078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31555"/>
            <a:ext cx="435113" cy="148509"/>
          </a:xfrm>
          <a:prstGeom prst="rect">
            <a:avLst/>
          </a:prstGeom>
          <a:solidFill>
            <a:srgbClr val="C2352F"/>
          </a:solidFill>
          <a:ln/>
        </p:spPr>
      </p:sp>
      <p:sp>
        <p:nvSpPr>
          <p:cNvPr id="21" name="Text 19"/>
          <p:cNvSpPr txBox="1"/>
          <p:nvPr/>
        </p:nvSpPr>
        <p:spPr>
          <a:xfrm>
            <a:off x="3392424" y="197080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301572"/>
            <a:ext cx="371948" cy="148509"/>
          </a:xfrm>
          <a:prstGeom prst="rect">
            <a:avLst/>
          </a:prstGeom>
          <a:solidFill>
            <a:srgbClr val="C2352F"/>
          </a:solidFill>
          <a:ln/>
        </p:spPr>
      </p:sp>
      <p:sp>
        <p:nvSpPr>
          <p:cNvPr id="27" name="Text 25"/>
          <p:cNvSpPr txBox="1"/>
          <p:nvPr/>
        </p:nvSpPr>
        <p:spPr>
          <a:xfrm>
            <a:off x="3392424" y="224081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71589"/>
            <a:ext cx="359385" cy="148509"/>
          </a:xfrm>
          <a:prstGeom prst="rect">
            <a:avLst/>
          </a:prstGeom>
          <a:solidFill>
            <a:srgbClr val="C2352F"/>
          </a:solidFill>
          <a:ln/>
        </p:spPr>
      </p:sp>
      <p:sp>
        <p:nvSpPr>
          <p:cNvPr id="33" name="Text 31"/>
          <p:cNvSpPr txBox="1"/>
          <p:nvPr/>
        </p:nvSpPr>
        <p:spPr>
          <a:xfrm>
            <a:off x="3392424" y="251083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841606"/>
            <a:ext cx="339754" cy="148509"/>
          </a:xfrm>
          <a:prstGeom prst="rect">
            <a:avLst/>
          </a:prstGeom>
          <a:solidFill>
            <a:srgbClr val="C2352F"/>
          </a:solidFill>
          <a:ln/>
        </p:spPr>
      </p:sp>
      <p:sp>
        <p:nvSpPr>
          <p:cNvPr id="39" name="Text 37"/>
          <p:cNvSpPr txBox="1"/>
          <p:nvPr/>
        </p:nvSpPr>
        <p:spPr>
          <a:xfrm>
            <a:off x="3392424" y="2780852"/>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3111623"/>
            <a:ext cx="292285" cy="148509"/>
          </a:xfrm>
          <a:prstGeom prst="rect">
            <a:avLst/>
          </a:prstGeom>
          <a:solidFill>
            <a:srgbClr val="C2352F"/>
          </a:solidFill>
          <a:ln/>
        </p:spPr>
      </p:sp>
      <p:sp>
        <p:nvSpPr>
          <p:cNvPr id="45" name="Text 43"/>
          <p:cNvSpPr txBox="1"/>
          <p:nvPr/>
        </p:nvSpPr>
        <p:spPr>
          <a:xfrm>
            <a:off x="3392424" y="3050869"/>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381639"/>
            <a:ext cx="286413" cy="148509"/>
          </a:xfrm>
          <a:prstGeom prst="rect">
            <a:avLst/>
          </a:prstGeom>
          <a:solidFill>
            <a:srgbClr val="C2352F"/>
          </a:solidFill>
          <a:ln/>
        </p:spPr>
      </p:sp>
      <p:sp>
        <p:nvSpPr>
          <p:cNvPr id="51" name="Text 49"/>
          <p:cNvSpPr txBox="1"/>
          <p:nvPr/>
        </p:nvSpPr>
        <p:spPr>
          <a:xfrm>
            <a:off x="3392424" y="332088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651656"/>
            <a:ext cx="277524" cy="148509"/>
          </a:xfrm>
          <a:prstGeom prst="rect">
            <a:avLst/>
          </a:prstGeom>
          <a:solidFill>
            <a:srgbClr val="C2352F"/>
          </a:solidFill>
          <a:ln/>
        </p:spPr>
      </p:sp>
      <p:sp>
        <p:nvSpPr>
          <p:cNvPr id="57" name="Text 55"/>
          <p:cNvSpPr txBox="1"/>
          <p:nvPr/>
        </p:nvSpPr>
        <p:spPr>
          <a:xfrm>
            <a:off x="3392424" y="359090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921673"/>
            <a:ext cx="270873" cy="148509"/>
          </a:xfrm>
          <a:prstGeom prst="rect">
            <a:avLst/>
          </a:prstGeom>
          <a:solidFill>
            <a:srgbClr val="C2352F"/>
          </a:solidFill>
          <a:ln/>
        </p:spPr>
      </p:sp>
      <p:sp>
        <p:nvSpPr>
          <p:cNvPr id="63" name="Text 61"/>
          <p:cNvSpPr txBox="1"/>
          <p:nvPr/>
        </p:nvSpPr>
        <p:spPr>
          <a:xfrm>
            <a:off x="3392424" y="386092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4191690"/>
            <a:ext cx="217136" cy="148509"/>
          </a:xfrm>
          <a:prstGeom prst="rect">
            <a:avLst/>
          </a:prstGeom>
          <a:solidFill>
            <a:srgbClr val="C2352F"/>
          </a:solidFill>
          <a:ln/>
        </p:spPr>
      </p:sp>
      <p:sp>
        <p:nvSpPr>
          <p:cNvPr id="69" name="Text 67"/>
          <p:cNvSpPr txBox="1"/>
          <p:nvPr/>
        </p:nvSpPr>
        <p:spPr>
          <a:xfrm>
            <a:off x="3392424" y="413093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461707"/>
            <a:ext cx="210283" cy="148509"/>
          </a:xfrm>
          <a:prstGeom prst="rect">
            <a:avLst/>
          </a:prstGeom>
          <a:solidFill>
            <a:srgbClr val="C2352F"/>
          </a:solidFill>
          <a:ln/>
        </p:spPr>
      </p:sp>
      <p:sp>
        <p:nvSpPr>
          <p:cNvPr id="75" name="Text 73"/>
          <p:cNvSpPr txBox="1"/>
          <p:nvPr/>
        </p:nvSpPr>
        <p:spPr>
          <a:xfrm>
            <a:off x="3392424" y="440095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731724"/>
            <a:ext cx="199373" cy="148509"/>
          </a:xfrm>
          <a:prstGeom prst="rect">
            <a:avLst/>
          </a:prstGeom>
          <a:solidFill>
            <a:srgbClr val="C2352F"/>
          </a:solidFill>
          <a:ln/>
        </p:spPr>
      </p:sp>
      <p:sp>
        <p:nvSpPr>
          <p:cNvPr id="81" name="Text 79"/>
          <p:cNvSpPr txBox="1"/>
          <p:nvPr/>
        </p:nvSpPr>
        <p:spPr>
          <a:xfrm>
            <a:off x="3392424" y="467097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5001741"/>
            <a:ext cx="197385" cy="148509"/>
          </a:xfrm>
          <a:prstGeom prst="rect">
            <a:avLst/>
          </a:prstGeom>
          <a:solidFill>
            <a:srgbClr val="C2352F"/>
          </a:solidFill>
          <a:ln/>
        </p:spPr>
      </p:sp>
      <p:sp>
        <p:nvSpPr>
          <p:cNvPr id="87" name="Text 85"/>
          <p:cNvSpPr txBox="1"/>
          <p:nvPr/>
        </p:nvSpPr>
        <p:spPr>
          <a:xfrm>
            <a:off x="3392424" y="4940987"/>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5271758"/>
            <a:ext cx="169024" cy="148509"/>
          </a:xfrm>
          <a:prstGeom prst="rect">
            <a:avLst/>
          </a:prstGeom>
          <a:solidFill>
            <a:srgbClr val="C2352F"/>
          </a:solidFill>
          <a:ln/>
        </p:spPr>
      </p:sp>
      <p:sp>
        <p:nvSpPr>
          <p:cNvPr id="93" name="Text 91"/>
          <p:cNvSpPr txBox="1"/>
          <p:nvPr/>
        </p:nvSpPr>
        <p:spPr>
          <a:xfrm>
            <a:off x="3392424" y="521100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541775"/>
            <a:ext cx="131586" cy="148509"/>
          </a:xfrm>
          <a:prstGeom prst="rect">
            <a:avLst/>
          </a:prstGeom>
          <a:solidFill>
            <a:srgbClr val="C2352F"/>
          </a:solidFill>
          <a:ln/>
        </p:spPr>
      </p:sp>
      <p:sp>
        <p:nvSpPr>
          <p:cNvPr id="99" name="Text 97"/>
          <p:cNvSpPr txBox="1"/>
          <p:nvPr/>
        </p:nvSpPr>
        <p:spPr>
          <a:xfrm>
            <a:off x="3392424" y="548102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811792"/>
            <a:ext cx="120839" cy="148509"/>
          </a:xfrm>
          <a:prstGeom prst="rect">
            <a:avLst/>
          </a:prstGeom>
          <a:solidFill>
            <a:srgbClr val="C2352F"/>
          </a:solidFill>
          <a:ln/>
        </p:spPr>
      </p:sp>
      <p:sp>
        <p:nvSpPr>
          <p:cNvPr id="105" name="Text 103"/>
          <p:cNvSpPr txBox="1"/>
          <p:nvPr/>
        </p:nvSpPr>
        <p:spPr>
          <a:xfrm>
            <a:off x="3392424" y="575103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6081809"/>
            <a:ext cx="116857" cy="148509"/>
          </a:xfrm>
          <a:prstGeom prst="rect">
            <a:avLst/>
          </a:prstGeom>
          <a:solidFill>
            <a:srgbClr val="C2352F"/>
          </a:solidFill>
          <a:ln/>
        </p:spPr>
      </p:sp>
      <p:sp>
        <p:nvSpPr>
          <p:cNvPr id="111" name="Text 109"/>
          <p:cNvSpPr txBox="1"/>
          <p:nvPr/>
        </p:nvSpPr>
        <p:spPr>
          <a:xfrm>
            <a:off x="3392424" y="602105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61538"/>
            <a:ext cx="116484" cy="148509"/>
          </a:xfrm>
          <a:prstGeom prst="rect">
            <a:avLst/>
          </a:prstGeom>
          <a:solidFill>
            <a:srgbClr val="C2352F"/>
          </a:solidFill>
          <a:ln/>
        </p:spPr>
      </p:sp>
      <p:sp>
        <p:nvSpPr>
          <p:cNvPr id="117" name="Text 115"/>
          <p:cNvSpPr txBox="1"/>
          <p:nvPr/>
        </p:nvSpPr>
        <p:spPr>
          <a:xfrm>
            <a:off x="8942832" y="170078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31555"/>
            <a:ext cx="115541" cy="148509"/>
          </a:xfrm>
          <a:prstGeom prst="rect">
            <a:avLst/>
          </a:prstGeom>
          <a:solidFill>
            <a:srgbClr val="C2352F"/>
          </a:solidFill>
          <a:ln/>
        </p:spPr>
      </p:sp>
      <p:sp>
        <p:nvSpPr>
          <p:cNvPr id="123" name="Text 121"/>
          <p:cNvSpPr txBox="1"/>
          <p:nvPr/>
        </p:nvSpPr>
        <p:spPr>
          <a:xfrm>
            <a:off x="8942832" y="197080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301572"/>
            <a:ext cx="111161" cy="148509"/>
          </a:xfrm>
          <a:prstGeom prst="rect">
            <a:avLst/>
          </a:prstGeom>
          <a:solidFill>
            <a:srgbClr val="C2352F"/>
          </a:solidFill>
          <a:ln/>
        </p:spPr>
      </p:sp>
      <p:sp>
        <p:nvSpPr>
          <p:cNvPr id="129" name="Text 127"/>
          <p:cNvSpPr txBox="1"/>
          <p:nvPr/>
        </p:nvSpPr>
        <p:spPr>
          <a:xfrm>
            <a:off x="8942832" y="224081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84754" cy="148509"/>
          </a:xfrm>
          <a:prstGeom prst="rect">
            <a:avLst/>
          </a:prstGeom>
          <a:solidFill>
            <a:srgbClr val="C2352F"/>
          </a:solidFill>
          <a:ln/>
        </p:spPr>
      </p:sp>
      <p:sp>
        <p:nvSpPr>
          <p:cNvPr id="135" name="Text 133"/>
          <p:cNvSpPr txBox="1"/>
          <p:nvPr/>
        </p:nvSpPr>
        <p:spPr>
          <a:xfrm>
            <a:off x="8942832" y="251083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841606"/>
            <a:ext cx="75701" cy="148509"/>
          </a:xfrm>
          <a:prstGeom prst="rect">
            <a:avLst/>
          </a:prstGeom>
          <a:solidFill>
            <a:srgbClr val="C2352F"/>
          </a:solidFill>
          <a:ln/>
        </p:spPr>
      </p:sp>
      <p:sp>
        <p:nvSpPr>
          <p:cNvPr id="141" name="Text 139"/>
          <p:cNvSpPr txBox="1"/>
          <p:nvPr/>
        </p:nvSpPr>
        <p:spPr>
          <a:xfrm>
            <a:off x="8942832" y="2780852"/>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3111623"/>
            <a:ext cx="69750" cy="148509"/>
          </a:xfrm>
          <a:prstGeom prst="rect">
            <a:avLst/>
          </a:prstGeom>
          <a:solidFill>
            <a:srgbClr val="C2352F"/>
          </a:solidFill>
          <a:ln/>
        </p:spPr>
      </p:sp>
      <p:sp>
        <p:nvSpPr>
          <p:cNvPr id="147" name="Text 145"/>
          <p:cNvSpPr txBox="1"/>
          <p:nvPr/>
        </p:nvSpPr>
        <p:spPr>
          <a:xfrm>
            <a:off x="8942832" y="3050869"/>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381639"/>
            <a:ext cx="61333" cy="148509"/>
          </a:xfrm>
          <a:prstGeom prst="rect">
            <a:avLst/>
          </a:prstGeom>
          <a:solidFill>
            <a:srgbClr val="C2352F"/>
          </a:solidFill>
          <a:ln/>
        </p:spPr>
      </p:sp>
      <p:sp>
        <p:nvSpPr>
          <p:cNvPr id="153" name="Text 151"/>
          <p:cNvSpPr txBox="1"/>
          <p:nvPr/>
        </p:nvSpPr>
        <p:spPr>
          <a:xfrm>
            <a:off x="8942832" y="332088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651656"/>
            <a:ext cx="59486" cy="148509"/>
          </a:xfrm>
          <a:prstGeom prst="rect">
            <a:avLst/>
          </a:prstGeom>
          <a:solidFill>
            <a:srgbClr val="C2352F"/>
          </a:solidFill>
          <a:ln/>
        </p:spPr>
      </p:sp>
      <p:sp>
        <p:nvSpPr>
          <p:cNvPr id="159" name="Text 157"/>
          <p:cNvSpPr txBox="1"/>
          <p:nvPr/>
        </p:nvSpPr>
        <p:spPr>
          <a:xfrm>
            <a:off x="8942832" y="359090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921673"/>
            <a:ext cx="58291" cy="148509"/>
          </a:xfrm>
          <a:prstGeom prst="rect">
            <a:avLst/>
          </a:prstGeom>
          <a:solidFill>
            <a:srgbClr val="C2352F"/>
          </a:solidFill>
          <a:ln/>
        </p:spPr>
      </p:sp>
      <p:sp>
        <p:nvSpPr>
          <p:cNvPr id="165" name="Text 163"/>
          <p:cNvSpPr txBox="1"/>
          <p:nvPr/>
        </p:nvSpPr>
        <p:spPr>
          <a:xfrm>
            <a:off x="8942832" y="386092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4191690"/>
            <a:ext cx="42032" cy="148509"/>
          </a:xfrm>
          <a:prstGeom prst="rect">
            <a:avLst/>
          </a:prstGeom>
          <a:solidFill>
            <a:srgbClr val="C2352F"/>
          </a:solidFill>
          <a:ln/>
        </p:spPr>
      </p:sp>
      <p:sp>
        <p:nvSpPr>
          <p:cNvPr id="171" name="Text 169"/>
          <p:cNvSpPr txBox="1"/>
          <p:nvPr/>
        </p:nvSpPr>
        <p:spPr>
          <a:xfrm>
            <a:off x="8942832" y="413093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461707"/>
            <a:ext cx="38916" cy="148509"/>
          </a:xfrm>
          <a:prstGeom prst="rect">
            <a:avLst/>
          </a:prstGeom>
          <a:solidFill>
            <a:srgbClr val="C2352F"/>
          </a:solidFill>
          <a:ln/>
        </p:spPr>
      </p:sp>
      <p:sp>
        <p:nvSpPr>
          <p:cNvPr id="177" name="Text 175"/>
          <p:cNvSpPr txBox="1"/>
          <p:nvPr/>
        </p:nvSpPr>
        <p:spPr>
          <a:xfrm>
            <a:off x="8942832" y="440095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731724"/>
            <a:ext cx="28242" cy="148509"/>
          </a:xfrm>
          <a:prstGeom prst="rect">
            <a:avLst/>
          </a:prstGeom>
          <a:solidFill>
            <a:srgbClr val="C2352F"/>
          </a:solidFill>
          <a:ln/>
        </p:spPr>
      </p:sp>
      <p:sp>
        <p:nvSpPr>
          <p:cNvPr id="183" name="Text 181"/>
          <p:cNvSpPr txBox="1"/>
          <p:nvPr/>
        </p:nvSpPr>
        <p:spPr>
          <a:xfrm>
            <a:off x="8942832" y="467097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5001741"/>
            <a:ext cx="27287" cy="148509"/>
          </a:xfrm>
          <a:prstGeom prst="rect">
            <a:avLst/>
          </a:prstGeom>
          <a:solidFill>
            <a:srgbClr val="C2352F"/>
          </a:solidFill>
          <a:ln/>
        </p:spPr>
      </p:sp>
      <p:sp>
        <p:nvSpPr>
          <p:cNvPr id="189" name="Text 187"/>
          <p:cNvSpPr txBox="1"/>
          <p:nvPr/>
        </p:nvSpPr>
        <p:spPr>
          <a:xfrm>
            <a:off x="8942832" y="4940987"/>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5271758"/>
            <a:ext cx="19910" cy="148509"/>
          </a:xfrm>
          <a:prstGeom prst="rect">
            <a:avLst/>
          </a:prstGeom>
          <a:solidFill>
            <a:srgbClr val="C2352F"/>
          </a:solidFill>
          <a:ln/>
        </p:spPr>
      </p:sp>
      <p:sp>
        <p:nvSpPr>
          <p:cNvPr id="195" name="Text 193"/>
          <p:cNvSpPr txBox="1"/>
          <p:nvPr/>
        </p:nvSpPr>
        <p:spPr>
          <a:xfrm>
            <a:off x="8942832" y="521100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541775"/>
            <a:ext cx="18288" cy="148509"/>
          </a:xfrm>
          <a:prstGeom prst="rect">
            <a:avLst/>
          </a:prstGeom>
          <a:solidFill>
            <a:srgbClr val="C2352F"/>
          </a:solidFill>
          <a:ln/>
        </p:spPr>
      </p:sp>
      <p:sp>
        <p:nvSpPr>
          <p:cNvPr id="201" name="Text 199"/>
          <p:cNvSpPr txBox="1"/>
          <p:nvPr/>
        </p:nvSpPr>
        <p:spPr>
          <a:xfrm>
            <a:off x="8942832" y="548102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811792"/>
            <a:ext cx="18288" cy="148509"/>
          </a:xfrm>
          <a:prstGeom prst="rect">
            <a:avLst/>
          </a:prstGeom>
          <a:solidFill>
            <a:srgbClr val="C2352F"/>
          </a:solidFill>
          <a:ln/>
        </p:spPr>
      </p:sp>
      <p:sp>
        <p:nvSpPr>
          <p:cNvPr id="207" name="Text 205"/>
          <p:cNvSpPr txBox="1"/>
          <p:nvPr/>
        </p:nvSpPr>
        <p:spPr>
          <a:xfrm>
            <a:off x="8942832" y="575103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69034"/>
            <a:ext cx="648144" cy="226771"/>
          </a:xfrm>
          <a:prstGeom prst="rect">
            <a:avLst/>
          </a:prstGeom>
          <a:solidFill>
            <a:srgbClr val="C2352F"/>
          </a:solidFill>
          <a:ln/>
        </p:spPr>
      </p:sp>
      <p:sp>
        <p:nvSpPr>
          <p:cNvPr id="12" name="Text 10"/>
          <p:cNvSpPr txBox="1"/>
          <p:nvPr/>
        </p:nvSpPr>
        <p:spPr>
          <a:xfrm>
            <a:off x="3438144" y="1755648"/>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209190"/>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322576"/>
            <a:ext cx="615319" cy="226771"/>
          </a:xfrm>
          <a:prstGeom prst="rect">
            <a:avLst/>
          </a:prstGeom>
          <a:solidFill>
            <a:srgbClr val="C2352F"/>
          </a:solidFill>
          <a:ln/>
        </p:spPr>
      </p:sp>
      <p:sp>
        <p:nvSpPr>
          <p:cNvPr id="17" name="Text 15"/>
          <p:cNvSpPr txBox="1"/>
          <p:nvPr/>
        </p:nvSpPr>
        <p:spPr>
          <a:xfrm>
            <a:off x="3438144" y="2209190"/>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209190"/>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209190"/>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662733"/>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776118"/>
            <a:ext cx="576700" cy="226771"/>
          </a:xfrm>
          <a:prstGeom prst="rect">
            <a:avLst/>
          </a:prstGeom>
          <a:solidFill>
            <a:srgbClr val="C2352F"/>
          </a:solidFill>
          <a:ln/>
        </p:spPr>
      </p:sp>
      <p:sp>
        <p:nvSpPr>
          <p:cNvPr id="22" name="Text 20"/>
          <p:cNvSpPr txBox="1"/>
          <p:nvPr/>
        </p:nvSpPr>
        <p:spPr>
          <a:xfrm>
            <a:off x="3438144" y="2662733"/>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662733"/>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662733"/>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116275"/>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229661"/>
            <a:ext cx="499175" cy="226771"/>
          </a:xfrm>
          <a:prstGeom prst="rect">
            <a:avLst/>
          </a:prstGeom>
          <a:solidFill>
            <a:srgbClr val="C2352F"/>
          </a:solidFill>
          <a:ln/>
        </p:spPr>
      </p:sp>
      <p:sp>
        <p:nvSpPr>
          <p:cNvPr id="27" name="Text 25"/>
          <p:cNvSpPr txBox="1"/>
          <p:nvPr/>
        </p:nvSpPr>
        <p:spPr>
          <a:xfrm>
            <a:off x="3438144" y="3116275"/>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116275"/>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116275"/>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569818"/>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683203"/>
            <a:ext cx="463439" cy="226771"/>
          </a:xfrm>
          <a:prstGeom prst="rect">
            <a:avLst/>
          </a:prstGeom>
          <a:solidFill>
            <a:srgbClr val="C2352F"/>
          </a:solidFill>
          <a:ln/>
        </p:spPr>
      </p:sp>
      <p:sp>
        <p:nvSpPr>
          <p:cNvPr id="32" name="Text 30"/>
          <p:cNvSpPr txBox="1"/>
          <p:nvPr/>
        </p:nvSpPr>
        <p:spPr>
          <a:xfrm>
            <a:off x="3438144" y="3569818"/>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569818"/>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569818"/>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4023360"/>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4136746"/>
            <a:ext cx="446067" cy="226771"/>
          </a:xfrm>
          <a:prstGeom prst="rect">
            <a:avLst/>
          </a:prstGeom>
          <a:solidFill>
            <a:srgbClr val="C2352F"/>
          </a:solidFill>
          <a:ln/>
        </p:spPr>
      </p:sp>
      <p:sp>
        <p:nvSpPr>
          <p:cNvPr id="37" name="Text 35"/>
          <p:cNvSpPr txBox="1"/>
          <p:nvPr/>
        </p:nvSpPr>
        <p:spPr>
          <a:xfrm>
            <a:off x="3438144" y="4023360"/>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4023360"/>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4023360"/>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476902"/>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590288"/>
            <a:ext cx="431099" cy="226771"/>
          </a:xfrm>
          <a:prstGeom prst="rect">
            <a:avLst/>
          </a:prstGeom>
          <a:solidFill>
            <a:srgbClr val="C2352F"/>
          </a:solidFill>
          <a:ln/>
        </p:spPr>
      </p:sp>
      <p:sp>
        <p:nvSpPr>
          <p:cNvPr id="42" name="Text 40"/>
          <p:cNvSpPr txBox="1"/>
          <p:nvPr/>
        </p:nvSpPr>
        <p:spPr>
          <a:xfrm>
            <a:off x="3438144" y="4476902"/>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476902"/>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476902"/>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930445"/>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5043830"/>
            <a:ext cx="422076" cy="226771"/>
          </a:xfrm>
          <a:prstGeom prst="rect">
            <a:avLst/>
          </a:prstGeom>
          <a:solidFill>
            <a:srgbClr val="C2352F"/>
          </a:solidFill>
          <a:ln/>
        </p:spPr>
      </p:sp>
      <p:sp>
        <p:nvSpPr>
          <p:cNvPr id="47" name="Text 45"/>
          <p:cNvSpPr txBox="1"/>
          <p:nvPr/>
        </p:nvSpPr>
        <p:spPr>
          <a:xfrm>
            <a:off x="3438144" y="4930445"/>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930445"/>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930445"/>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383987"/>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497373"/>
            <a:ext cx="408666" cy="226771"/>
          </a:xfrm>
          <a:prstGeom prst="rect">
            <a:avLst/>
          </a:prstGeom>
          <a:solidFill>
            <a:srgbClr val="C2352F"/>
          </a:solidFill>
          <a:ln/>
        </p:spPr>
      </p:sp>
      <p:sp>
        <p:nvSpPr>
          <p:cNvPr id="52" name="Text 50"/>
          <p:cNvSpPr txBox="1"/>
          <p:nvPr/>
        </p:nvSpPr>
        <p:spPr>
          <a:xfrm>
            <a:off x="3438144" y="5383987"/>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383987"/>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383987"/>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837530"/>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950915"/>
            <a:ext cx="407442" cy="226771"/>
          </a:xfrm>
          <a:prstGeom prst="rect">
            <a:avLst/>
          </a:prstGeom>
          <a:solidFill>
            <a:srgbClr val="C2352F"/>
          </a:solidFill>
          <a:ln/>
        </p:spPr>
      </p:sp>
      <p:sp>
        <p:nvSpPr>
          <p:cNvPr id="57" name="Text 55"/>
          <p:cNvSpPr txBox="1"/>
          <p:nvPr/>
        </p:nvSpPr>
        <p:spPr>
          <a:xfrm>
            <a:off x="3438144" y="5837530"/>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837530"/>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837530"/>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53542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69034"/>
            <a:ext cx="572597" cy="226771"/>
          </a:xfrm>
          <a:prstGeom prst="rect">
            <a:avLst/>
          </a:prstGeom>
          <a:solidFill>
            <a:srgbClr val="C2352F"/>
          </a:solidFill>
          <a:ln/>
        </p:spPr>
      </p:sp>
      <p:sp>
        <p:nvSpPr>
          <p:cNvPr id="67" name="Text 65"/>
          <p:cNvSpPr txBox="1"/>
          <p:nvPr/>
        </p:nvSpPr>
        <p:spPr>
          <a:xfrm>
            <a:off x="8988552" y="1755648"/>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209190"/>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322576"/>
            <a:ext cx="547492" cy="226771"/>
          </a:xfrm>
          <a:prstGeom prst="rect">
            <a:avLst/>
          </a:prstGeom>
          <a:solidFill>
            <a:srgbClr val="C2352F"/>
          </a:solidFill>
          <a:ln/>
        </p:spPr>
      </p:sp>
      <p:sp>
        <p:nvSpPr>
          <p:cNvPr id="72" name="Text 70"/>
          <p:cNvSpPr txBox="1"/>
          <p:nvPr/>
        </p:nvSpPr>
        <p:spPr>
          <a:xfrm>
            <a:off x="8988552" y="2209190"/>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209190"/>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209190"/>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662733"/>
            <a:ext cx="1920240" cy="45354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776118"/>
            <a:ext cx="481123" cy="226771"/>
          </a:xfrm>
          <a:prstGeom prst="rect">
            <a:avLst/>
          </a:prstGeom>
          <a:solidFill>
            <a:srgbClr val="C2352F"/>
          </a:solidFill>
          <a:ln/>
        </p:spPr>
      </p:sp>
      <p:sp>
        <p:nvSpPr>
          <p:cNvPr id="77" name="Text 75"/>
          <p:cNvSpPr txBox="1"/>
          <p:nvPr/>
        </p:nvSpPr>
        <p:spPr>
          <a:xfrm>
            <a:off x="8988552" y="2662733"/>
            <a:ext cx="749808" cy="453542"/>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662733"/>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662733"/>
            <a:ext cx="841248" cy="45354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360627"/>
          </a:xfrm>
          <a:prstGeom prst="rect">
            <a:avLst/>
          </a:prstGeom>
          <a:solidFill>
            <a:srgbClr val="0B2C4A"/>
          </a:solidFill>
          <a:ln/>
        </p:spPr>
      </p:sp>
      <p:sp>
        <p:nvSpPr>
          <p:cNvPr id="81" name="Shape 79"/>
          <p:cNvSpPr/>
          <p:nvPr/>
        </p:nvSpPr>
        <p:spPr>
          <a:xfrm>
            <a:off x="6035040" y="1371600"/>
            <a:ext cx="10973" cy="4919472"/>
          </a:xfrm>
          <a:prstGeom prst="rect">
            <a:avLst/>
          </a:prstGeom>
          <a:solidFill>
            <a:srgbClr val="D9D9D9"/>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2026-10-27T17:13:15Z</dcterms:created>
  <dcterms:modified xsi:type="dcterms:W3CDTF">2026-10-27T17:13:15Z</dcterms:modified>
</cp:coreProperties>
</file>