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Technician Proficiency</a:t>
            </a:r>
            <a:endParaRPr lang="en-US" sz="62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proficiency   ·   Technician status   ·   The opportunity   ·   Work or workers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2026-10-26T22:39:54Z</dcterms:created>
  <dcterms:modified xsi:type="dcterms:W3CDTF">2026-10-26T22:39:54Z</dcterms:modified>
</cp:coreProperties>
</file>