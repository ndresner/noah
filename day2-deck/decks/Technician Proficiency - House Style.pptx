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Six stores hold $647K a month, led by Cadillac at $158K. 6 stores at or above 85% still leave $537K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Group-wide the gap is 8.1% of RO gross. 5 stores are missing a fifth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of the 13 stores under 85% also see fewer ROs per tech than their segment: check car count and staffing first. At Honda Flagstaff, Kia LV, Volvo the work is there.Source: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Technician Proficiency</a:t>
            </a:r>
            <a:endParaRPr lang="en-US" sz="62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proficiency   ·   Technician status   ·   The opportunity   ·   Work or workers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6 stores at or above 85% still leave $537K a month.</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3" name="Shape 80"/>
          <p:cNvSpPr/>
          <p:nvPr/>
        </p:nvSpPr>
        <p:spPr>
          <a:xfrm>
            <a:off x="457200" y="6126480"/>
            <a:ext cx="11274552" cy="341376"/>
          </a:xfrm>
          <a:prstGeom prst="rect">
            <a:avLst/>
          </a:prstGeom>
          <a:solidFill>
            <a:srgbClr val="EDF4FA"/>
          </a:solidFill>
          <a:ln/>
        </p:spPr>
      </p:sp>
      <p:sp>
        <p:nvSpPr>
          <p:cNvPr id="84" name="Text 8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2026-10-27T21:57:52Z</dcterms:created>
  <dcterms:modified xsi:type="dcterms:W3CDTF">2026-10-27T21:57:52Z</dcterms:modified>
</cp:coreProperties>
</file>