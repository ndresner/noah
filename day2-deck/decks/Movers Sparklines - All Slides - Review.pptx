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3.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5.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7.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9.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1.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0.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8.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40.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9.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1.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02.xml" ContentType="application/vnd.openxmlformats-officedocument.presentationml.notesSlide+xml"/>
  <Override PartName="/ppt/notesSlides/notesSlide106.xml" ContentType="application/vnd.openxmlformats-officedocument.presentationml.notesSlide+xml"/>
  <Override PartName="/ppt/notesSlides/notesSlide110.xml" ContentType="application/vnd.openxmlformats-officedocument.presentationml.notesSlide+xml"/>
  <Override PartName="/ppt/notesSlides/notesSlide114.xml" ContentType="application/vnd.openxmlformats-officedocument.presentationml.notesSlide+xml"/>
  <Override PartName="/ppt/notesSlides/notesSlide121.xml" ContentType="application/vnd.openxmlformats-officedocument.presentationml.notesSlide+xml"/>
  <Override PartName="/ppt/notesSlides/notesSlide125.xml" ContentType="application/vnd.openxmlformats-officedocument.presentationml.notesSlide+xml"/>
  <Override PartName="/ppt/notesSlides/notesSlide129.xml" ContentType="application/vnd.openxmlformats-officedocument.presentationml.notesSlide+xml"/>
  <Override PartName="/ppt/notesSlides/notesSlide137.xml" ContentType="application/vnd.openxmlformats-officedocument.presentationml.notesSlide+xml"/>
  <Override PartName="/ppt/notesSlides/notesSlide156.xml" ContentType="application/vnd.openxmlformats-officedocument.presentationml.notesSlide+xml"/>
  <Override PartName="/ppt/notesSlides/notesSlide17.xml" ContentType="application/vnd.openxmlformats-officedocument.presentationml.notesSlide+xml"/>
  <Override PartName="/ppt/notesSlides/notesSlide205.xml" ContentType="application/vnd.openxmlformats-officedocument.presentationml.notesSlide+xml"/>
  <Override PartName="/ppt/notesSlides/notesSlide209.xml" ContentType="application/vnd.openxmlformats-officedocument.presentationml.notesSlide+xml"/>
  <Override PartName="/ppt/notesSlides/notesSlide213.xml" ContentType="application/vnd.openxmlformats-officedocument.presentationml.notesSlide+xml"/>
  <Override PartName="/ppt/notesSlides/notesSlide25.xml" ContentType="application/vnd.openxmlformats-officedocument.presentationml.notesSlide+xml"/>
  <Override PartName="/ppt/notesSlides/notesSlide29.xml" ContentType="application/vnd.openxmlformats-officedocument.presentationml.notesSlide+xml"/>
  <Override PartName="/ppt/notesSlides/notesSlide33.xml" ContentType="application/vnd.openxmlformats-officedocument.presentationml.notesSlide+xml"/>
  <Override PartName="/ppt/notesSlides/notesSlide38.xml" ContentType="application/vnd.openxmlformats-officedocument.presentationml.notesSlide+xml"/>
  <Override PartName="/ppt/notesSlides/notesSlide43.xml" ContentType="application/vnd.openxmlformats-officedocument.presentationml.notesSlide+xml"/>
  <Override PartName="/ppt/notesSlides/notesSlide47.xml" ContentType="application/vnd.openxmlformats-officedocument.presentationml.notesSlide+xml"/>
  <Override PartName="/ppt/notesSlides/notesSlide57.xml" ContentType="application/vnd.openxmlformats-officedocument.presentationml.notesSlide+xml"/>
  <Override PartName="/ppt/notesSlides/notesSlide61.xml" ContentType="application/vnd.openxmlformats-officedocument.presentationml.notesSlide+xml"/>
  <Override PartName="/ppt/notesSlides/notesSlide67.xml" ContentType="application/vnd.openxmlformats-officedocument.presentationml.notesSlide+xml"/>
  <Override PartName="/ppt/notesSlides/notesSlide76.xml" ContentType="application/vnd.openxmlformats-officedocument.presentationml.notesSlide+xml"/>
  <Override PartName="/ppt/notesSlides/notesSlide81.xml" ContentType="application/vnd.openxmlformats-officedocument.presentationml.notesSlide+xml"/>
  <Override PartName="/ppt/notesSlides/notesSlide86.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01.xml" ContentType="application/vnd.openxmlformats-officedocument.presentationml.slide+xml"/>
  <Override PartName="/ppt/slides/slide105.xml" ContentType="application/vnd.openxmlformats-officedocument.presentationml.slide+xml"/>
  <Override PartName="/ppt/slides/slide109.xml" ContentType="application/vnd.openxmlformats-officedocument.presentationml.slide+xml"/>
  <Override PartName="/ppt/slides/slide117.xml" ContentType="application/vnd.openxmlformats-officedocument.presentationml.slide+xml"/>
  <Override PartName="/ppt/slides/slide121.xml" ContentType="application/vnd.openxmlformats-officedocument.presentationml.slide+xml"/>
  <Override PartName="/ppt/slides/slide125.xml" ContentType="application/vnd.openxmlformats-officedocument.presentationml.slide+xml"/>
  <Override PartName="/ppt/slides/slide134.xml" ContentType="application/vnd.openxmlformats-officedocument.presentationml.slide+xml"/>
  <Override PartName="/ppt/slides/slide154.xml" ContentType="application/vnd.openxmlformats-officedocument.presentationml.slide+xml"/>
  <Override PartName="/ppt/slides/slide17.xml" ContentType="application/vnd.openxmlformats-officedocument.presentationml.slide+xml"/>
  <Override PartName="/ppt/slides/slide205.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3.xml" ContentType="application/vnd.openxmlformats-officedocument.presentationml.slide+xml"/>
  <Override PartName="/ppt/slides/slide25.xml" ContentType="application/vnd.openxmlformats-officedocument.presentationml.slide+xml"/>
  <Override PartName="/ppt/slides/slide31.xml" ContentType="application/vnd.openxmlformats-officedocument.presentationml.slide+xml"/>
  <Override PartName="/ppt/slides/slide36.xml" ContentType="application/vnd.openxmlformats-officedocument.presentationml.slide+xml"/>
  <Override PartName="/ppt/slides/slide40.xml" ContentType="application/vnd.openxmlformats-officedocument.presentationml.slide+xml"/>
  <Override PartName="/ppt/slides/slide51.xml" ContentType="application/vnd.openxmlformats-officedocument.presentationml.slide+xml"/>
  <Override PartName="/ppt/slides/slide55.xml" ContentType="application/vnd.openxmlformats-officedocument.presentationml.slide+xml"/>
  <Override PartName="/ppt/slides/slide61.xml" ContentType="application/vnd.openxmlformats-officedocument.presentationml.slide+xml"/>
  <Override PartName="/ppt/slides/slide70.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5.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2" r:id="rId23"/>
    <p:sldId id="280" r:id="rId31"/>
    <p:sldId id="284" r:id="rId35"/>
    <p:sldId id="288" r:id="rId39"/>
    <p:sldId id="293" r:id="rId44"/>
    <p:sldId id="298" r:id="rId49"/>
    <p:sldId id="302" r:id="rId53"/>
    <p:sldId id="312" r:id="rId63"/>
    <p:sldId id="316" r:id="rId67"/>
    <p:sldId id="322" r:id="rId73"/>
    <p:sldId id="331" r:id="rId82"/>
    <p:sldId id="336" r:id="rId87"/>
    <p:sldId id="341" r:id="rId92"/>
    <p:sldId id="346" r:id="rId97"/>
    <p:sldId id="357" r:id="rId108"/>
    <p:sldId id="361" r:id="rId112"/>
    <p:sldId id="365" r:id="rId116"/>
    <p:sldId id="369" r:id="rId120"/>
    <p:sldId id="376" r:id="rId127"/>
    <p:sldId id="380" r:id="rId131"/>
    <p:sldId id="384" r:id="rId135"/>
    <p:sldId id="392" r:id="rId143"/>
    <p:sldId id="411" r:id="rId162"/>
    <p:sldId id="460" r:id="rId211"/>
    <p:sldId id="464" r:id="rId215"/>
    <p:sldId id="468" r:id="rId21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8.xml"/><Relationship Id="rId31" Type="http://schemas.openxmlformats.org/officeDocument/2006/relationships/slide" Target="slides/slide17.xml"/><Relationship Id="rId35" Type="http://schemas.openxmlformats.org/officeDocument/2006/relationships/slide" Target="slides/slide21.xml"/><Relationship Id="rId39" Type="http://schemas.openxmlformats.org/officeDocument/2006/relationships/slide" Target="slides/slide25.xml"/><Relationship Id="rId44" Type="http://schemas.openxmlformats.org/officeDocument/2006/relationships/slide" Target="slides/slide31.xml"/><Relationship Id="rId49" Type="http://schemas.openxmlformats.org/officeDocument/2006/relationships/slide" Target="slides/slide36.xml"/><Relationship Id="rId53" Type="http://schemas.openxmlformats.org/officeDocument/2006/relationships/slide" Target="slides/slide40.xml"/><Relationship Id="rId63" Type="http://schemas.openxmlformats.org/officeDocument/2006/relationships/slide" Target="slides/slide51.xml"/><Relationship Id="rId67" Type="http://schemas.openxmlformats.org/officeDocument/2006/relationships/slide" Target="slides/slide55.xml"/><Relationship Id="rId73" Type="http://schemas.openxmlformats.org/officeDocument/2006/relationships/slide" Target="slides/slide61.xml"/><Relationship Id="rId82" Type="http://schemas.openxmlformats.org/officeDocument/2006/relationships/slide" Target="slides/slide70.xml"/><Relationship Id="rId87" Type="http://schemas.openxmlformats.org/officeDocument/2006/relationships/slide" Target="slides/slide75.xml"/><Relationship Id="rId92" Type="http://schemas.openxmlformats.org/officeDocument/2006/relationships/slide" Target="slides/slide80.xml"/><Relationship Id="rId97" Type="http://schemas.openxmlformats.org/officeDocument/2006/relationships/slide" Target="slides/slide85.xml"/><Relationship Id="rId108" Type="http://schemas.openxmlformats.org/officeDocument/2006/relationships/slide" Target="slides/slide97.xml"/><Relationship Id="rId112" Type="http://schemas.openxmlformats.org/officeDocument/2006/relationships/slide" Target="slides/slide101.xml"/><Relationship Id="rId116" Type="http://schemas.openxmlformats.org/officeDocument/2006/relationships/slide" Target="slides/slide105.xml"/><Relationship Id="rId120" Type="http://schemas.openxmlformats.org/officeDocument/2006/relationships/slide" Target="slides/slide109.xml"/><Relationship Id="rId127" Type="http://schemas.openxmlformats.org/officeDocument/2006/relationships/slide" Target="slides/slide117.xml"/><Relationship Id="rId131" Type="http://schemas.openxmlformats.org/officeDocument/2006/relationships/slide" Target="slides/slide121.xml"/><Relationship Id="rId135" Type="http://schemas.openxmlformats.org/officeDocument/2006/relationships/slide" Target="slides/slide125.xml"/><Relationship Id="rId143" Type="http://schemas.openxmlformats.org/officeDocument/2006/relationships/slide" Target="slides/slide134.xml"/><Relationship Id="rId162" Type="http://schemas.openxmlformats.org/officeDocument/2006/relationships/slide" Target="slides/slide154.xml"/><Relationship Id="rId211" Type="http://schemas.openxmlformats.org/officeDocument/2006/relationships/slide" Target="slides/slide205.xml"/><Relationship Id="rId215" Type="http://schemas.openxmlformats.org/officeDocument/2006/relationships/slide" Target="slides/slide209.xml"/><Relationship Id="rId219" Type="http://schemas.openxmlformats.org/officeDocument/2006/relationships/slide" Target="slides/slide213.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c:v>
                </c:pt>
                <c:pt idx="1">
                  <c:v>0</c:v>
                </c:pt>
                <c:pt idx="2">
                  <c:v>0</c:v>
                </c:pt>
                <c:pt idx="3">
                  <c:v>0</c:v>
                </c:pt>
                <c:pt idx="4">
                  <c:v>0</c:v>
                </c:pt>
                <c:pt idx="5">
                  <c:v>0</c:v>
                </c:pt>
                <c:pt idx="6">
                  <c:v>0</c:v>
                </c:pt>
                <c:pt idx="7">
                  <c:v>0</c:v>
                </c:pt>
                <c:pt idx="8">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c:v>
                </c:pt>
                <c:pt idx="1">
                  <c:v>0</c:v>
                </c:pt>
                <c:pt idx="2">
                  <c:v>0</c:v>
                </c:pt>
                <c:pt idx="3">
                  <c:v>0</c:v>
                </c:pt>
                <c:pt idx="4">
                  <c:v>0</c:v>
                </c:pt>
                <c:pt idx="5">
                  <c:v>0</c:v>
                </c:pt>
                <c:pt idx="6">
                  <c:v>0</c:v>
                </c:pt>
                <c:pt idx="7">
                  <c:v>0</c:v>
                </c:pt>
                <c:pt idx="8">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chart" Target="../charts/chart35.xml"/><Relationship Id="rId10" Type="http://schemas.openxmlformats.org/officeDocument/2006/relationships/chart" Target="../charts/chart36.xml"/><Relationship Id="rId11" Type="http://schemas.openxmlformats.org/officeDocument/2006/relationships/chart" Target="../charts/chart37.xml"/><Relationship Id="rId12" Type="http://schemas.openxmlformats.org/officeDocument/2006/relationships/chart" Target="../charts/chart38.xml"/><Relationship Id="rId13" Type="http://schemas.openxmlformats.org/officeDocument/2006/relationships/chart" Target="../charts/chart39.xml"/><Relationship Id="rId14" Type="http://schemas.openxmlformats.org/officeDocument/2006/relationships/chart" Target="../charts/chart40.xml"/><Relationship Id="rId15" Type="http://schemas.openxmlformats.org/officeDocument/2006/relationships/chart" Target="../charts/chart41.xml"/><Relationship Id="rId16" Type="http://schemas.openxmlformats.org/officeDocument/2006/relationships/chart" Target="../charts/chart42.xml"/><Relationship Id="rId17"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8.xml"/><Relationship Id="rId3" Type="http://schemas.openxmlformats.org/officeDocument/2006/relationships/chart" Target="../charts/chart49.xml"/><Relationship Id="rId4" Type="http://schemas.openxmlformats.org/officeDocument/2006/relationships/chart" Target="../charts/chart50.xml"/><Relationship Id="rId5" Type="http://schemas.openxmlformats.org/officeDocument/2006/relationships/chart" Target="../charts/chart51.xml"/><Relationship Id="rId6" Type="http://schemas.openxmlformats.org/officeDocument/2006/relationships/chart" Target="../charts/chart52.xml"/><Relationship Id="rId7" Type="http://schemas.openxmlformats.org/officeDocument/2006/relationships/chart" Target="../charts/chart53.xml"/><Relationship Id="rId8" Type="http://schemas.openxmlformats.org/officeDocument/2006/relationships/chart" Target="../charts/chart54.xml"/><Relationship Id="rId9" Type="http://schemas.openxmlformats.org/officeDocument/2006/relationships/chart" Target="../charts/chart55.xml"/><Relationship Id="rId10" Type="http://schemas.openxmlformats.org/officeDocument/2006/relationships/chart" Target="../charts/chart56.xml"/><Relationship Id="rId11" Type="http://schemas.openxmlformats.org/officeDocument/2006/relationships/chart" Target="../charts/chart57.xml"/><Relationship Id="rId12" Type="http://schemas.openxmlformats.org/officeDocument/2006/relationships/chart" Target="../charts/chart58.xml"/><Relationship Id="rId13" Type="http://schemas.openxmlformats.org/officeDocument/2006/relationships/chart" Target="../charts/chart59.xml"/><Relationship Id="rId14" Type="http://schemas.openxmlformats.org/officeDocument/2006/relationships/chart" Target="../charts/chart60.xml"/><Relationship Id="rId15" Type="http://schemas.openxmlformats.org/officeDocument/2006/relationships/chart" Target="../charts/chart61.xml"/><Relationship Id="rId16" Type="http://schemas.openxmlformats.org/officeDocument/2006/relationships/chart" Target="../charts/chart62.xml"/><Relationship Id="rId17" Type="http://schemas.openxmlformats.org/officeDocument/2006/relationships/notesSlide" Target="../notesSlides/notesSlide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9.xml"/><Relationship Id="rId3" Type="http://schemas.openxmlformats.org/officeDocument/2006/relationships/chart" Target="../charts/chart70.xml"/><Relationship Id="rId4" Type="http://schemas.openxmlformats.org/officeDocument/2006/relationships/chart" Target="../charts/chart71.xml"/><Relationship Id="rId5" Type="http://schemas.openxmlformats.org/officeDocument/2006/relationships/chart" Target="../charts/chart72.xml"/><Relationship Id="rId6" Type="http://schemas.openxmlformats.org/officeDocument/2006/relationships/chart" Target="../charts/chart73.xml"/><Relationship Id="rId7" Type="http://schemas.openxmlformats.org/officeDocument/2006/relationships/chart" Target="../charts/chart74.xml"/><Relationship Id="rId8" Type="http://schemas.openxmlformats.org/officeDocument/2006/relationships/chart" Target="../charts/chart75.xml"/><Relationship Id="rId9" Type="http://schemas.openxmlformats.org/officeDocument/2006/relationships/chart" Target="../charts/chart76.xml"/><Relationship Id="rId10" Type="http://schemas.openxmlformats.org/officeDocument/2006/relationships/chart" Target="../charts/chart77.xml"/><Relationship Id="rId11" Type="http://schemas.openxmlformats.org/officeDocument/2006/relationships/chart" Target="../charts/chart78.xml"/><Relationship Id="rId12" Type="http://schemas.openxmlformats.org/officeDocument/2006/relationships/chart" Target="../charts/chart79.xml"/><Relationship Id="rId13" Type="http://schemas.openxmlformats.org/officeDocument/2006/relationships/chart" Target="../charts/chart80.xml"/><Relationship Id="rId14" Type="http://schemas.openxmlformats.org/officeDocument/2006/relationships/chart" Target="../charts/chart81.xml"/><Relationship Id="rId15" Type="http://schemas.openxmlformats.org/officeDocument/2006/relationships/chart" Target="../charts/chart82.xml"/><Relationship Id="rId16" Type="http://schemas.openxmlformats.org/officeDocument/2006/relationships/chart" Target="../charts/chart83.xml"/><Relationship Id="rId17"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0.xml"/><Relationship Id="rId3" Type="http://schemas.openxmlformats.org/officeDocument/2006/relationships/chart" Target="../charts/chart91.xml"/><Relationship Id="rId4" Type="http://schemas.openxmlformats.org/officeDocument/2006/relationships/chart" Target="../charts/chart92.xml"/><Relationship Id="rId5" Type="http://schemas.openxmlformats.org/officeDocument/2006/relationships/chart" Target="../charts/chart93.xml"/><Relationship Id="rId6" Type="http://schemas.openxmlformats.org/officeDocument/2006/relationships/chart" Target="../charts/chart94.xml"/><Relationship Id="rId7" Type="http://schemas.openxmlformats.org/officeDocument/2006/relationships/chart" Target="../charts/chart95.xml"/><Relationship Id="rId8" Type="http://schemas.openxmlformats.org/officeDocument/2006/relationships/chart" Target="../charts/chart96.xml"/><Relationship Id="rId9" Type="http://schemas.openxmlformats.org/officeDocument/2006/relationships/chart" Target="../charts/chart97.xml"/><Relationship Id="rId10" Type="http://schemas.openxmlformats.org/officeDocument/2006/relationships/chart" Target="../charts/chart98.xml"/><Relationship Id="rId11" Type="http://schemas.openxmlformats.org/officeDocument/2006/relationships/chart" Target="../charts/chart99.xml"/><Relationship Id="rId12" Type="http://schemas.openxmlformats.org/officeDocument/2006/relationships/chart" Target="../charts/chart100.xml"/><Relationship Id="rId13" Type="http://schemas.openxmlformats.org/officeDocument/2006/relationships/chart" Target="../charts/chart101.xml"/><Relationship Id="rId14" Type="http://schemas.openxmlformats.org/officeDocument/2006/relationships/chart" Target="../charts/chart102.xml"/><Relationship Id="rId15" Type="http://schemas.openxmlformats.org/officeDocument/2006/relationships/chart" Target="../charts/chart103.xml"/><Relationship Id="rId16" Type="http://schemas.openxmlformats.org/officeDocument/2006/relationships/chart" Target="../charts/chart104.xml"/><Relationship Id="rId17" Type="http://schemas.openxmlformats.org/officeDocument/2006/relationships/notesSlide" Target="../notesSlides/notesSlide3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0.xml"/><Relationship Id="rId3" Type="http://schemas.openxmlformats.org/officeDocument/2006/relationships/chart" Target="../charts/chart111.xml"/><Relationship Id="rId4" Type="http://schemas.openxmlformats.org/officeDocument/2006/relationships/chart" Target="../charts/chart112.xml"/><Relationship Id="rId5" Type="http://schemas.openxmlformats.org/officeDocument/2006/relationships/chart" Target="../charts/chart113.xml"/><Relationship Id="rId6" Type="http://schemas.openxmlformats.org/officeDocument/2006/relationships/chart" Target="../charts/chart114.xml"/><Relationship Id="rId7" Type="http://schemas.openxmlformats.org/officeDocument/2006/relationships/chart" Target="../charts/chart115.xml"/><Relationship Id="rId8" Type="http://schemas.openxmlformats.org/officeDocument/2006/relationships/chart" Target="../charts/chart116.xml"/><Relationship Id="rId9" Type="http://schemas.openxmlformats.org/officeDocument/2006/relationships/chart" Target="../charts/chart117.xml"/><Relationship Id="rId10" Type="http://schemas.openxmlformats.org/officeDocument/2006/relationships/chart" Target="../charts/chart118.xml"/><Relationship Id="rId11" Type="http://schemas.openxmlformats.org/officeDocument/2006/relationships/chart" Target="../charts/chart119.xml"/><Relationship Id="rId12" Type="http://schemas.openxmlformats.org/officeDocument/2006/relationships/chart" Target="../charts/chart120.xml"/><Relationship Id="rId13" Type="http://schemas.openxmlformats.org/officeDocument/2006/relationships/chart" Target="../charts/chart121.xml"/><Relationship Id="rId14" Type="http://schemas.openxmlformats.org/officeDocument/2006/relationships/chart" Target="../charts/chart122.xml"/><Relationship Id="rId15" Type="http://schemas.openxmlformats.org/officeDocument/2006/relationships/chart" Target="../charts/chart123.xml"/><Relationship Id="rId16" Type="http://schemas.openxmlformats.org/officeDocument/2006/relationships/chart" Target="../charts/chart124.xml"/><Relationship Id="rId17" Type="http://schemas.openxmlformats.org/officeDocument/2006/relationships/notesSlide" Target="../notesSlides/notes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chart" Target="../charts/chart135.xml"/><Relationship Id="rId7" Type="http://schemas.openxmlformats.org/officeDocument/2006/relationships/chart" Target="../charts/chart136.xml"/><Relationship Id="rId8" Type="http://schemas.openxmlformats.org/officeDocument/2006/relationships/chart" Target="../charts/chart137.xml"/><Relationship Id="rId9" Type="http://schemas.openxmlformats.org/officeDocument/2006/relationships/chart" Target="../charts/chart138.xml"/><Relationship Id="rId10" Type="http://schemas.openxmlformats.org/officeDocument/2006/relationships/chart" Target="../charts/chart139.xml"/><Relationship Id="rId11" Type="http://schemas.openxmlformats.org/officeDocument/2006/relationships/chart" Target="../charts/chart140.xml"/><Relationship Id="rId12" Type="http://schemas.openxmlformats.org/officeDocument/2006/relationships/chart" Target="../charts/chart141.xml"/><Relationship Id="rId13" Type="http://schemas.openxmlformats.org/officeDocument/2006/relationships/chart" Target="../charts/chart142.xml"/><Relationship Id="rId14" Type="http://schemas.openxmlformats.org/officeDocument/2006/relationships/chart" Target="../charts/chart143.xml"/><Relationship Id="rId15" Type="http://schemas.openxmlformats.org/officeDocument/2006/relationships/chart" Target="../charts/chart144.xml"/><Relationship Id="rId16" Type="http://schemas.openxmlformats.org/officeDocument/2006/relationships/chart" Target="../charts/chart145.xml"/><Relationship Id="rId17"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chart" Target="../charts/chart156.xml"/><Relationship Id="rId7" Type="http://schemas.openxmlformats.org/officeDocument/2006/relationships/chart" Target="../charts/chart157.xml"/><Relationship Id="rId8" Type="http://schemas.openxmlformats.org/officeDocument/2006/relationships/chart" Target="../charts/chart158.xml"/><Relationship Id="rId9" Type="http://schemas.openxmlformats.org/officeDocument/2006/relationships/chart" Target="../charts/chart159.xml"/><Relationship Id="rId10" Type="http://schemas.openxmlformats.org/officeDocument/2006/relationships/chart" Target="../charts/chart160.xml"/><Relationship Id="rId11" Type="http://schemas.openxmlformats.org/officeDocument/2006/relationships/chart" Target="../charts/chart161.xml"/><Relationship Id="rId12" Type="http://schemas.openxmlformats.org/officeDocument/2006/relationships/chart" Target="../charts/chart162.xml"/><Relationship Id="rId13" Type="http://schemas.openxmlformats.org/officeDocument/2006/relationships/chart" Target="../charts/chart163.xml"/><Relationship Id="rId14" Type="http://schemas.openxmlformats.org/officeDocument/2006/relationships/chart" Target="../charts/chart164.xml"/><Relationship Id="rId15" Type="http://schemas.openxmlformats.org/officeDocument/2006/relationships/chart" Target="../charts/chart165.xml"/><Relationship Id="rId16" Type="http://schemas.openxmlformats.org/officeDocument/2006/relationships/chart" Target="../charts/chart166.xml"/><Relationship Id="rId17" Type="http://schemas.openxmlformats.org/officeDocument/2006/relationships/notesSlide" Target="../notesSlides/notesSlide5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3.xml"/><Relationship Id="rId3" Type="http://schemas.openxmlformats.org/officeDocument/2006/relationships/chart" Target="../charts/chart174.xml"/><Relationship Id="rId4" Type="http://schemas.openxmlformats.org/officeDocument/2006/relationships/chart" Target="../charts/chart175.xml"/><Relationship Id="rId5" Type="http://schemas.openxmlformats.org/officeDocument/2006/relationships/chart" Target="../charts/chart176.xml"/><Relationship Id="rId6" Type="http://schemas.openxmlformats.org/officeDocument/2006/relationships/chart" Target="../charts/chart177.xml"/><Relationship Id="rId7" Type="http://schemas.openxmlformats.org/officeDocument/2006/relationships/chart" Target="../charts/chart178.xml"/><Relationship Id="rId8" Type="http://schemas.openxmlformats.org/officeDocument/2006/relationships/chart" Target="../charts/chart179.xml"/><Relationship Id="rId9" Type="http://schemas.openxmlformats.org/officeDocument/2006/relationships/chart" Target="../charts/chart180.xml"/><Relationship Id="rId10" Type="http://schemas.openxmlformats.org/officeDocument/2006/relationships/chart" Target="../charts/chart181.xml"/><Relationship Id="rId11" Type="http://schemas.openxmlformats.org/officeDocument/2006/relationships/chart" Target="../charts/chart182.xml"/><Relationship Id="rId12" Type="http://schemas.openxmlformats.org/officeDocument/2006/relationships/chart" Target="../charts/chart183.xml"/><Relationship Id="rId13" Type="http://schemas.openxmlformats.org/officeDocument/2006/relationships/chart" Target="../charts/chart184.xml"/><Relationship Id="rId14" Type="http://schemas.openxmlformats.org/officeDocument/2006/relationships/chart" Target="../charts/chart185.xml"/><Relationship Id="rId15" Type="http://schemas.openxmlformats.org/officeDocument/2006/relationships/chart" Target="../charts/chart186.xml"/><Relationship Id="rId16" Type="http://schemas.openxmlformats.org/officeDocument/2006/relationships/chart" Target="../charts/chart187.xml"/><Relationship Id="rId17" Type="http://schemas.openxmlformats.org/officeDocument/2006/relationships/notesSlide" Target="../notesSlides/notesSlide6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3.xml"/><Relationship Id="rId3" Type="http://schemas.openxmlformats.org/officeDocument/2006/relationships/chart" Target="../charts/chart194.xml"/><Relationship Id="rId4" Type="http://schemas.openxmlformats.org/officeDocument/2006/relationships/chart" Target="../charts/chart195.xml"/><Relationship Id="rId5" Type="http://schemas.openxmlformats.org/officeDocument/2006/relationships/chart" Target="../charts/chart196.xml"/><Relationship Id="rId6" Type="http://schemas.openxmlformats.org/officeDocument/2006/relationships/chart" Target="../charts/chart197.xml"/><Relationship Id="rId7" Type="http://schemas.openxmlformats.org/officeDocument/2006/relationships/chart" Target="../charts/chart198.xml"/><Relationship Id="rId8" Type="http://schemas.openxmlformats.org/officeDocument/2006/relationships/chart" Target="../charts/chart199.xml"/><Relationship Id="rId9" Type="http://schemas.openxmlformats.org/officeDocument/2006/relationships/chart" Target="../charts/chart200.xml"/><Relationship Id="rId10" Type="http://schemas.openxmlformats.org/officeDocument/2006/relationships/chart" Target="../charts/chart201.xml"/><Relationship Id="rId11" Type="http://schemas.openxmlformats.org/officeDocument/2006/relationships/chart" Target="../charts/chart202.xml"/><Relationship Id="rId12" Type="http://schemas.openxmlformats.org/officeDocument/2006/relationships/chart" Target="../charts/chart203.xml"/><Relationship Id="rId13" Type="http://schemas.openxmlformats.org/officeDocument/2006/relationships/chart" Target="../charts/chart204.xml"/><Relationship Id="rId14" Type="http://schemas.openxmlformats.org/officeDocument/2006/relationships/chart" Target="../charts/chart205.xml"/><Relationship Id="rId15" Type="http://schemas.openxmlformats.org/officeDocument/2006/relationships/chart" Target="../charts/chart206.xml"/><Relationship Id="rId16" Type="http://schemas.openxmlformats.org/officeDocument/2006/relationships/chart" Target="../charts/chart207.xml"/><Relationship Id="rId17"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chart" Target="../charts/chart223.xml"/><Relationship Id="rId13" Type="http://schemas.openxmlformats.org/officeDocument/2006/relationships/chart" Target="../charts/chart224.xml"/><Relationship Id="rId14" Type="http://schemas.openxmlformats.org/officeDocument/2006/relationships/chart" Target="../charts/chart225.xml"/><Relationship Id="rId15" Type="http://schemas.openxmlformats.org/officeDocument/2006/relationships/chart" Target="../charts/chart226.xml"/><Relationship Id="rId16" Type="http://schemas.openxmlformats.org/officeDocument/2006/relationships/chart" Target="../charts/chart227.xml"/><Relationship Id="rId17" Type="http://schemas.openxmlformats.org/officeDocument/2006/relationships/notesSlide" Target="../notesSlides/notesSlide7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chart" Target="../charts/chart238.xml"/><Relationship Id="rId8" Type="http://schemas.openxmlformats.org/officeDocument/2006/relationships/chart" Target="../charts/chart239.xml"/><Relationship Id="rId9" Type="http://schemas.openxmlformats.org/officeDocument/2006/relationships/chart" Target="../charts/chart240.xml"/><Relationship Id="rId10" Type="http://schemas.openxmlformats.org/officeDocument/2006/relationships/chart" Target="../charts/chart241.xml"/><Relationship Id="rId11" Type="http://schemas.openxmlformats.org/officeDocument/2006/relationships/chart" Target="../charts/chart242.xml"/><Relationship Id="rId12" Type="http://schemas.openxmlformats.org/officeDocument/2006/relationships/chart" Target="../charts/chart243.xml"/><Relationship Id="rId13" Type="http://schemas.openxmlformats.org/officeDocument/2006/relationships/chart" Target="../charts/chart244.xml"/><Relationship Id="rId14" Type="http://schemas.openxmlformats.org/officeDocument/2006/relationships/chart" Target="../charts/chart245.xml"/><Relationship Id="rId15" Type="http://schemas.openxmlformats.org/officeDocument/2006/relationships/chart" Target="../charts/chart246.xml"/><Relationship Id="rId16" Type="http://schemas.openxmlformats.org/officeDocument/2006/relationships/chart" Target="../charts/chart247.xml"/><Relationship Id="rId17" Type="http://schemas.openxmlformats.org/officeDocument/2006/relationships/notesSlide" Target="../notesSlides/notesSlide8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6.xml"/><Relationship Id="rId3" Type="http://schemas.openxmlformats.org/officeDocument/2006/relationships/chart" Target="../charts/chart257.xml"/><Relationship Id="rId4" Type="http://schemas.openxmlformats.org/officeDocument/2006/relationships/chart" Target="../charts/chart258.xml"/><Relationship Id="rId5" Type="http://schemas.openxmlformats.org/officeDocument/2006/relationships/chart" Target="../charts/chart259.xml"/><Relationship Id="rId6" Type="http://schemas.openxmlformats.org/officeDocument/2006/relationships/chart" Target="../charts/chart260.xml"/><Relationship Id="rId7" Type="http://schemas.openxmlformats.org/officeDocument/2006/relationships/chart" Target="../charts/chart261.xml"/><Relationship Id="rId8" Type="http://schemas.openxmlformats.org/officeDocument/2006/relationships/chart" Target="../charts/chart262.xml"/><Relationship Id="rId9" Type="http://schemas.openxmlformats.org/officeDocument/2006/relationships/chart" Target="../charts/chart263.xml"/><Relationship Id="rId10" Type="http://schemas.openxmlformats.org/officeDocument/2006/relationships/chart" Target="../charts/chart264.xml"/><Relationship Id="rId11" Type="http://schemas.openxmlformats.org/officeDocument/2006/relationships/chart" Target="../charts/chart265.xml"/><Relationship Id="rId12" Type="http://schemas.openxmlformats.org/officeDocument/2006/relationships/chart" Target="../charts/chart266.xml"/><Relationship Id="rId13" Type="http://schemas.openxmlformats.org/officeDocument/2006/relationships/chart" Target="../charts/chart267.xml"/><Relationship Id="rId14" Type="http://schemas.openxmlformats.org/officeDocument/2006/relationships/chart" Target="../charts/chart268.xml"/><Relationship Id="rId15" Type="http://schemas.openxmlformats.org/officeDocument/2006/relationships/chart" Target="../charts/chart269.xml"/><Relationship Id="rId16" Type="http://schemas.openxmlformats.org/officeDocument/2006/relationships/chart" Target="../charts/chart270.xml"/><Relationship Id="rId17" Type="http://schemas.openxmlformats.org/officeDocument/2006/relationships/notesSlide" Target="../notesSlides/notesSlide8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6.xml"/><Relationship Id="rId3" Type="http://schemas.openxmlformats.org/officeDocument/2006/relationships/chart" Target="../charts/chart277.xml"/><Relationship Id="rId4" Type="http://schemas.openxmlformats.org/officeDocument/2006/relationships/chart" Target="../charts/chart278.xml"/><Relationship Id="rId5" Type="http://schemas.openxmlformats.org/officeDocument/2006/relationships/chart" Target="../charts/chart279.xml"/><Relationship Id="rId6" Type="http://schemas.openxmlformats.org/officeDocument/2006/relationships/chart" Target="../charts/chart280.xml"/><Relationship Id="rId7" Type="http://schemas.openxmlformats.org/officeDocument/2006/relationships/chart" Target="../charts/chart281.xml"/><Relationship Id="rId8" Type="http://schemas.openxmlformats.org/officeDocument/2006/relationships/chart" Target="../charts/chart282.xml"/><Relationship Id="rId9" Type="http://schemas.openxmlformats.org/officeDocument/2006/relationships/chart" Target="../charts/chart283.xml"/><Relationship Id="rId10" Type="http://schemas.openxmlformats.org/officeDocument/2006/relationships/chart" Target="../charts/chart284.xml"/><Relationship Id="rId11" Type="http://schemas.openxmlformats.org/officeDocument/2006/relationships/chart" Target="../charts/chart285.xml"/><Relationship Id="rId12" Type="http://schemas.openxmlformats.org/officeDocument/2006/relationships/chart" Target="../charts/chart286.xml"/><Relationship Id="rId13" Type="http://schemas.openxmlformats.org/officeDocument/2006/relationships/chart" Target="../charts/chart287.xml"/><Relationship Id="rId14" Type="http://schemas.openxmlformats.org/officeDocument/2006/relationships/chart" Target="../charts/chart288.xml"/><Relationship Id="rId15" Type="http://schemas.openxmlformats.org/officeDocument/2006/relationships/chart" Target="../charts/chart289.xml"/><Relationship Id="rId16" Type="http://schemas.openxmlformats.org/officeDocument/2006/relationships/chart" Target="../charts/chart290.xml"/><Relationship Id="rId17"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7.xml"/><Relationship Id="rId3" Type="http://schemas.openxmlformats.org/officeDocument/2006/relationships/chart" Target="../charts/chart298.xml"/><Relationship Id="rId4" Type="http://schemas.openxmlformats.org/officeDocument/2006/relationships/chart" Target="../charts/chart299.xml"/><Relationship Id="rId5" Type="http://schemas.openxmlformats.org/officeDocument/2006/relationships/chart" Target="../charts/chart300.xml"/><Relationship Id="rId6" Type="http://schemas.openxmlformats.org/officeDocument/2006/relationships/chart" Target="../charts/chart301.xml"/><Relationship Id="rId7" Type="http://schemas.openxmlformats.org/officeDocument/2006/relationships/chart" Target="../charts/chart302.xml"/><Relationship Id="rId8" Type="http://schemas.openxmlformats.org/officeDocument/2006/relationships/chart" Target="../charts/chart303.xml"/><Relationship Id="rId9" Type="http://schemas.openxmlformats.org/officeDocument/2006/relationships/chart" Target="../charts/chart304.xml"/><Relationship Id="rId10" Type="http://schemas.openxmlformats.org/officeDocument/2006/relationships/chart" Target="../charts/chart305.xml"/><Relationship Id="rId11" Type="http://schemas.openxmlformats.org/officeDocument/2006/relationships/chart" Target="../charts/chart306.xml"/><Relationship Id="rId12" Type="http://schemas.openxmlformats.org/officeDocument/2006/relationships/chart" Target="../charts/chart307.xml"/><Relationship Id="rId13" Type="http://schemas.openxmlformats.org/officeDocument/2006/relationships/chart" Target="../charts/chart308.xml"/><Relationship Id="rId14" Type="http://schemas.openxmlformats.org/officeDocument/2006/relationships/chart" Target="../charts/chart309.xml"/><Relationship Id="rId15" Type="http://schemas.openxmlformats.org/officeDocument/2006/relationships/chart" Target="../charts/chart310.xml"/><Relationship Id="rId16" Type="http://schemas.openxmlformats.org/officeDocument/2006/relationships/chart" Target="../charts/chart311.xml"/><Relationship Id="rId17" Type="http://schemas.openxmlformats.org/officeDocument/2006/relationships/notesSlide" Target="../notesSlides/notesSlide10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8.xml"/><Relationship Id="rId3" Type="http://schemas.openxmlformats.org/officeDocument/2006/relationships/chart" Target="../charts/chart319.xml"/><Relationship Id="rId4" Type="http://schemas.openxmlformats.org/officeDocument/2006/relationships/chart" Target="../charts/chart320.xml"/><Relationship Id="rId5" Type="http://schemas.openxmlformats.org/officeDocument/2006/relationships/chart" Target="../charts/chart321.xml"/><Relationship Id="rId6" Type="http://schemas.openxmlformats.org/officeDocument/2006/relationships/chart" Target="../charts/chart322.xml"/><Relationship Id="rId7" Type="http://schemas.openxmlformats.org/officeDocument/2006/relationships/chart" Target="../charts/chart323.xml"/><Relationship Id="rId8" Type="http://schemas.openxmlformats.org/officeDocument/2006/relationships/chart" Target="../charts/chart324.xml"/><Relationship Id="rId9" Type="http://schemas.openxmlformats.org/officeDocument/2006/relationships/chart" Target="../charts/chart325.xml"/><Relationship Id="rId10" Type="http://schemas.openxmlformats.org/officeDocument/2006/relationships/chart" Target="../charts/chart326.xml"/><Relationship Id="rId11" Type="http://schemas.openxmlformats.org/officeDocument/2006/relationships/chart" Target="../charts/chart327.xml"/><Relationship Id="rId12" Type="http://schemas.openxmlformats.org/officeDocument/2006/relationships/chart" Target="../charts/chart328.xml"/><Relationship Id="rId13" Type="http://schemas.openxmlformats.org/officeDocument/2006/relationships/chart" Target="../charts/chart329.xml"/><Relationship Id="rId14" Type="http://schemas.openxmlformats.org/officeDocument/2006/relationships/chart" Target="../charts/chart330.xml"/><Relationship Id="rId15" Type="http://schemas.openxmlformats.org/officeDocument/2006/relationships/chart" Target="../charts/chart331.xml"/><Relationship Id="rId16" Type="http://schemas.openxmlformats.org/officeDocument/2006/relationships/chart" Target="../charts/chart332.xml"/><Relationship Id="rId17" Type="http://schemas.openxmlformats.org/officeDocument/2006/relationships/notesSlide" Target="../notesSlides/notesSlide10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notesSlide" Target="../notesSlides/notesSlide110.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0.xml"/><Relationship Id="rId3" Type="http://schemas.openxmlformats.org/officeDocument/2006/relationships/chart" Target="../charts/chart361.xml"/><Relationship Id="rId4" Type="http://schemas.openxmlformats.org/officeDocument/2006/relationships/chart" Target="../charts/chart362.xml"/><Relationship Id="rId5" Type="http://schemas.openxmlformats.org/officeDocument/2006/relationships/chart" Target="../charts/chart363.xml"/><Relationship Id="rId6" Type="http://schemas.openxmlformats.org/officeDocument/2006/relationships/chart" Target="../charts/chart364.xml"/><Relationship Id="rId7" Type="http://schemas.openxmlformats.org/officeDocument/2006/relationships/chart" Target="../charts/chart365.xml"/><Relationship Id="rId8" Type="http://schemas.openxmlformats.org/officeDocument/2006/relationships/chart" Target="../charts/chart366.xml"/><Relationship Id="rId9" Type="http://schemas.openxmlformats.org/officeDocument/2006/relationships/chart" Target="../charts/chart367.xml"/><Relationship Id="rId10" Type="http://schemas.openxmlformats.org/officeDocument/2006/relationships/chart" Target="../charts/chart368.xml"/><Relationship Id="rId11" Type="http://schemas.openxmlformats.org/officeDocument/2006/relationships/chart" Target="../charts/chart369.xml"/><Relationship Id="rId12" Type="http://schemas.openxmlformats.org/officeDocument/2006/relationships/chart" Target="../charts/chart370.xml"/><Relationship Id="rId13" Type="http://schemas.openxmlformats.org/officeDocument/2006/relationships/chart" Target="../charts/chart371.xml"/><Relationship Id="rId14" Type="http://schemas.openxmlformats.org/officeDocument/2006/relationships/chart" Target="../charts/chart372.xml"/><Relationship Id="rId15" Type="http://schemas.openxmlformats.org/officeDocument/2006/relationships/chart" Target="../charts/chart373.xml"/><Relationship Id="rId16" Type="http://schemas.openxmlformats.org/officeDocument/2006/relationships/chart" Target="../charts/chart374.xml"/><Relationship Id="rId17"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1.xml"/><Relationship Id="rId3" Type="http://schemas.openxmlformats.org/officeDocument/2006/relationships/chart" Target="../charts/chart382.xml"/><Relationship Id="rId4" Type="http://schemas.openxmlformats.org/officeDocument/2006/relationships/chart" Target="../charts/chart383.xml"/><Relationship Id="rId5" Type="http://schemas.openxmlformats.org/officeDocument/2006/relationships/chart" Target="../charts/chart384.xml"/><Relationship Id="rId6" Type="http://schemas.openxmlformats.org/officeDocument/2006/relationships/chart" Target="../charts/chart385.xml"/><Relationship Id="rId7" Type="http://schemas.openxmlformats.org/officeDocument/2006/relationships/chart" Target="../charts/chart386.xml"/><Relationship Id="rId8" Type="http://schemas.openxmlformats.org/officeDocument/2006/relationships/chart" Target="../charts/chart387.xml"/><Relationship Id="rId9" Type="http://schemas.openxmlformats.org/officeDocument/2006/relationships/chart" Target="../charts/chart388.xml"/><Relationship Id="rId10" Type="http://schemas.openxmlformats.org/officeDocument/2006/relationships/chart" Target="../charts/chart389.xml"/><Relationship Id="rId11" Type="http://schemas.openxmlformats.org/officeDocument/2006/relationships/chart" Target="../charts/chart390.xml"/><Relationship Id="rId12" Type="http://schemas.openxmlformats.org/officeDocument/2006/relationships/chart" Target="../charts/chart391.xml"/><Relationship Id="rId13" Type="http://schemas.openxmlformats.org/officeDocument/2006/relationships/chart" Target="../charts/chart392.xml"/><Relationship Id="rId14" Type="http://schemas.openxmlformats.org/officeDocument/2006/relationships/chart" Target="../charts/chart393.xml"/><Relationship Id="rId15" Type="http://schemas.openxmlformats.org/officeDocument/2006/relationships/chart" Target="../charts/chart394.xml"/><Relationship Id="rId16" Type="http://schemas.openxmlformats.org/officeDocument/2006/relationships/chart" Target="../charts/chart395.xml"/><Relationship Id="rId17" Type="http://schemas.openxmlformats.org/officeDocument/2006/relationships/notesSlide" Target="../notesSlides/notesSlide12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02.xml"/><Relationship Id="rId3" Type="http://schemas.openxmlformats.org/officeDocument/2006/relationships/chart" Target="../charts/chart403.xml"/><Relationship Id="rId4" Type="http://schemas.openxmlformats.org/officeDocument/2006/relationships/chart" Target="../charts/chart404.xml"/><Relationship Id="rId5" Type="http://schemas.openxmlformats.org/officeDocument/2006/relationships/chart" Target="../charts/chart405.xml"/><Relationship Id="rId6" Type="http://schemas.openxmlformats.org/officeDocument/2006/relationships/chart" Target="../charts/chart406.xml"/><Relationship Id="rId7" Type="http://schemas.openxmlformats.org/officeDocument/2006/relationships/chart" Target="../charts/chart407.xml"/><Relationship Id="rId8" Type="http://schemas.openxmlformats.org/officeDocument/2006/relationships/chart" Target="../charts/chart408.xml"/><Relationship Id="rId9" Type="http://schemas.openxmlformats.org/officeDocument/2006/relationships/chart" Target="../charts/chart409.xml"/><Relationship Id="rId10" Type="http://schemas.openxmlformats.org/officeDocument/2006/relationships/chart" Target="../charts/chart410.xml"/><Relationship Id="rId11" Type="http://schemas.openxmlformats.org/officeDocument/2006/relationships/chart" Target="../charts/chart411.xml"/><Relationship Id="rId12" Type="http://schemas.openxmlformats.org/officeDocument/2006/relationships/chart" Target="../charts/chart412.xml"/><Relationship Id="rId13" Type="http://schemas.openxmlformats.org/officeDocument/2006/relationships/chart" Target="../charts/chart413.xml"/><Relationship Id="rId14" Type="http://schemas.openxmlformats.org/officeDocument/2006/relationships/chart" Target="../charts/chart414.xml"/><Relationship Id="rId15" Type="http://schemas.openxmlformats.org/officeDocument/2006/relationships/chart" Target="../charts/chart415.xml"/><Relationship Id="rId16" Type="http://schemas.openxmlformats.org/officeDocument/2006/relationships/chart" Target="../charts/chart416.xml"/><Relationship Id="rId17" Type="http://schemas.openxmlformats.org/officeDocument/2006/relationships/notesSlide" Target="../notesSlides/notesSlide12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23.xml"/><Relationship Id="rId3" Type="http://schemas.openxmlformats.org/officeDocument/2006/relationships/chart" Target="../charts/chart424.xml"/><Relationship Id="rId4" Type="http://schemas.openxmlformats.org/officeDocument/2006/relationships/chart" Target="../charts/chart425.xml"/><Relationship Id="rId5" Type="http://schemas.openxmlformats.org/officeDocument/2006/relationships/chart" Target="../charts/chart426.xml"/><Relationship Id="rId6" Type="http://schemas.openxmlformats.org/officeDocument/2006/relationships/chart" Target="../charts/chart427.xml"/><Relationship Id="rId7" Type="http://schemas.openxmlformats.org/officeDocument/2006/relationships/chart" Target="../charts/chart428.xml"/><Relationship Id="rId8" Type="http://schemas.openxmlformats.org/officeDocument/2006/relationships/chart" Target="../charts/chart429.xml"/><Relationship Id="rId9" Type="http://schemas.openxmlformats.org/officeDocument/2006/relationships/chart" Target="../charts/chart430.xml"/><Relationship Id="rId10" Type="http://schemas.openxmlformats.org/officeDocument/2006/relationships/chart" Target="../charts/chart431.xml"/><Relationship Id="rId11" Type="http://schemas.openxmlformats.org/officeDocument/2006/relationships/chart" Target="../charts/chart432.xml"/><Relationship Id="rId12" Type="http://schemas.openxmlformats.org/officeDocument/2006/relationships/chart" Target="../charts/chart433.xml"/><Relationship Id="rId13" Type="http://schemas.openxmlformats.org/officeDocument/2006/relationships/chart" Target="../charts/chart434.xml"/><Relationship Id="rId14" Type="http://schemas.openxmlformats.org/officeDocument/2006/relationships/chart" Target="../charts/chart435.xml"/><Relationship Id="rId15" Type="http://schemas.openxmlformats.org/officeDocument/2006/relationships/chart" Target="../charts/chart436.xml"/><Relationship Id="rId16" Type="http://schemas.openxmlformats.org/officeDocument/2006/relationships/chart" Target="../charts/chart437.xml"/><Relationship Id="rId17"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8.xml"/><Relationship Id="rId3" Type="http://schemas.openxmlformats.org/officeDocument/2006/relationships/chart" Target="../charts/chart449.xml"/><Relationship Id="rId4" Type="http://schemas.openxmlformats.org/officeDocument/2006/relationships/chart" Target="../charts/chart450.xml"/><Relationship Id="rId5" Type="http://schemas.openxmlformats.org/officeDocument/2006/relationships/chart" Target="../charts/chart451.xml"/><Relationship Id="rId6" Type="http://schemas.openxmlformats.org/officeDocument/2006/relationships/chart" Target="../charts/chart452.xml"/><Relationship Id="rId7" Type="http://schemas.openxmlformats.org/officeDocument/2006/relationships/chart" Target="../charts/chart453.xml"/><Relationship Id="rId8" Type="http://schemas.openxmlformats.org/officeDocument/2006/relationships/chart" Target="../charts/chart454.xml"/><Relationship Id="rId9" Type="http://schemas.openxmlformats.org/officeDocument/2006/relationships/chart" Target="../charts/chart455.xml"/><Relationship Id="rId10" Type="http://schemas.openxmlformats.org/officeDocument/2006/relationships/chart" Target="../charts/chart456.xml"/><Relationship Id="rId11" Type="http://schemas.openxmlformats.org/officeDocument/2006/relationships/chart" Target="../charts/chart457.xml"/><Relationship Id="rId12" Type="http://schemas.openxmlformats.org/officeDocument/2006/relationships/chart" Target="../charts/chart458.xml"/><Relationship Id="rId13" Type="http://schemas.openxmlformats.org/officeDocument/2006/relationships/chart" Target="../charts/chart459.xml"/><Relationship Id="rId14" Type="http://schemas.openxmlformats.org/officeDocument/2006/relationships/chart" Target="../charts/chart460.xml"/><Relationship Id="rId15" Type="http://schemas.openxmlformats.org/officeDocument/2006/relationships/chart" Target="../charts/chart461.xml"/><Relationship Id="rId16" Type="http://schemas.openxmlformats.org/officeDocument/2006/relationships/chart" Target="../charts/chart462.xml"/><Relationship Id="rId17" Type="http://schemas.openxmlformats.org/officeDocument/2006/relationships/notesSlide" Target="../notesSlides/notesSlide13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1.xml"/><Relationship Id="rId3" Type="http://schemas.openxmlformats.org/officeDocument/2006/relationships/chart" Target="../charts/chart472.xml"/><Relationship Id="rId4" Type="http://schemas.openxmlformats.org/officeDocument/2006/relationships/chart" Target="../charts/chart473.xml"/><Relationship Id="rId5" Type="http://schemas.openxmlformats.org/officeDocument/2006/relationships/chart" Target="../charts/chart474.xml"/><Relationship Id="rId6" Type="http://schemas.openxmlformats.org/officeDocument/2006/relationships/chart" Target="../charts/chart475.xml"/><Relationship Id="rId7" Type="http://schemas.openxmlformats.org/officeDocument/2006/relationships/chart" Target="../charts/chart476.xml"/><Relationship Id="rId8" Type="http://schemas.openxmlformats.org/officeDocument/2006/relationships/chart" Target="../charts/chart477.xml"/><Relationship Id="rId9" Type="http://schemas.openxmlformats.org/officeDocument/2006/relationships/chart" Target="../charts/chart478.xml"/><Relationship Id="rId10" Type="http://schemas.openxmlformats.org/officeDocument/2006/relationships/chart" Target="../charts/chart479.xml"/><Relationship Id="rId11" Type="http://schemas.openxmlformats.org/officeDocument/2006/relationships/chart" Target="../charts/chart480.xml"/><Relationship Id="rId12" Type="http://schemas.openxmlformats.org/officeDocument/2006/relationships/chart" Target="../charts/chart481.xml"/><Relationship Id="rId13" Type="http://schemas.openxmlformats.org/officeDocument/2006/relationships/chart" Target="../charts/chart482.xml"/><Relationship Id="rId14" Type="http://schemas.openxmlformats.org/officeDocument/2006/relationships/chart" Target="../charts/chart483.xml"/><Relationship Id="rId15" Type="http://schemas.openxmlformats.org/officeDocument/2006/relationships/chart" Target="../charts/chart484.xml"/><Relationship Id="rId16" Type="http://schemas.openxmlformats.org/officeDocument/2006/relationships/chart" Target="../charts/chart485.xml"/><Relationship Id="rId17" Type="http://schemas.openxmlformats.org/officeDocument/2006/relationships/notesSlide" Target="../notesSlides/notesSlide15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2.xml"/><Relationship Id="rId3" Type="http://schemas.openxmlformats.org/officeDocument/2006/relationships/chart" Target="../charts/chart493.xml"/><Relationship Id="rId4" Type="http://schemas.openxmlformats.org/officeDocument/2006/relationships/chart" Target="../charts/chart494.xml"/><Relationship Id="rId5" Type="http://schemas.openxmlformats.org/officeDocument/2006/relationships/chart" Target="../charts/chart495.xml"/><Relationship Id="rId6" Type="http://schemas.openxmlformats.org/officeDocument/2006/relationships/chart" Target="../charts/chart496.xml"/><Relationship Id="rId7" Type="http://schemas.openxmlformats.org/officeDocument/2006/relationships/chart" Target="../charts/chart497.xml"/><Relationship Id="rId8" Type="http://schemas.openxmlformats.org/officeDocument/2006/relationships/chart" Target="../charts/chart498.xml"/><Relationship Id="rId9" Type="http://schemas.openxmlformats.org/officeDocument/2006/relationships/chart" Target="../charts/chart499.xml"/><Relationship Id="rId10" Type="http://schemas.openxmlformats.org/officeDocument/2006/relationships/chart" Target="../charts/chart500.xml"/><Relationship Id="rId11" Type="http://schemas.openxmlformats.org/officeDocument/2006/relationships/chart" Target="../charts/chart501.xml"/><Relationship Id="rId12" Type="http://schemas.openxmlformats.org/officeDocument/2006/relationships/chart" Target="../charts/chart502.xml"/><Relationship Id="rId13" Type="http://schemas.openxmlformats.org/officeDocument/2006/relationships/chart" Target="../charts/chart503.xml"/><Relationship Id="rId14" Type="http://schemas.openxmlformats.org/officeDocument/2006/relationships/chart" Target="../charts/chart504.xml"/><Relationship Id="rId15" Type="http://schemas.openxmlformats.org/officeDocument/2006/relationships/chart" Target="../charts/chart505.xml"/><Relationship Id="rId16" Type="http://schemas.openxmlformats.org/officeDocument/2006/relationships/chart" Target="../charts/chart506.xml"/><Relationship Id="rId17" Type="http://schemas.openxmlformats.org/officeDocument/2006/relationships/notesSlide" Target="../notesSlides/notesSlide20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3.xml"/><Relationship Id="rId3" Type="http://schemas.openxmlformats.org/officeDocument/2006/relationships/chart" Target="../charts/chart514.xml"/><Relationship Id="rId4" Type="http://schemas.openxmlformats.org/officeDocument/2006/relationships/chart" Target="../charts/chart515.xml"/><Relationship Id="rId5" Type="http://schemas.openxmlformats.org/officeDocument/2006/relationships/chart" Target="../charts/chart516.xml"/><Relationship Id="rId6" Type="http://schemas.openxmlformats.org/officeDocument/2006/relationships/chart" Target="../charts/chart517.xml"/><Relationship Id="rId7" Type="http://schemas.openxmlformats.org/officeDocument/2006/relationships/chart" Target="../charts/chart518.xml"/><Relationship Id="rId8" Type="http://schemas.openxmlformats.org/officeDocument/2006/relationships/chart" Target="../charts/chart519.xml"/><Relationship Id="rId9" Type="http://schemas.openxmlformats.org/officeDocument/2006/relationships/chart" Target="../charts/chart520.xml"/><Relationship Id="rId10" Type="http://schemas.openxmlformats.org/officeDocument/2006/relationships/chart" Target="../charts/chart521.xml"/><Relationship Id="rId11" Type="http://schemas.openxmlformats.org/officeDocument/2006/relationships/chart" Target="../charts/chart522.xml"/><Relationship Id="rId12" Type="http://schemas.openxmlformats.org/officeDocument/2006/relationships/chart" Target="../charts/chart523.xml"/><Relationship Id="rId13" Type="http://schemas.openxmlformats.org/officeDocument/2006/relationships/chart" Target="../charts/chart524.xml"/><Relationship Id="rId14" Type="http://schemas.openxmlformats.org/officeDocument/2006/relationships/chart" Target="../charts/chart525.xml"/><Relationship Id="rId15" Type="http://schemas.openxmlformats.org/officeDocument/2006/relationships/chart" Target="../charts/chart526.xml"/><Relationship Id="rId16" Type="http://schemas.openxmlformats.org/officeDocument/2006/relationships/chart" Target="../charts/chart527.xml"/><Relationship Id="rId17" Type="http://schemas.openxmlformats.org/officeDocument/2006/relationships/notesSlide" Target="../notesSlides/notesSlide209.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4.xml"/><Relationship Id="rId3" Type="http://schemas.openxmlformats.org/officeDocument/2006/relationships/chart" Target="../charts/chart535.xml"/><Relationship Id="rId4" Type="http://schemas.openxmlformats.org/officeDocument/2006/relationships/chart" Target="../charts/chart536.xml"/><Relationship Id="rId5" Type="http://schemas.openxmlformats.org/officeDocument/2006/relationships/chart" Target="../charts/chart537.xml"/><Relationship Id="rId6" Type="http://schemas.openxmlformats.org/officeDocument/2006/relationships/chart" Target="../charts/chart538.xml"/><Relationship Id="rId7" Type="http://schemas.openxmlformats.org/officeDocument/2006/relationships/chart" Target="../charts/chart539.xml"/><Relationship Id="rId8" Type="http://schemas.openxmlformats.org/officeDocument/2006/relationships/chart" Target="../charts/chart540.xml"/><Relationship Id="rId9" Type="http://schemas.openxmlformats.org/officeDocument/2006/relationships/chart" Target="../charts/chart541.xml"/><Relationship Id="rId10" Type="http://schemas.openxmlformats.org/officeDocument/2006/relationships/chart" Target="../charts/chart542.xml"/><Relationship Id="rId11" Type="http://schemas.openxmlformats.org/officeDocument/2006/relationships/chart" Target="../charts/chart543.xml"/><Relationship Id="rId12" Type="http://schemas.openxmlformats.org/officeDocument/2006/relationships/chart" Target="../charts/chart544.xml"/><Relationship Id="rId13" Type="http://schemas.openxmlformats.org/officeDocument/2006/relationships/chart" Target="../charts/chart545.xml"/><Relationship Id="rId14" Type="http://schemas.openxmlformats.org/officeDocument/2006/relationships/chart" Target="../charts/chart546.xml"/><Relationship Id="rId15" Type="http://schemas.openxmlformats.org/officeDocument/2006/relationships/chart" Target="../charts/chart547.xml"/><Relationship Id="rId16" Type="http://schemas.openxmlformats.org/officeDocument/2006/relationships/chart" Target="../charts/chart548.xml"/><Relationship Id="rId17" Type="http://schemas.openxmlformats.org/officeDocument/2006/relationships/notesSlide" Target="../notesSlides/notesSlide213.xml"/></Relationships>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txBody>
          <a:bodyPr/>
          <a:p/>
        </p:txBody>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txBody>
          <a:bodyPr/>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txBody>
          <a:bodyPr/>
          <a:p/>
        </p:txBody>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txBody>
          <a:bodyPr/>
          <a:p/>
        </p:txBody>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txBody>
          <a:bodyPr/>
          <a:p/>
        </p:txBody>
      </p:sp>
      <p:sp>
        <p:nvSpPr>
          <p:cNvPr id="42" name="Shape 35"/>
          <p:cNvSpPr/>
          <p:nvPr/>
        </p:nvSpPr>
        <p:spPr>
          <a:xfrm>
            <a:off x="7775448" y="1847088"/>
            <a:ext cx="64008" cy="813816"/>
          </a:xfrm>
          <a:prstGeom prst="rect">
            <a:avLst/>
          </a:prstGeom>
          <a:solidFill>
            <a:srgbClr val="2587C5"/>
          </a:solidFill>
          <a:ln/>
        </p:spPr>
        <p:txBody>
          <a:bodyPr/>
          <a:p/>
        </p:txBody>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txBody>
          <a:bodyPr/>
          <a:p/>
        </p:txBody>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txBody>
          <a:bodyPr/>
          <a:p/>
        </p:txBody>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txBody>
          <a:bodyPr/>
          <a:p/>
        </p:txBody>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txBody>
          <a:bodyPr/>
          <a:p/>
        </p:txBody>
      </p:sp>
      <p:sp>
        <p:nvSpPr>
          <p:cNvPr id="73" name="Shape 61"/>
          <p:cNvSpPr/>
          <p:nvPr/>
        </p:nvSpPr>
        <p:spPr>
          <a:xfrm>
            <a:off x="11466576" y="1847088"/>
            <a:ext cx="64008" cy="813816"/>
          </a:xfrm>
          <a:prstGeom prst="rect">
            <a:avLst/>
          </a:prstGeom>
          <a:solidFill>
            <a:srgbClr val="12A566"/>
          </a:solidFill>
          <a:ln/>
        </p:spPr>
        <p:txBody>
          <a:bodyPr/>
          <a:p/>
        </p:txBody>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7"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8"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79" name="Shape 66"/>
          <p:cNvSpPr/>
          <p:nvPr/>
        </p:nvSpPr>
        <p:spPr>
          <a:xfrm>
            <a:off x="11466576" y="2734056"/>
            <a:ext cx="64008" cy="813816"/>
          </a:xfrm>
          <a:prstGeom prst="rect">
            <a:avLst/>
          </a:prstGeom>
          <a:solidFill>
            <a:srgbClr val="12A566"/>
          </a:solidFill>
          <a:ln/>
        </p:spPr>
        <p:txBody>
          <a:bodyPr/>
          <a:p/>
        </p:txBody>
      </p:sp>
      <p:sp>
        <p:nvSpPr>
          <p:cNvPr id="80"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2"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83"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4"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5" name="Shape 71"/>
          <p:cNvSpPr/>
          <p:nvPr/>
        </p:nvSpPr>
        <p:spPr>
          <a:xfrm>
            <a:off x="8040624" y="3584448"/>
            <a:ext cx="3489960" cy="886968"/>
          </a:xfrm>
          <a:prstGeom prst="rect">
            <a:avLst/>
          </a:prstGeom>
          <a:solidFill>
            <a:srgbClr val="F7F7F7"/>
          </a:solidFill>
          <a:ln/>
        </p:spPr>
        <p:txBody>
          <a:bodyPr/>
          <a:p/>
        </p:txBody>
      </p:sp>
      <p:sp>
        <p:nvSpPr>
          <p:cNvPr id="86" name="Shape 72"/>
          <p:cNvSpPr/>
          <p:nvPr/>
        </p:nvSpPr>
        <p:spPr>
          <a:xfrm>
            <a:off x="11466576" y="3621024"/>
            <a:ext cx="64008" cy="813816"/>
          </a:xfrm>
          <a:prstGeom prst="rect">
            <a:avLst/>
          </a:prstGeom>
          <a:solidFill>
            <a:srgbClr val="2587C5"/>
          </a:solidFill>
          <a:ln/>
        </p:spPr>
        <p:txBody>
          <a:bodyPr/>
          <a:p/>
        </p:txBody>
      </p:sp>
      <p:sp>
        <p:nvSpPr>
          <p:cNvPr id="87"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89"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90"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1"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2"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3"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4"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95"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96"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97" name="Shape 81"/>
          <p:cNvSpPr/>
          <p:nvPr/>
        </p:nvSpPr>
        <p:spPr>
          <a:xfrm>
            <a:off x="8040624" y="5358384"/>
            <a:ext cx="3489960" cy="886968"/>
          </a:xfrm>
          <a:prstGeom prst="rect">
            <a:avLst/>
          </a:prstGeom>
          <a:solidFill>
            <a:srgbClr val="F7F7F7"/>
          </a:solidFill>
          <a:ln/>
        </p:spPr>
        <p:txBody>
          <a:bodyPr/>
          <a:p/>
        </p:txBody>
      </p:sp>
      <p:sp>
        <p:nvSpPr>
          <p:cNvPr id="98"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0"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101"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2"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txBody>
          <a:bodyPr/>
          <a:p/>
        </p:txBody>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txBody>
          <a:bodyPr/>
          <a:p/>
        </p:txBody>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txBody>
          <a:bodyPr/>
          <a:p/>
        </p:txBody>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txBody>
          <a:bodyPr/>
          <a:p/>
        </p:txBody>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txBody>
          <a:bodyPr/>
          <a:p/>
        </p:txBody>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txBody>
          <a:bodyPr/>
          <a:p/>
        </p:txBody>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txBody>
          <a:bodyPr/>
          <a:p/>
        </p:txBody>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txBody>
          <a:bodyPr/>
          <a:p/>
        </p:txBody>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6"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8"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9"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0"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Shape 67"/>
          <p:cNvSpPr/>
          <p:nvPr/>
        </p:nvSpPr>
        <p:spPr>
          <a:xfrm>
            <a:off x="8040624" y="3584448"/>
            <a:ext cx="3489960" cy="886968"/>
          </a:xfrm>
          <a:prstGeom prst="rect">
            <a:avLst/>
          </a:prstGeom>
          <a:solidFill>
            <a:srgbClr val="F7F7F7"/>
          </a:solidFill>
          <a:ln/>
        </p:spPr>
        <p:txBody>
          <a:bodyPr/>
          <a:p/>
        </p:txBody>
      </p:sp>
      <p:sp>
        <p:nvSpPr>
          <p:cNvPr id="82"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3"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4"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85"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6"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7"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8"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89"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90"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1"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2" name="Shape 76"/>
          <p:cNvSpPr/>
          <p:nvPr/>
        </p:nvSpPr>
        <p:spPr>
          <a:xfrm>
            <a:off x="8040624" y="5358384"/>
            <a:ext cx="3489960" cy="886968"/>
          </a:xfrm>
          <a:prstGeom prst="rect">
            <a:avLst/>
          </a:prstGeom>
          <a:solidFill>
            <a:srgbClr val="F7F7F7"/>
          </a:solidFill>
          <a:ln/>
        </p:spPr>
        <p:txBody>
          <a:bodyPr/>
          <a:p/>
        </p:txBody>
      </p:sp>
      <p:sp>
        <p:nvSpPr>
          <p:cNvPr id="93" name="Shape 77"/>
          <p:cNvSpPr/>
          <p:nvPr/>
        </p:nvSpPr>
        <p:spPr>
          <a:xfrm>
            <a:off x="11466576" y="5394960"/>
            <a:ext cx="64008" cy="813816"/>
          </a:xfrm>
          <a:prstGeom prst="rect">
            <a:avLst/>
          </a:prstGeom>
          <a:solidFill>
            <a:srgbClr val="12A566"/>
          </a:solidFill>
          <a:ln/>
        </p:spPr>
        <p:txBody>
          <a:bodyPr/>
          <a:p/>
        </p:txBody>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96"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txBody>
          <a:bodyPr/>
          <a:p/>
        </p:txBody>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txBody>
          <a:bodyPr/>
          <a:p/>
        </p:txBody>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txBody>
          <a:bodyPr/>
          <a:p/>
        </p:txBody>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txBody>
          <a:bodyPr/>
          <a:p/>
        </p:txBody>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txBody>
          <a:bodyPr/>
          <a:p/>
        </p:txBody>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txBody>
          <a:bodyPr/>
          <a:p/>
        </p:txBody>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txBody>
          <a:bodyPr/>
          <a:p/>
        </p:txBody>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txBody>
          <a:bodyPr/>
          <a:p/>
        </p:txBody>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6"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8"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9"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0"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1" name="Shape 67"/>
          <p:cNvSpPr/>
          <p:nvPr/>
        </p:nvSpPr>
        <p:spPr>
          <a:xfrm>
            <a:off x="8040624" y="3584448"/>
            <a:ext cx="3489960" cy="886968"/>
          </a:xfrm>
          <a:prstGeom prst="rect">
            <a:avLst/>
          </a:prstGeom>
          <a:solidFill>
            <a:srgbClr val="F7F7F7"/>
          </a:solidFill>
          <a:ln/>
        </p:spPr>
        <p:txBody>
          <a:bodyPr/>
          <a:p/>
        </p:txBody>
      </p:sp>
      <p:sp>
        <p:nvSpPr>
          <p:cNvPr id="82" name="Shape 68"/>
          <p:cNvSpPr/>
          <p:nvPr/>
        </p:nvSpPr>
        <p:spPr>
          <a:xfrm>
            <a:off x="11466576" y="3621024"/>
            <a:ext cx="64008" cy="813816"/>
          </a:xfrm>
          <a:prstGeom prst="rect">
            <a:avLst/>
          </a:prstGeom>
          <a:solidFill>
            <a:srgbClr val="12A566"/>
          </a:solidFill>
          <a:ln/>
        </p:spPr>
        <p:txBody>
          <a:bodyPr/>
          <a:p/>
        </p:txBody>
      </p:sp>
      <p:sp>
        <p:nvSpPr>
          <p:cNvPr id="83"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5"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86"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87"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8"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9"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0"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91"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2"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3" name="Shape 77"/>
          <p:cNvSpPr/>
          <p:nvPr/>
        </p:nvSpPr>
        <p:spPr>
          <a:xfrm>
            <a:off x="8040624" y="5358384"/>
            <a:ext cx="3489960" cy="886968"/>
          </a:xfrm>
          <a:prstGeom prst="rect">
            <a:avLst/>
          </a:prstGeom>
          <a:solidFill>
            <a:srgbClr val="F7F7F7"/>
          </a:solidFill>
          <a:ln/>
        </p:spPr>
        <p:txBody>
          <a:bodyPr/>
          <a:p/>
        </p:txBody>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96"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txBody>
          <a:bodyPr/>
          <a:p/>
        </p:txBody>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txBody>
          <a:bodyPr/>
          <a:p/>
        </p:txBody>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txBody>
          <a:bodyPr/>
          <a:p/>
        </p:txBody>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txBody>
          <a:bodyPr/>
          <a:p/>
        </p:txBody>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txBody>
          <a:bodyPr/>
          <a:p/>
        </p:txBody>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txBody>
          <a:bodyPr/>
          <a:p/>
        </p:txBody>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txBody>
          <a:bodyPr/>
          <a:p/>
        </p:txBody>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txBody>
          <a:bodyPr/>
          <a:p/>
        </p:txBody>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3"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4"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5"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6"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7"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79"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0" name="Shape 66"/>
          <p:cNvSpPr/>
          <p:nvPr/>
        </p:nvSpPr>
        <p:spPr>
          <a:xfrm>
            <a:off x="8040624" y="3584448"/>
            <a:ext cx="3489960" cy="886968"/>
          </a:xfrm>
          <a:prstGeom prst="rect">
            <a:avLst/>
          </a:prstGeom>
          <a:solidFill>
            <a:srgbClr val="F7F7F7"/>
          </a:solidFill>
          <a:ln/>
        </p:spPr>
        <p:txBody>
          <a:bodyPr/>
          <a:p/>
        </p:txBody>
      </p:sp>
      <p:sp>
        <p:nvSpPr>
          <p:cNvPr id="81"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2"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3"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84"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5"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6"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7"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88"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9"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0"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1" name="Shape 75"/>
          <p:cNvSpPr/>
          <p:nvPr/>
        </p:nvSpPr>
        <p:spPr>
          <a:xfrm>
            <a:off x="8040624" y="5358384"/>
            <a:ext cx="3489960" cy="886968"/>
          </a:xfrm>
          <a:prstGeom prst="rect">
            <a:avLst/>
          </a:prstGeom>
          <a:solidFill>
            <a:srgbClr val="F7F7F7"/>
          </a:solidFill>
          <a:ln/>
        </p:spPr>
        <p:txBody>
          <a:bodyPr/>
          <a:p/>
        </p:txBody>
      </p:sp>
      <p:sp>
        <p:nvSpPr>
          <p:cNvPr id="92"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3"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4"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95"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96"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txBody>
          <a:bodyPr/>
          <a:p/>
        </p:txBody>
      </p:sp>
      <p:sp>
        <p:nvSpPr>
          <p:cNvPr id="19" name="Shape 15"/>
          <p:cNvSpPr/>
          <p:nvPr/>
        </p:nvSpPr>
        <p:spPr>
          <a:xfrm>
            <a:off x="4084320" y="3621024"/>
            <a:ext cx="64008" cy="813816"/>
          </a:xfrm>
          <a:prstGeom prst="rect">
            <a:avLst/>
          </a:prstGeom>
          <a:solidFill>
            <a:srgbClr val="12A566"/>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txBody>
          <a:bodyPr/>
          <a:p/>
        </p:txBody>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txBody>
          <a:bodyPr/>
          <a:p/>
        </p:txBody>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txBody>
          <a:bodyPr/>
          <a:p/>
        </p:txBody>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txBody>
          <a:bodyPr/>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txBody>
          <a:bodyPr/>
          <a:p/>
        </p:txBody>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txBody>
          <a:bodyPr/>
          <a:p/>
        </p:txBody>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txBody>
          <a:bodyPr/>
          <a:p/>
        </p:txBody>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txBody>
          <a:bodyPr/>
          <a:p/>
        </p:txBody>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5"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6" name="Shape 53"/>
          <p:cNvSpPr/>
          <p:nvPr/>
        </p:nvSpPr>
        <p:spPr>
          <a:xfrm>
            <a:off x="11466576" y="2734056"/>
            <a:ext cx="64008" cy="813816"/>
          </a:xfrm>
          <a:prstGeom prst="rect">
            <a:avLst/>
          </a:prstGeom>
          <a:solidFill>
            <a:srgbClr val="12A566"/>
          </a:solidFill>
          <a:ln/>
        </p:spPr>
        <p:txBody>
          <a:bodyPr/>
          <a:p/>
        </p:txBody>
      </p:sp>
      <p:sp>
        <p:nvSpPr>
          <p:cNvPr id="67"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6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0"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1" name="Shape 57"/>
          <p:cNvSpPr/>
          <p:nvPr/>
        </p:nvSpPr>
        <p:spPr>
          <a:xfrm>
            <a:off x="8040624" y="3584448"/>
            <a:ext cx="3489960" cy="886968"/>
          </a:xfrm>
          <a:prstGeom prst="rect">
            <a:avLst/>
          </a:prstGeom>
          <a:solidFill>
            <a:srgbClr val="F7F7F7"/>
          </a:solidFill>
          <a:ln/>
        </p:spPr>
        <p:txBody>
          <a:bodyPr/>
          <a:p/>
        </p:txBody>
      </p:sp>
      <p:sp>
        <p:nvSpPr>
          <p:cNvPr id="72" name="Shape 58"/>
          <p:cNvSpPr/>
          <p:nvPr/>
        </p:nvSpPr>
        <p:spPr>
          <a:xfrm>
            <a:off x="11466576" y="3621024"/>
            <a:ext cx="64008" cy="813816"/>
          </a:xfrm>
          <a:prstGeom prst="rect">
            <a:avLst/>
          </a:prstGeom>
          <a:solidFill>
            <a:srgbClr val="2587C5"/>
          </a:solidFill>
          <a:ln/>
        </p:spPr>
        <p:txBody>
          <a:bodyPr/>
          <a:p/>
        </p:txBody>
      </p:sp>
      <p:sp>
        <p:nvSpPr>
          <p:cNvPr id="73"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5"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6"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77"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79"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1" name="Shape 65"/>
          <p:cNvSpPr/>
          <p:nvPr/>
        </p:nvSpPr>
        <p:spPr>
          <a:xfrm>
            <a:off x="8040624" y="5358384"/>
            <a:ext cx="3489960" cy="886968"/>
          </a:xfrm>
          <a:prstGeom prst="rect">
            <a:avLst/>
          </a:prstGeom>
          <a:solidFill>
            <a:srgbClr val="F7F7F7"/>
          </a:solidFill>
          <a:ln/>
        </p:spPr>
        <p:txBody>
          <a:bodyPr/>
          <a:p/>
        </p:txBody>
      </p:sp>
      <p:sp>
        <p:nvSpPr>
          <p:cNvPr id="82"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4"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5"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txBody>
          <a:bodyPr/>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txBody>
          <a:bodyPr/>
          <a:p/>
        </p:txBody>
      </p:sp>
      <p:sp>
        <p:nvSpPr>
          <p:cNvPr id="21" name="Shape 17"/>
          <p:cNvSpPr/>
          <p:nvPr/>
        </p:nvSpPr>
        <p:spPr>
          <a:xfrm>
            <a:off x="4084320" y="3621024"/>
            <a:ext cx="64008" cy="813816"/>
          </a:xfrm>
          <a:prstGeom prst="rect">
            <a:avLst/>
          </a:prstGeom>
          <a:solidFill>
            <a:srgbClr val="12A566"/>
          </a:solidFill>
          <a:ln/>
        </p:spPr>
        <p:txBody>
          <a:bodyPr/>
          <a:p/>
        </p:txBody>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txBody>
          <a:bodyPr/>
          <a:p/>
        </p:txBody>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txBody>
          <a:bodyPr/>
          <a:p/>
        </p:txBody>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txBody>
          <a:bodyPr/>
          <a:p/>
        </p:txBody>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txBody>
          <a:bodyPr/>
          <a:p/>
        </p:txBody>
      </p:sp>
      <p:sp>
        <p:nvSpPr>
          <p:cNvPr id="47" name="Shape 38"/>
          <p:cNvSpPr/>
          <p:nvPr/>
        </p:nvSpPr>
        <p:spPr>
          <a:xfrm>
            <a:off x="7775448" y="3621024"/>
            <a:ext cx="64008" cy="813816"/>
          </a:xfrm>
          <a:prstGeom prst="rect">
            <a:avLst/>
          </a:prstGeom>
          <a:solidFill>
            <a:srgbClr val="2587C5"/>
          </a:solidFill>
          <a:ln/>
        </p:spPr>
        <p:txBody>
          <a:bodyPr/>
          <a:p/>
        </p:txBody>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txBody>
          <a:bodyPr/>
          <a:p/>
        </p:txBody>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txBody>
          <a:bodyPr/>
          <a:p/>
        </p:txBody>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txBody>
          <a:bodyPr/>
          <a:p/>
        </p:txBody>
      </p:sp>
      <p:sp>
        <p:nvSpPr>
          <p:cNvPr id="64" name="Shape 52"/>
          <p:cNvSpPr/>
          <p:nvPr/>
        </p:nvSpPr>
        <p:spPr>
          <a:xfrm>
            <a:off x="11466576" y="1847088"/>
            <a:ext cx="64008" cy="813816"/>
          </a:xfrm>
          <a:prstGeom prst="rect">
            <a:avLst/>
          </a:prstGeom>
          <a:solidFill>
            <a:srgbClr val="12A566"/>
          </a:solidFill>
          <a:ln/>
        </p:spPr>
        <p:txBody>
          <a:bodyPr/>
          <a:p/>
        </p:txBody>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8"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9"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1"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2"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3" name="Shape 59"/>
          <p:cNvSpPr/>
          <p:nvPr/>
        </p:nvSpPr>
        <p:spPr>
          <a:xfrm>
            <a:off x="8040624" y="3584448"/>
            <a:ext cx="3489960" cy="886968"/>
          </a:xfrm>
          <a:prstGeom prst="rect">
            <a:avLst/>
          </a:prstGeom>
          <a:solidFill>
            <a:srgbClr val="F7F7F7"/>
          </a:solidFill>
          <a:ln/>
        </p:spPr>
        <p:txBody>
          <a:bodyPr/>
          <a:p/>
        </p:txBody>
      </p:sp>
      <p:sp>
        <p:nvSpPr>
          <p:cNvPr id="74" name="Shape 60"/>
          <p:cNvSpPr/>
          <p:nvPr/>
        </p:nvSpPr>
        <p:spPr>
          <a:xfrm>
            <a:off x="11466576" y="3621024"/>
            <a:ext cx="64008" cy="813816"/>
          </a:xfrm>
          <a:prstGeom prst="rect">
            <a:avLst/>
          </a:prstGeom>
          <a:solidFill>
            <a:srgbClr val="12A566"/>
          </a:solidFill>
          <a:ln/>
        </p:spPr>
        <p:txBody>
          <a:bodyPr/>
          <a:p/>
        </p:txBody>
      </p:sp>
      <p:sp>
        <p:nvSpPr>
          <p:cNvPr id="75"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7"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8"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79" name="Shape 64"/>
          <p:cNvSpPr/>
          <p:nvPr/>
        </p:nvSpPr>
        <p:spPr>
          <a:xfrm>
            <a:off x="11466576" y="4507992"/>
            <a:ext cx="64008" cy="813816"/>
          </a:xfrm>
          <a:prstGeom prst="rect">
            <a:avLst/>
          </a:prstGeom>
          <a:solidFill>
            <a:srgbClr val="2587C5"/>
          </a:solidFill>
          <a:ln/>
        </p:spPr>
        <p:txBody>
          <a:bodyPr/>
          <a:p/>
        </p:txBody>
      </p:sp>
      <p:sp>
        <p:nvSpPr>
          <p:cNvPr id="80"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2"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3"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4" name="Shape 68"/>
          <p:cNvSpPr/>
          <p:nvPr/>
        </p:nvSpPr>
        <p:spPr>
          <a:xfrm>
            <a:off x="8040624" y="5358384"/>
            <a:ext cx="3489960" cy="886968"/>
          </a:xfrm>
          <a:prstGeom prst="rect">
            <a:avLst/>
          </a:prstGeom>
          <a:solidFill>
            <a:srgbClr val="F7F7F7"/>
          </a:solidFill>
          <a:ln/>
        </p:spPr>
        <p:txBody>
          <a:bodyPr/>
          <a:p/>
        </p:txBody>
      </p:sp>
      <p:sp>
        <p:nvSpPr>
          <p:cNvPr id="85" name="Shape 69"/>
          <p:cNvSpPr/>
          <p:nvPr/>
        </p:nvSpPr>
        <p:spPr>
          <a:xfrm>
            <a:off x="11466576" y="5394960"/>
            <a:ext cx="64008" cy="813816"/>
          </a:xfrm>
          <a:prstGeom prst="rect">
            <a:avLst/>
          </a:prstGeom>
          <a:solidFill>
            <a:srgbClr val="12A566"/>
          </a:solidFill>
          <a:ln/>
        </p:spPr>
        <p:txBody>
          <a:bodyPr/>
          <a:p/>
        </p:txBody>
      </p:sp>
      <p:sp>
        <p:nvSpPr>
          <p:cNvPr id="86"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88"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9"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txBody>
          <a:bodyPr/>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txBody>
          <a:bodyPr/>
          <a:p/>
        </p:txBody>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txBody>
          <a:bodyPr/>
          <a:p/>
        </p:txBody>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txBody>
          <a:bodyPr/>
          <a:p/>
        </p:txBody>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txBody>
          <a:bodyPr/>
          <a:p/>
        </p:txBody>
      </p:sp>
      <p:sp>
        <p:nvSpPr>
          <p:cNvPr id="45" name="Shape 36"/>
          <p:cNvSpPr/>
          <p:nvPr/>
        </p:nvSpPr>
        <p:spPr>
          <a:xfrm>
            <a:off x="7775448" y="3621024"/>
            <a:ext cx="64008" cy="813816"/>
          </a:xfrm>
          <a:prstGeom prst="rect">
            <a:avLst/>
          </a:prstGeom>
          <a:solidFill>
            <a:srgbClr val="2587C5"/>
          </a:solidFill>
          <a:ln/>
        </p:spPr>
        <p:txBody>
          <a:bodyPr/>
          <a:p/>
        </p:txBody>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txBody>
          <a:bodyPr/>
          <a:p/>
        </p:txBody>
      </p:sp>
      <p:sp>
        <p:nvSpPr>
          <p:cNvPr id="55" name="Shape 44"/>
          <p:cNvSpPr/>
          <p:nvPr/>
        </p:nvSpPr>
        <p:spPr>
          <a:xfrm>
            <a:off x="7775448" y="5394960"/>
            <a:ext cx="64008" cy="813816"/>
          </a:xfrm>
          <a:prstGeom prst="rect">
            <a:avLst/>
          </a:prstGeom>
          <a:solidFill>
            <a:srgbClr val="2587C5"/>
          </a:solidFill>
          <a:ln/>
        </p:spPr>
        <p:txBody>
          <a:bodyPr/>
          <a:p/>
        </p:txBody>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txBody>
          <a:bodyPr/>
          <a:p/>
        </p:txBody>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txBody>
          <a:bodyPr/>
          <a:p/>
        </p:txBody>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6"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7" name="Shape 54"/>
          <p:cNvSpPr/>
          <p:nvPr/>
        </p:nvSpPr>
        <p:spPr>
          <a:xfrm>
            <a:off x="11466576" y="2734056"/>
            <a:ext cx="64008" cy="813816"/>
          </a:xfrm>
          <a:prstGeom prst="rect">
            <a:avLst/>
          </a:prstGeom>
          <a:solidFill>
            <a:srgbClr val="2587C5"/>
          </a:solidFill>
          <a:ln/>
        </p:spPr>
        <p:txBody>
          <a:bodyPr/>
          <a:p/>
        </p:txBody>
      </p:sp>
      <p:sp>
        <p:nvSpPr>
          <p:cNvPr id="68"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0"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1"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2" name="Shape 58"/>
          <p:cNvSpPr/>
          <p:nvPr/>
        </p:nvSpPr>
        <p:spPr>
          <a:xfrm>
            <a:off x="8040624" y="3584448"/>
            <a:ext cx="3489960" cy="886968"/>
          </a:xfrm>
          <a:prstGeom prst="rect">
            <a:avLst/>
          </a:prstGeom>
          <a:solidFill>
            <a:srgbClr val="F7F7F7"/>
          </a:solidFill>
          <a:ln/>
        </p:spPr>
        <p:txBody>
          <a:bodyPr/>
          <a:p/>
        </p:txBody>
      </p:sp>
      <p:sp>
        <p:nvSpPr>
          <p:cNvPr id="73"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5"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6"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77" name="Shape 62"/>
          <p:cNvSpPr/>
          <p:nvPr/>
        </p:nvSpPr>
        <p:spPr>
          <a:xfrm>
            <a:off x="11466576" y="4507992"/>
            <a:ext cx="64008" cy="813816"/>
          </a:xfrm>
          <a:prstGeom prst="rect">
            <a:avLst/>
          </a:prstGeom>
          <a:solidFill>
            <a:srgbClr val="12A566"/>
          </a:solidFill>
          <a:ln/>
        </p:spPr>
        <p:txBody>
          <a:bodyPr/>
          <a:p/>
        </p:txBody>
      </p:sp>
      <p:sp>
        <p:nvSpPr>
          <p:cNvPr id="78"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0"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2" name="Shape 66"/>
          <p:cNvSpPr/>
          <p:nvPr/>
        </p:nvSpPr>
        <p:spPr>
          <a:xfrm>
            <a:off x="8040624" y="5358384"/>
            <a:ext cx="3489960" cy="886968"/>
          </a:xfrm>
          <a:prstGeom prst="rect">
            <a:avLst/>
          </a:prstGeom>
          <a:solidFill>
            <a:srgbClr val="F7F7F7"/>
          </a:solidFill>
          <a:ln/>
        </p:spPr>
        <p:txBody>
          <a:bodyPr/>
          <a:p/>
        </p:txBody>
      </p:sp>
      <p:sp>
        <p:nvSpPr>
          <p:cNvPr id="83" name="Shape 67"/>
          <p:cNvSpPr/>
          <p:nvPr/>
        </p:nvSpPr>
        <p:spPr>
          <a:xfrm>
            <a:off x="11466576" y="5394960"/>
            <a:ext cx="64008" cy="813816"/>
          </a:xfrm>
          <a:prstGeom prst="rect">
            <a:avLst/>
          </a:prstGeom>
          <a:solidFill>
            <a:srgbClr val="2587C5"/>
          </a:solidFill>
          <a:ln/>
        </p:spPr>
        <p:txBody>
          <a:bodyPr/>
          <a:p/>
        </p:txBody>
      </p:sp>
      <p:sp>
        <p:nvSpPr>
          <p:cNvPr id="84"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86"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7"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txBody>
          <a:bodyPr/>
          <a:p/>
        </p:txBody>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txBody>
          <a:bodyPr/>
          <a:p/>
        </p:txBody>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txBody>
          <a:bodyPr/>
          <a:p/>
        </p:txBody>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txBody>
          <a:bodyPr/>
          <a:p/>
        </p:txBody>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txBody>
          <a:bodyPr/>
          <a:p/>
        </p:txBody>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txBody>
          <a:bodyPr/>
          <a:p/>
        </p:txBody>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txBody>
          <a:bodyPr/>
          <a:p/>
        </p:txBody>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txBody>
          <a:bodyPr/>
          <a:p/>
        </p:txBody>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3"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4"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5"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6"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7"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79"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0" name="Shape 66"/>
          <p:cNvSpPr/>
          <p:nvPr/>
        </p:nvSpPr>
        <p:spPr>
          <a:xfrm>
            <a:off x="8040624" y="3584448"/>
            <a:ext cx="3489960" cy="886968"/>
          </a:xfrm>
          <a:prstGeom prst="rect">
            <a:avLst/>
          </a:prstGeom>
          <a:solidFill>
            <a:srgbClr val="F7F7F7"/>
          </a:solidFill>
          <a:ln/>
        </p:spPr>
        <p:txBody>
          <a:bodyPr/>
          <a:p/>
        </p:txBody>
      </p:sp>
      <p:sp>
        <p:nvSpPr>
          <p:cNvPr id="81"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2"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3"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84"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5"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6"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7"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88"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9"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0"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1" name="Shape 75"/>
          <p:cNvSpPr/>
          <p:nvPr/>
        </p:nvSpPr>
        <p:spPr>
          <a:xfrm>
            <a:off x="8040624" y="5358384"/>
            <a:ext cx="3489960" cy="886968"/>
          </a:xfrm>
          <a:prstGeom prst="rect">
            <a:avLst/>
          </a:prstGeom>
          <a:solidFill>
            <a:srgbClr val="F7F7F7"/>
          </a:solidFill>
          <a:ln/>
        </p:spPr>
        <p:txBody>
          <a:bodyPr/>
          <a:p/>
        </p:txBody>
      </p:sp>
      <p:sp>
        <p:nvSpPr>
          <p:cNvPr id="92"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3"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4"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95"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96"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txBody>
          <a:bodyPr/>
          <a:p/>
        </p:txBody>
      </p:sp>
      <p:sp>
        <p:nvSpPr>
          <p:cNvPr id="19" name="Shape 15"/>
          <p:cNvSpPr/>
          <p:nvPr/>
        </p:nvSpPr>
        <p:spPr>
          <a:xfrm>
            <a:off x="4084320" y="3621024"/>
            <a:ext cx="64008" cy="813816"/>
          </a:xfrm>
          <a:prstGeom prst="rect">
            <a:avLst/>
          </a:prstGeom>
          <a:solidFill>
            <a:srgbClr val="12A566"/>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txBody>
          <a:bodyPr/>
          <a:p/>
        </p:txBody>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txBody>
          <a:bodyPr/>
          <a:p/>
        </p:txBody>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txBody>
          <a:bodyPr/>
          <a:p/>
        </p:txBody>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txBody>
          <a:bodyPr/>
          <a:p/>
        </p:txBody>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txBody>
          <a:bodyPr/>
          <a:p/>
        </p:txBody>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txBody>
          <a:bodyPr/>
          <a:p/>
        </p:txBody>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txBody>
          <a:bodyPr/>
          <a:p/>
        </p:txBody>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4"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5"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7"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69" name="Shape 55"/>
          <p:cNvSpPr/>
          <p:nvPr/>
        </p:nvSpPr>
        <p:spPr>
          <a:xfrm>
            <a:off x="8040624" y="3584448"/>
            <a:ext cx="3489960" cy="886968"/>
          </a:xfrm>
          <a:prstGeom prst="rect">
            <a:avLst/>
          </a:prstGeom>
          <a:solidFill>
            <a:srgbClr val="F7F7F7"/>
          </a:solidFill>
          <a:ln/>
        </p:spPr>
        <p:txBody>
          <a:bodyPr/>
          <a:p/>
        </p:txBody>
      </p:sp>
      <p:sp>
        <p:nvSpPr>
          <p:cNvPr id="70"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1"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2"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3"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4"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5"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6"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77"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78" name="Shape 62"/>
          <p:cNvSpPr/>
          <p:nvPr/>
        </p:nvSpPr>
        <p:spPr>
          <a:xfrm>
            <a:off x="8040624" y="5358384"/>
            <a:ext cx="3489960" cy="886968"/>
          </a:xfrm>
          <a:prstGeom prst="rect">
            <a:avLst/>
          </a:prstGeom>
          <a:solidFill>
            <a:srgbClr val="F7F7F7"/>
          </a:solidFill>
          <a:ln/>
        </p:spPr>
        <p:txBody>
          <a:bodyPr/>
          <a:p/>
        </p:txBody>
      </p:sp>
      <p:sp>
        <p:nvSpPr>
          <p:cNvPr id="79" name="Shape 63"/>
          <p:cNvSpPr/>
          <p:nvPr/>
        </p:nvSpPr>
        <p:spPr>
          <a:xfrm>
            <a:off x="11466576" y="5394960"/>
            <a:ext cx="64008" cy="813816"/>
          </a:xfrm>
          <a:prstGeom prst="rect">
            <a:avLst/>
          </a:prstGeom>
          <a:solidFill>
            <a:srgbClr val="12A566"/>
          </a:solidFill>
          <a:ln/>
        </p:spPr>
        <p:txBody>
          <a:bodyPr/>
          <a:p/>
        </p:txBody>
      </p:sp>
      <p:sp>
        <p:nvSpPr>
          <p:cNvPr id="80"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2"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3"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txBody>
          <a:bodyPr/>
          <a:p/>
        </p:txBody>
      </p:sp>
      <p:sp>
        <p:nvSpPr>
          <p:cNvPr id="22" name="Shape 18"/>
          <p:cNvSpPr/>
          <p:nvPr/>
        </p:nvSpPr>
        <p:spPr>
          <a:xfrm>
            <a:off x="4084320" y="3621024"/>
            <a:ext cx="64008" cy="813816"/>
          </a:xfrm>
          <a:prstGeom prst="rect">
            <a:avLst/>
          </a:prstGeom>
          <a:solidFill>
            <a:srgbClr val="12A566"/>
          </a:solidFill>
          <a:ln/>
        </p:spPr>
        <p:txBody>
          <a:bodyPr/>
          <a:p/>
        </p:txBody>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txBody>
          <a:bodyPr/>
          <a:p/>
        </p:txBody>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txBody>
          <a:bodyPr/>
          <a:p/>
        </p:txBody>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txBody>
          <a:bodyPr/>
          <a:p/>
        </p:txBody>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txBody>
          <a:bodyPr/>
          <a:p/>
        </p:txBody>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txBody>
          <a:bodyPr/>
          <a:p/>
        </p:txBody>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txBody>
          <a:bodyPr/>
          <a:p/>
        </p:txBody>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txBody>
          <a:bodyPr/>
          <a:p/>
        </p:txBody>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5"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6"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7"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7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80"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1"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2" name="Shape 68"/>
          <p:cNvSpPr/>
          <p:nvPr/>
        </p:nvSpPr>
        <p:spPr>
          <a:xfrm>
            <a:off x="8040624" y="3584448"/>
            <a:ext cx="3489960" cy="886968"/>
          </a:xfrm>
          <a:prstGeom prst="rect">
            <a:avLst/>
          </a:prstGeom>
          <a:solidFill>
            <a:srgbClr val="F7F7F7"/>
          </a:solidFill>
          <a:ln/>
        </p:spPr>
        <p:txBody>
          <a:bodyPr/>
          <a:p/>
        </p:txBody>
      </p:sp>
      <p:sp>
        <p:nvSpPr>
          <p:cNvPr id="83" name="Shape 69"/>
          <p:cNvSpPr/>
          <p:nvPr/>
        </p:nvSpPr>
        <p:spPr>
          <a:xfrm>
            <a:off x="11466576" y="3621024"/>
            <a:ext cx="64008" cy="813816"/>
          </a:xfrm>
          <a:prstGeom prst="rect">
            <a:avLst/>
          </a:prstGeom>
          <a:solidFill>
            <a:srgbClr val="12A566"/>
          </a:solidFill>
          <a:ln/>
        </p:spPr>
        <p:txBody>
          <a:bodyPr/>
          <a:p/>
        </p:txBody>
      </p:sp>
      <p:sp>
        <p:nvSpPr>
          <p:cNvPr id="84"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6"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87"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8"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89" name="Shape 74"/>
          <p:cNvSpPr/>
          <p:nvPr/>
        </p:nvSpPr>
        <p:spPr>
          <a:xfrm>
            <a:off x="11466576" y="4507992"/>
            <a:ext cx="64008" cy="813816"/>
          </a:xfrm>
          <a:prstGeom prst="rect">
            <a:avLst/>
          </a:prstGeom>
          <a:solidFill>
            <a:srgbClr val="12A566"/>
          </a:solidFill>
          <a:ln/>
        </p:spPr>
        <p:txBody>
          <a:bodyPr/>
          <a:p/>
        </p:txBody>
      </p:sp>
      <p:sp>
        <p:nvSpPr>
          <p:cNvPr id="90"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2"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93"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4"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5" name="Shape 79"/>
          <p:cNvSpPr/>
          <p:nvPr/>
        </p:nvSpPr>
        <p:spPr>
          <a:xfrm>
            <a:off x="8040624" y="5358384"/>
            <a:ext cx="3489960" cy="886968"/>
          </a:xfrm>
          <a:prstGeom prst="rect">
            <a:avLst/>
          </a:prstGeom>
          <a:solidFill>
            <a:srgbClr val="F7F7F7"/>
          </a:solidFill>
          <a:ln/>
        </p:spPr>
        <p:txBody>
          <a:bodyPr/>
          <a:p/>
        </p:txBody>
      </p:sp>
      <p:sp>
        <p:nvSpPr>
          <p:cNvPr id="96"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98"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99"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0"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txBody>
          <a:bodyPr/>
          <a:p/>
        </p:txBody>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txBody>
          <a:bodyPr/>
          <a:p/>
        </p:txBody>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txBody>
          <a:bodyPr/>
          <a:p/>
        </p:txBody>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txBody>
          <a:bodyPr/>
          <a:p/>
        </p:txBody>
      </p:sp>
      <p:sp>
        <p:nvSpPr>
          <p:cNvPr id="41" name="Shape 34"/>
          <p:cNvSpPr/>
          <p:nvPr/>
        </p:nvSpPr>
        <p:spPr>
          <a:xfrm>
            <a:off x="7775448" y="1847088"/>
            <a:ext cx="64008" cy="813816"/>
          </a:xfrm>
          <a:prstGeom prst="rect">
            <a:avLst/>
          </a:prstGeom>
          <a:solidFill>
            <a:srgbClr val="2587C5"/>
          </a:solidFill>
          <a:ln/>
        </p:spPr>
        <p:txBody>
          <a:bodyPr/>
          <a:p/>
        </p:txBody>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txBody>
          <a:bodyPr/>
          <a:p/>
        </p:txBody>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txBody>
          <a:bodyPr/>
          <a:p/>
        </p:txBody>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txBody>
          <a:bodyPr/>
          <a:p/>
        </p:txBody>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txBody>
          <a:bodyPr/>
          <a:p/>
        </p:txBody>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5"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6"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7"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7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80"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1"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2" name="Shape 68"/>
          <p:cNvSpPr/>
          <p:nvPr/>
        </p:nvSpPr>
        <p:spPr>
          <a:xfrm>
            <a:off x="8040624" y="3584448"/>
            <a:ext cx="3489960" cy="886968"/>
          </a:xfrm>
          <a:prstGeom prst="rect">
            <a:avLst/>
          </a:prstGeom>
          <a:solidFill>
            <a:srgbClr val="F7F7F7"/>
          </a:solidFill>
          <a:ln/>
        </p:spPr>
        <p:txBody>
          <a:bodyPr/>
          <a:p/>
        </p:txBody>
      </p:sp>
      <p:sp>
        <p:nvSpPr>
          <p:cNvPr id="83" name="Shape 69"/>
          <p:cNvSpPr/>
          <p:nvPr/>
        </p:nvSpPr>
        <p:spPr>
          <a:xfrm>
            <a:off x="11466576" y="3621024"/>
            <a:ext cx="64008" cy="813816"/>
          </a:xfrm>
          <a:prstGeom prst="rect">
            <a:avLst/>
          </a:prstGeom>
          <a:solidFill>
            <a:srgbClr val="12A566"/>
          </a:solidFill>
          <a:ln/>
        </p:spPr>
        <p:txBody>
          <a:bodyPr/>
          <a:p/>
        </p:txBody>
      </p:sp>
      <p:sp>
        <p:nvSpPr>
          <p:cNvPr id="84"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6"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87"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88"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89" name="Shape 74"/>
          <p:cNvSpPr/>
          <p:nvPr/>
        </p:nvSpPr>
        <p:spPr>
          <a:xfrm>
            <a:off x="11466576" y="4507992"/>
            <a:ext cx="64008" cy="813816"/>
          </a:xfrm>
          <a:prstGeom prst="rect">
            <a:avLst/>
          </a:prstGeom>
          <a:solidFill>
            <a:srgbClr val="2587C5"/>
          </a:solidFill>
          <a:ln/>
        </p:spPr>
        <p:txBody>
          <a:bodyPr/>
          <a:p/>
        </p:txBody>
      </p:sp>
      <p:sp>
        <p:nvSpPr>
          <p:cNvPr id="90"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2"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93"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4"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5" name="Shape 79"/>
          <p:cNvSpPr/>
          <p:nvPr/>
        </p:nvSpPr>
        <p:spPr>
          <a:xfrm>
            <a:off x="8040624" y="5358384"/>
            <a:ext cx="3489960" cy="886968"/>
          </a:xfrm>
          <a:prstGeom prst="rect">
            <a:avLst/>
          </a:prstGeom>
          <a:solidFill>
            <a:srgbClr val="F7F7F7"/>
          </a:solidFill>
          <a:ln/>
        </p:spPr>
        <p:txBody>
          <a:bodyPr/>
          <a:p/>
        </p:txBody>
      </p:sp>
      <p:sp>
        <p:nvSpPr>
          <p:cNvPr id="96"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98"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99"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0"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txBody>
          <a:bodyPr/>
          <a:p/>
        </p:txBody>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txBody>
          <a:bodyPr/>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txBody>
          <a:bodyPr/>
          <a:p/>
        </p:txBody>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txBody>
          <a:bodyPr/>
          <a:p/>
        </p:txBody>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txBody>
          <a:bodyPr/>
          <a:p/>
        </p:txBody>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txBody>
          <a:bodyPr/>
          <a:p/>
        </p:txBody>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txBody>
          <a:bodyPr/>
          <a:p/>
        </p:txBody>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txBody>
          <a:bodyPr/>
          <a:p/>
        </p:txBody>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txBody>
          <a:bodyPr/>
          <a:p/>
        </p:txBody>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6" name="Shape 63"/>
          <p:cNvSpPr/>
          <p:nvPr/>
        </p:nvSpPr>
        <p:spPr>
          <a:xfrm>
            <a:off x="11466576" y="2734056"/>
            <a:ext cx="64008" cy="813816"/>
          </a:xfrm>
          <a:prstGeom prst="rect">
            <a:avLst/>
          </a:prstGeom>
          <a:solidFill>
            <a:srgbClr val="12A566"/>
          </a:solidFill>
          <a:ln/>
        </p:spPr>
        <p:txBody>
          <a:bodyPr/>
          <a:p/>
        </p:txBody>
      </p:sp>
      <p:sp>
        <p:nvSpPr>
          <p:cNvPr id="77"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7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80"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1"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2" name="Shape 68"/>
          <p:cNvSpPr/>
          <p:nvPr/>
        </p:nvSpPr>
        <p:spPr>
          <a:xfrm>
            <a:off x="8040624" y="3584448"/>
            <a:ext cx="3489960" cy="886968"/>
          </a:xfrm>
          <a:prstGeom prst="rect">
            <a:avLst/>
          </a:prstGeom>
          <a:solidFill>
            <a:srgbClr val="F7F7F7"/>
          </a:solidFill>
          <a:ln/>
        </p:spPr>
        <p:txBody>
          <a:bodyPr/>
          <a:p/>
        </p:txBody>
      </p:sp>
      <p:sp>
        <p:nvSpPr>
          <p:cNvPr id="83"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5"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86"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87"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88"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9"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0"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91"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2"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3" name="Shape 77"/>
          <p:cNvSpPr/>
          <p:nvPr/>
        </p:nvSpPr>
        <p:spPr>
          <a:xfrm>
            <a:off x="8040624" y="5358384"/>
            <a:ext cx="3489960" cy="886968"/>
          </a:xfrm>
          <a:prstGeom prst="rect">
            <a:avLst/>
          </a:prstGeom>
          <a:solidFill>
            <a:srgbClr val="F7F7F7"/>
          </a:solidFill>
          <a:ln/>
        </p:spPr>
        <p:txBody>
          <a:bodyPr/>
          <a:p/>
        </p:txBody>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96"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txBody>
          <a:bodyPr/>
          <a:p/>
        </p:txBody>
      </p:sp>
      <p:sp>
        <p:nvSpPr>
          <p:cNvPr id="19" name="Shape 15"/>
          <p:cNvSpPr/>
          <p:nvPr/>
        </p:nvSpPr>
        <p:spPr>
          <a:xfrm>
            <a:off x="4084320" y="3621024"/>
            <a:ext cx="64008" cy="813816"/>
          </a:xfrm>
          <a:prstGeom prst="rect">
            <a:avLst/>
          </a:prstGeom>
          <a:solidFill>
            <a:srgbClr val="12A566"/>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txBody>
          <a:bodyPr/>
          <a:p/>
        </p:txBody>
      </p:sp>
      <p:sp>
        <p:nvSpPr>
          <p:cNvPr id="29" name="Shape 23"/>
          <p:cNvSpPr/>
          <p:nvPr/>
        </p:nvSpPr>
        <p:spPr>
          <a:xfrm>
            <a:off x="4084320" y="5394960"/>
            <a:ext cx="64008" cy="813816"/>
          </a:xfrm>
          <a:prstGeom prst="rect">
            <a:avLst/>
          </a:prstGeom>
          <a:solidFill>
            <a:srgbClr val="12A566"/>
          </a:solidFill>
          <a:ln/>
        </p:spPr>
        <p:txBody>
          <a:bodyPr/>
          <a:p/>
        </p:txBody>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txBody>
          <a:bodyPr/>
          <a:p/>
        </p:txBody>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txBody>
          <a:bodyPr/>
          <a:p/>
        </p:txBody>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txBody>
          <a:bodyPr/>
          <a:p/>
        </p:txBody>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txBody>
          <a:bodyPr/>
          <a:p/>
        </p:txBody>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txBody>
          <a:bodyPr/>
          <a:p/>
        </p:txBody>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txBody>
          <a:bodyPr/>
          <a:p/>
        </p:txBody>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5"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6" name="Shape 53"/>
          <p:cNvSpPr/>
          <p:nvPr/>
        </p:nvSpPr>
        <p:spPr>
          <a:xfrm>
            <a:off x="11466576" y="2734056"/>
            <a:ext cx="64008" cy="813816"/>
          </a:xfrm>
          <a:prstGeom prst="rect">
            <a:avLst/>
          </a:prstGeom>
          <a:solidFill>
            <a:srgbClr val="12A566"/>
          </a:solidFill>
          <a:ln/>
        </p:spPr>
        <p:txBody>
          <a:bodyPr/>
          <a:p/>
        </p:txBody>
      </p:sp>
      <p:sp>
        <p:nvSpPr>
          <p:cNvPr id="67"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6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0"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1" name="Shape 57"/>
          <p:cNvSpPr/>
          <p:nvPr/>
        </p:nvSpPr>
        <p:spPr>
          <a:xfrm>
            <a:off x="8040624" y="3584448"/>
            <a:ext cx="3489960" cy="886968"/>
          </a:xfrm>
          <a:prstGeom prst="rect">
            <a:avLst/>
          </a:prstGeom>
          <a:solidFill>
            <a:srgbClr val="F7F7F7"/>
          </a:solidFill>
          <a:ln/>
        </p:spPr>
        <p:txBody>
          <a:bodyPr/>
          <a:p/>
        </p:txBody>
      </p:sp>
      <p:sp>
        <p:nvSpPr>
          <p:cNvPr id="72"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4"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5"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6" name="Shape 61"/>
          <p:cNvSpPr/>
          <p:nvPr/>
        </p:nvSpPr>
        <p:spPr>
          <a:xfrm>
            <a:off x="11466576" y="4507992"/>
            <a:ext cx="64008" cy="813816"/>
          </a:xfrm>
          <a:prstGeom prst="rect">
            <a:avLst/>
          </a:prstGeom>
          <a:solidFill>
            <a:srgbClr val="12A566"/>
          </a:solidFill>
          <a:ln/>
        </p:spPr>
        <p:txBody>
          <a:bodyPr/>
          <a:p/>
        </p:txBody>
      </p:sp>
      <p:sp>
        <p:nvSpPr>
          <p:cNvPr id="77"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79"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1" name="Shape 65"/>
          <p:cNvSpPr/>
          <p:nvPr/>
        </p:nvSpPr>
        <p:spPr>
          <a:xfrm>
            <a:off x="8040624" y="5358384"/>
            <a:ext cx="3489960" cy="886968"/>
          </a:xfrm>
          <a:prstGeom prst="rect">
            <a:avLst/>
          </a:prstGeom>
          <a:solidFill>
            <a:srgbClr val="F7F7F7"/>
          </a:solidFill>
          <a:ln/>
        </p:spPr>
        <p:txBody>
          <a:bodyPr/>
          <a:p/>
        </p:txBody>
      </p:sp>
      <p:sp>
        <p:nvSpPr>
          <p:cNvPr id="82"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4"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5"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txBody>
          <a:bodyPr/>
          <a:p/>
        </p:txBody>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txBody>
          <a:bodyPr/>
          <a:p/>
        </p:txBody>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txBody>
          <a:bodyPr/>
          <a:p/>
        </p:txBody>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txBody>
          <a:bodyPr/>
          <a:p/>
        </p:txBody>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txBody>
          <a:bodyPr/>
          <a:p/>
        </p:txBody>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txBody>
          <a:bodyPr/>
          <a:p/>
        </p:txBody>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txBody>
          <a:bodyPr/>
          <a:p/>
        </p:txBody>
      </p:sp>
      <p:sp>
        <p:nvSpPr>
          <p:cNvPr id="61" name="Shape 49"/>
          <p:cNvSpPr/>
          <p:nvPr/>
        </p:nvSpPr>
        <p:spPr>
          <a:xfrm>
            <a:off x="11466576" y="1847088"/>
            <a:ext cx="64008" cy="813816"/>
          </a:xfrm>
          <a:prstGeom prst="rect">
            <a:avLst/>
          </a:prstGeom>
          <a:solidFill>
            <a:srgbClr val="12A566"/>
          </a:solidFill>
          <a:ln/>
        </p:spPr>
        <p:txBody>
          <a:bodyPr/>
          <a:p/>
        </p:txBody>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5"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6"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8"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0" name="Shape 56"/>
          <p:cNvSpPr/>
          <p:nvPr/>
        </p:nvSpPr>
        <p:spPr>
          <a:xfrm>
            <a:off x="8040624" y="3584448"/>
            <a:ext cx="3489960" cy="886968"/>
          </a:xfrm>
          <a:prstGeom prst="rect">
            <a:avLst/>
          </a:prstGeom>
          <a:solidFill>
            <a:srgbClr val="F7F7F7"/>
          </a:solidFill>
          <a:ln/>
        </p:spPr>
        <p:txBody>
          <a:bodyPr/>
          <a:p/>
        </p:txBody>
      </p:sp>
      <p:sp>
        <p:nvSpPr>
          <p:cNvPr id="71"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3"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4"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5"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77"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78"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79" name="Shape 63"/>
          <p:cNvSpPr/>
          <p:nvPr/>
        </p:nvSpPr>
        <p:spPr>
          <a:xfrm>
            <a:off x="8040624" y="5358384"/>
            <a:ext cx="3489960" cy="886968"/>
          </a:xfrm>
          <a:prstGeom prst="rect">
            <a:avLst/>
          </a:prstGeom>
          <a:solidFill>
            <a:srgbClr val="F7F7F7"/>
          </a:solidFill>
          <a:ln/>
        </p:spPr>
        <p:txBody>
          <a:bodyPr/>
          <a:p/>
        </p:txBody>
      </p:sp>
      <p:sp>
        <p:nvSpPr>
          <p:cNvPr id="80"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2"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3"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txBody>
          <a:bodyPr/>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txBody>
          <a:bodyPr/>
          <a:p/>
        </p:txBody>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txBody>
          <a:bodyPr/>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txBody>
          <a:bodyPr/>
          <a:p/>
        </p:txBody>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txBody>
          <a:bodyPr/>
          <a:p/>
        </p:txBody>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txBody>
          <a:bodyPr/>
          <a:p/>
        </p:txBody>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txBody>
          <a:bodyPr/>
          <a:p/>
        </p:txBody>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txBody>
          <a:bodyPr/>
          <a:p/>
        </p:txBody>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txBody>
          <a:bodyPr/>
          <a:p/>
        </p:txBody>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txBody>
          <a:bodyPr/>
          <a:p/>
        </p:txBody>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6"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54"/>
          <p:cNvSpPr/>
          <p:nvPr/>
        </p:nvSpPr>
        <p:spPr>
          <a:xfrm>
            <a:off x="11466576" y="2734056"/>
            <a:ext cx="64008" cy="813816"/>
          </a:xfrm>
          <a:prstGeom prst="rect">
            <a:avLst/>
          </a:prstGeom>
          <a:solidFill>
            <a:srgbClr val="12A566"/>
          </a:solidFill>
          <a:ln/>
        </p:spPr>
        <p:txBody>
          <a:bodyPr/>
          <a:p/>
        </p:txBody>
      </p:sp>
      <p:sp>
        <p:nvSpPr>
          <p:cNvPr id="68"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0"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1"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2" name="Shape 58"/>
          <p:cNvSpPr/>
          <p:nvPr/>
        </p:nvSpPr>
        <p:spPr>
          <a:xfrm>
            <a:off x="8040624" y="3584448"/>
            <a:ext cx="3489960" cy="886968"/>
          </a:xfrm>
          <a:prstGeom prst="rect">
            <a:avLst/>
          </a:prstGeom>
          <a:solidFill>
            <a:srgbClr val="F7F7F7"/>
          </a:solidFill>
          <a:ln/>
        </p:spPr>
        <p:txBody>
          <a:bodyPr/>
          <a:p/>
        </p:txBody>
      </p:sp>
      <p:sp>
        <p:nvSpPr>
          <p:cNvPr id="73"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5"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6"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77" name="Shape 62"/>
          <p:cNvSpPr/>
          <p:nvPr/>
        </p:nvSpPr>
        <p:spPr>
          <a:xfrm>
            <a:off x="11466576" y="4507992"/>
            <a:ext cx="64008" cy="813816"/>
          </a:xfrm>
          <a:prstGeom prst="rect">
            <a:avLst/>
          </a:prstGeom>
          <a:solidFill>
            <a:srgbClr val="12A566"/>
          </a:solidFill>
          <a:ln/>
        </p:spPr>
        <p:txBody>
          <a:bodyPr/>
          <a:p/>
        </p:txBody>
      </p:sp>
      <p:sp>
        <p:nvSpPr>
          <p:cNvPr id="78"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0"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2" name="Shape 66"/>
          <p:cNvSpPr/>
          <p:nvPr/>
        </p:nvSpPr>
        <p:spPr>
          <a:xfrm>
            <a:off x="8040624" y="5358384"/>
            <a:ext cx="3489960" cy="886968"/>
          </a:xfrm>
          <a:prstGeom prst="rect">
            <a:avLst/>
          </a:prstGeom>
          <a:solidFill>
            <a:srgbClr val="F7F7F7"/>
          </a:solidFill>
          <a:ln/>
        </p:spPr>
        <p:txBody>
          <a:bodyPr/>
          <a:p/>
        </p:txBody>
      </p:sp>
      <p:sp>
        <p:nvSpPr>
          <p:cNvPr id="83" name="Shape 67"/>
          <p:cNvSpPr/>
          <p:nvPr/>
        </p:nvSpPr>
        <p:spPr>
          <a:xfrm>
            <a:off x="11466576" y="5394960"/>
            <a:ext cx="64008" cy="813816"/>
          </a:xfrm>
          <a:prstGeom prst="rect">
            <a:avLst/>
          </a:prstGeom>
          <a:solidFill>
            <a:srgbClr val="12A566"/>
          </a:solidFill>
          <a:ln/>
        </p:spPr>
        <p:txBody>
          <a:bodyPr/>
          <a:p/>
        </p:txBody>
      </p:sp>
      <p:sp>
        <p:nvSpPr>
          <p:cNvPr id="84"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86"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7"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txBody>
          <a:bodyPr/>
          <a:p/>
        </p:txBody>
      </p:sp>
      <p:sp>
        <p:nvSpPr>
          <p:cNvPr id="19" name="Shape 15"/>
          <p:cNvSpPr/>
          <p:nvPr/>
        </p:nvSpPr>
        <p:spPr>
          <a:xfrm>
            <a:off x="4084320" y="3621024"/>
            <a:ext cx="64008" cy="813816"/>
          </a:xfrm>
          <a:prstGeom prst="rect">
            <a:avLst/>
          </a:prstGeom>
          <a:solidFill>
            <a:srgbClr val="12A566"/>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txBody>
          <a:bodyPr/>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txBody>
          <a:bodyPr/>
          <a:p/>
        </p:txBody>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txBody>
          <a:bodyPr/>
          <a:p/>
        </p:txBody>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txBody>
          <a:bodyPr/>
          <a:p/>
        </p:txBody>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txBody>
          <a:bodyPr/>
          <a:p/>
        </p:txBody>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txBody>
          <a:bodyPr/>
          <a:p/>
        </p:txBody>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txBody>
          <a:bodyPr/>
          <a:p/>
        </p:txBody>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txBody>
          <a:bodyPr/>
          <a:p/>
        </p:txBody>
      </p:sp>
      <p:sp>
        <p:nvSpPr>
          <p:cNvPr id="62" name="Shape 50"/>
          <p:cNvSpPr/>
          <p:nvPr/>
        </p:nvSpPr>
        <p:spPr>
          <a:xfrm>
            <a:off x="11466576" y="1847088"/>
            <a:ext cx="64008" cy="813816"/>
          </a:xfrm>
          <a:prstGeom prst="rect">
            <a:avLst/>
          </a:prstGeom>
          <a:solidFill>
            <a:srgbClr val="12A566"/>
          </a:solidFill>
          <a:ln/>
        </p:spPr>
        <p:txBody>
          <a:bodyPr/>
          <a:p/>
        </p:txBody>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6"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7"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6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0"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7"/>
          <p:cNvSpPr/>
          <p:nvPr/>
        </p:nvSpPr>
        <p:spPr>
          <a:xfrm>
            <a:off x="8040624" y="3584448"/>
            <a:ext cx="3489960" cy="886968"/>
          </a:xfrm>
          <a:prstGeom prst="rect">
            <a:avLst/>
          </a:prstGeom>
          <a:solidFill>
            <a:srgbClr val="F7F7F7"/>
          </a:solidFill>
          <a:ln/>
        </p:spPr>
        <p:txBody>
          <a:bodyPr/>
          <a:p/>
        </p:txBody>
      </p:sp>
      <p:sp>
        <p:nvSpPr>
          <p:cNvPr id="72"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4"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5"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6" name="Shape 61"/>
          <p:cNvSpPr/>
          <p:nvPr/>
        </p:nvSpPr>
        <p:spPr>
          <a:xfrm>
            <a:off x="11466576" y="4507992"/>
            <a:ext cx="64008" cy="813816"/>
          </a:xfrm>
          <a:prstGeom prst="rect">
            <a:avLst/>
          </a:prstGeom>
          <a:solidFill>
            <a:srgbClr val="12A566"/>
          </a:solidFill>
          <a:ln/>
        </p:spPr>
        <p:txBody>
          <a:bodyPr/>
          <a:p/>
        </p:txBody>
      </p:sp>
      <p:sp>
        <p:nvSpPr>
          <p:cNvPr id="77"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79"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1" name="Shape 65"/>
          <p:cNvSpPr/>
          <p:nvPr/>
        </p:nvSpPr>
        <p:spPr>
          <a:xfrm>
            <a:off x="8040624" y="5358384"/>
            <a:ext cx="3489960" cy="886968"/>
          </a:xfrm>
          <a:prstGeom prst="rect">
            <a:avLst/>
          </a:prstGeom>
          <a:solidFill>
            <a:srgbClr val="F7F7F7"/>
          </a:solidFill>
          <a:ln/>
        </p:spPr>
        <p:txBody>
          <a:bodyPr/>
          <a:p/>
        </p:txBody>
      </p:sp>
      <p:sp>
        <p:nvSpPr>
          <p:cNvPr id="82"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4"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5"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txBody>
          <a:bodyPr/>
          <a:p/>
        </p:txBody>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txBody>
          <a:bodyPr/>
          <a:p/>
        </p:txBody>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txBody>
          <a:bodyPr/>
          <a:p/>
        </p:txBody>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txBody>
          <a:bodyPr/>
          <a:p/>
        </p:txBody>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txBody>
          <a:bodyPr/>
          <a:p/>
        </p:txBody>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txBody>
          <a:bodyPr/>
          <a:p/>
        </p:txBody>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txBody>
          <a:bodyPr/>
          <a:p/>
        </p:txBody>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txBody>
          <a:bodyPr/>
          <a:p/>
        </p:txBody>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3"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4"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5"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6"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68" name="Shape 54"/>
          <p:cNvSpPr/>
          <p:nvPr/>
        </p:nvSpPr>
        <p:spPr>
          <a:xfrm>
            <a:off x="8040624" y="3584448"/>
            <a:ext cx="3489960" cy="886968"/>
          </a:xfrm>
          <a:prstGeom prst="rect">
            <a:avLst/>
          </a:prstGeom>
          <a:solidFill>
            <a:srgbClr val="F7F7F7"/>
          </a:solidFill>
          <a:ln/>
        </p:spPr>
        <p:txBody>
          <a:bodyPr/>
          <a:p/>
        </p:txBody>
      </p:sp>
      <p:sp>
        <p:nvSpPr>
          <p:cNvPr id="69"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0"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1"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2"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3"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4"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5"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76"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77" name="Shape 61"/>
          <p:cNvSpPr/>
          <p:nvPr/>
        </p:nvSpPr>
        <p:spPr>
          <a:xfrm>
            <a:off x="8040624" y="5358384"/>
            <a:ext cx="3489960" cy="886968"/>
          </a:xfrm>
          <a:prstGeom prst="rect">
            <a:avLst/>
          </a:prstGeom>
          <a:solidFill>
            <a:srgbClr val="F7F7F7"/>
          </a:solidFill>
          <a:ln/>
        </p:spPr>
        <p:txBody>
          <a:bodyPr/>
          <a:p/>
        </p:txBody>
      </p:sp>
      <p:sp>
        <p:nvSpPr>
          <p:cNvPr id="78"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9"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0"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1"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txBody>
          <a:bodyPr/>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txBody>
          <a:bodyPr/>
          <a:p/>
        </p:txBody>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txBody>
          <a:bodyPr/>
          <a:p/>
        </p:txBody>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txBody>
          <a:bodyPr/>
          <a:p/>
        </p:txBody>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txBody>
          <a:bodyPr/>
          <a:p/>
        </p:txBody>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txBody>
          <a:bodyPr/>
          <a:p/>
        </p:txBody>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txBody>
          <a:bodyPr/>
          <a:p/>
        </p:txBody>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txBody>
          <a:bodyPr/>
          <a:p/>
        </p:txBody>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4"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5"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7"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9" name="Shape 55"/>
          <p:cNvSpPr/>
          <p:nvPr/>
        </p:nvSpPr>
        <p:spPr>
          <a:xfrm>
            <a:off x="8040624" y="3584448"/>
            <a:ext cx="3489960" cy="886968"/>
          </a:xfrm>
          <a:prstGeom prst="rect">
            <a:avLst/>
          </a:prstGeom>
          <a:solidFill>
            <a:srgbClr val="F7F7F7"/>
          </a:solidFill>
          <a:ln/>
        </p:spPr>
        <p:txBody>
          <a:bodyPr/>
          <a:p/>
        </p:txBody>
      </p:sp>
      <p:sp>
        <p:nvSpPr>
          <p:cNvPr id="70"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1"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2"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3"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4" name="Shape 59"/>
          <p:cNvSpPr/>
          <p:nvPr/>
        </p:nvSpPr>
        <p:spPr>
          <a:xfrm>
            <a:off x="11466576" y="4507992"/>
            <a:ext cx="64008" cy="813816"/>
          </a:xfrm>
          <a:prstGeom prst="rect">
            <a:avLst/>
          </a:prstGeom>
          <a:solidFill>
            <a:srgbClr val="12A566"/>
          </a:solidFill>
          <a:ln/>
        </p:spPr>
        <p:txBody>
          <a:bodyPr/>
          <a:p/>
        </p:txBody>
      </p:sp>
      <p:sp>
        <p:nvSpPr>
          <p:cNvPr id="75"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77"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78"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79" name="Shape 63"/>
          <p:cNvSpPr/>
          <p:nvPr/>
        </p:nvSpPr>
        <p:spPr>
          <a:xfrm>
            <a:off x="8040624" y="5358384"/>
            <a:ext cx="3489960" cy="886968"/>
          </a:xfrm>
          <a:prstGeom prst="rect">
            <a:avLst/>
          </a:prstGeom>
          <a:solidFill>
            <a:srgbClr val="F7F7F7"/>
          </a:solidFill>
          <a:ln/>
        </p:spPr>
        <p:txBody>
          <a:bodyPr/>
          <a:p/>
        </p:txBody>
      </p:sp>
      <p:sp>
        <p:nvSpPr>
          <p:cNvPr id="80"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2"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3"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txBody>
          <a:bodyPr/>
          <a:p/>
        </p:txBody>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txBody>
          <a:bodyPr/>
          <a:p/>
        </p:txBody>
      </p:sp>
      <p:sp>
        <p:nvSpPr>
          <p:cNvPr id="33" name="Shape 27"/>
          <p:cNvSpPr/>
          <p:nvPr/>
        </p:nvSpPr>
        <p:spPr>
          <a:xfrm>
            <a:off x="4084320" y="5394960"/>
            <a:ext cx="64008" cy="813816"/>
          </a:xfrm>
          <a:prstGeom prst="rect">
            <a:avLst/>
          </a:prstGeom>
          <a:solidFill>
            <a:srgbClr val="12A566"/>
          </a:solidFill>
          <a:ln/>
        </p:spPr>
        <p:txBody>
          <a:bodyPr/>
          <a:p/>
        </p:txBody>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txBody>
          <a:bodyPr/>
          <a:p/>
        </p:txBody>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txBody>
          <a:bodyPr/>
          <a:p/>
        </p:txBody>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txBody>
          <a:bodyPr/>
          <a:p/>
        </p:txBody>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txBody>
          <a:bodyPr/>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txBody>
          <a:bodyPr/>
          <a:p/>
        </p:txBody>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txBody>
          <a:bodyPr/>
          <a:p/>
        </p:txBody>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txBody>
          <a:bodyPr/>
          <a:p/>
        </p:txBody>
      </p:sp>
      <p:sp>
        <p:nvSpPr>
          <p:cNvPr id="73" name="Shape 61"/>
          <p:cNvSpPr/>
          <p:nvPr/>
        </p:nvSpPr>
        <p:spPr>
          <a:xfrm>
            <a:off x="11466576" y="1847088"/>
            <a:ext cx="64008" cy="813816"/>
          </a:xfrm>
          <a:prstGeom prst="rect">
            <a:avLst/>
          </a:prstGeom>
          <a:solidFill>
            <a:srgbClr val="2587C5"/>
          </a:solidFill>
          <a:ln/>
        </p:spPr>
        <p:txBody>
          <a:bodyPr/>
          <a:p/>
        </p:txBody>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7"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8"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9" name="Shape 66"/>
          <p:cNvSpPr/>
          <p:nvPr/>
        </p:nvSpPr>
        <p:spPr>
          <a:xfrm>
            <a:off x="11466576" y="2734056"/>
            <a:ext cx="64008" cy="813816"/>
          </a:xfrm>
          <a:prstGeom prst="rect">
            <a:avLst/>
          </a:prstGeom>
          <a:solidFill>
            <a:srgbClr val="12A566"/>
          </a:solidFill>
          <a:ln/>
        </p:spPr>
        <p:txBody>
          <a:bodyPr/>
          <a:p/>
        </p:txBody>
      </p:sp>
      <p:sp>
        <p:nvSpPr>
          <p:cNvPr id="80"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2"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83"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4"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5" name="Shape 71"/>
          <p:cNvSpPr/>
          <p:nvPr/>
        </p:nvSpPr>
        <p:spPr>
          <a:xfrm>
            <a:off x="8040624" y="3584448"/>
            <a:ext cx="3489960" cy="886968"/>
          </a:xfrm>
          <a:prstGeom prst="rect">
            <a:avLst/>
          </a:prstGeom>
          <a:solidFill>
            <a:srgbClr val="F7F7F7"/>
          </a:solidFill>
          <a:ln/>
        </p:spPr>
        <p:txBody>
          <a:bodyPr/>
          <a:p/>
        </p:txBody>
      </p:sp>
      <p:sp>
        <p:nvSpPr>
          <p:cNvPr id="86" name="Shape 72"/>
          <p:cNvSpPr/>
          <p:nvPr/>
        </p:nvSpPr>
        <p:spPr>
          <a:xfrm>
            <a:off x="11466576" y="3621024"/>
            <a:ext cx="64008" cy="813816"/>
          </a:xfrm>
          <a:prstGeom prst="rect">
            <a:avLst/>
          </a:prstGeom>
          <a:solidFill>
            <a:srgbClr val="12A566"/>
          </a:solidFill>
          <a:ln/>
        </p:spPr>
        <p:txBody>
          <a:bodyPr/>
          <a:p/>
        </p:txBody>
      </p:sp>
      <p:sp>
        <p:nvSpPr>
          <p:cNvPr id="87"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89"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90"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1"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2"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3"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4"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95"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96"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97" name="Shape 81"/>
          <p:cNvSpPr/>
          <p:nvPr/>
        </p:nvSpPr>
        <p:spPr>
          <a:xfrm>
            <a:off x="8040624" y="5358384"/>
            <a:ext cx="3489960" cy="886968"/>
          </a:xfrm>
          <a:prstGeom prst="rect">
            <a:avLst/>
          </a:prstGeom>
          <a:solidFill>
            <a:srgbClr val="F7F7F7"/>
          </a:solidFill>
          <a:ln/>
        </p:spPr>
        <p:txBody>
          <a:bodyPr/>
          <a:p/>
        </p:txBody>
      </p:sp>
      <p:sp>
        <p:nvSpPr>
          <p:cNvPr id="98"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0"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101"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2"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txBody>
          <a:bodyPr/>
          <a:p/>
        </p:txBody>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txBody>
          <a:bodyPr/>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txBody>
          <a:bodyPr/>
          <a:p/>
        </p:txBody>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txBody>
          <a:bodyPr/>
          <a:p/>
        </p:txBody>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txBody>
          <a:bodyPr/>
          <a:p/>
        </p:txBody>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txBody>
          <a:bodyPr/>
          <a:p/>
        </p:txBody>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txBody>
          <a:bodyPr/>
          <a:p/>
        </p:txBody>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txBody>
          <a:bodyPr/>
          <a:p/>
        </p:txBody>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txBody>
          <a:bodyPr/>
          <a:p/>
        </p:txBody>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4"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5"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7"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9" name="Shape 55"/>
          <p:cNvSpPr/>
          <p:nvPr/>
        </p:nvSpPr>
        <p:spPr>
          <a:xfrm>
            <a:off x="8040624" y="3584448"/>
            <a:ext cx="3489960" cy="886968"/>
          </a:xfrm>
          <a:prstGeom prst="rect">
            <a:avLst/>
          </a:prstGeom>
          <a:solidFill>
            <a:srgbClr val="F7F7F7"/>
          </a:solidFill>
          <a:ln/>
        </p:spPr>
        <p:txBody>
          <a:bodyPr/>
          <a:p/>
        </p:txBody>
      </p:sp>
      <p:sp>
        <p:nvSpPr>
          <p:cNvPr id="70" name="Shape 56"/>
          <p:cNvSpPr/>
          <p:nvPr/>
        </p:nvSpPr>
        <p:spPr>
          <a:xfrm>
            <a:off x="11466576" y="3621024"/>
            <a:ext cx="64008" cy="813816"/>
          </a:xfrm>
          <a:prstGeom prst="rect">
            <a:avLst/>
          </a:prstGeom>
          <a:solidFill>
            <a:srgbClr val="12A566"/>
          </a:solidFill>
          <a:ln/>
        </p:spPr>
        <p:txBody>
          <a:bodyPr/>
          <a:p/>
        </p:txBody>
      </p:sp>
      <p:sp>
        <p:nvSpPr>
          <p:cNvPr id="71"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3"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4"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5"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77"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78"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9" name="Shape 63"/>
          <p:cNvSpPr/>
          <p:nvPr/>
        </p:nvSpPr>
        <p:spPr>
          <a:xfrm>
            <a:off x="8040624" y="5358384"/>
            <a:ext cx="3489960" cy="886968"/>
          </a:xfrm>
          <a:prstGeom prst="rect">
            <a:avLst/>
          </a:prstGeom>
          <a:solidFill>
            <a:srgbClr val="F7F7F7"/>
          </a:solidFill>
          <a:ln/>
        </p:spPr>
        <p:txBody>
          <a:bodyPr/>
          <a:p/>
        </p:txBody>
      </p:sp>
      <p:sp>
        <p:nvSpPr>
          <p:cNvPr id="80"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3"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txBody>
          <a:bodyPr/>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txBody>
          <a:bodyPr/>
          <a:p/>
        </p:txBody>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txBody>
          <a:bodyPr/>
          <a:p/>
        </p:txBody>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txBody>
          <a:bodyPr/>
          <a:p/>
        </p:txBody>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txBody>
          <a:bodyPr/>
          <a:p/>
        </p:txBody>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txBody>
          <a:bodyPr/>
          <a:p/>
        </p:txBody>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txBody>
          <a:bodyPr/>
          <a:p/>
        </p:txBody>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txBody>
          <a:bodyPr/>
          <a:p/>
        </p:txBody>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5"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6"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8"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0" name="Shape 56"/>
          <p:cNvSpPr/>
          <p:nvPr/>
        </p:nvSpPr>
        <p:spPr>
          <a:xfrm>
            <a:off x="8040624" y="3584448"/>
            <a:ext cx="3489960" cy="886968"/>
          </a:xfrm>
          <a:prstGeom prst="rect">
            <a:avLst/>
          </a:prstGeom>
          <a:solidFill>
            <a:srgbClr val="F7F7F7"/>
          </a:solidFill>
          <a:ln/>
        </p:spPr>
        <p:txBody>
          <a:bodyPr/>
          <a:p/>
        </p:txBody>
      </p:sp>
      <p:sp>
        <p:nvSpPr>
          <p:cNvPr id="71"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3"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4"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5" name="Shape 60"/>
          <p:cNvSpPr/>
          <p:nvPr/>
        </p:nvSpPr>
        <p:spPr>
          <a:xfrm>
            <a:off x="11466576" y="4507992"/>
            <a:ext cx="64008" cy="813816"/>
          </a:xfrm>
          <a:prstGeom prst="rect">
            <a:avLst/>
          </a:prstGeom>
          <a:solidFill>
            <a:srgbClr val="12A566"/>
          </a:solidFill>
          <a:ln/>
        </p:spPr>
        <p:txBody>
          <a:bodyPr/>
          <a:p/>
        </p:txBody>
      </p:sp>
      <p:sp>
        <p:nvSpPr>
          <p:cNvPr id="76"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78"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79"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0" name="Shape 64"/>
          <p:cNvSpPr/>
          <p:nvPr/>
        </p:nvSpPr>
        <p:spPr>
          <a:xfrm>
            <a:off x="8040624" y="5358384"/>
            <a:ext cx="3489960" cy="886968"/>
          </a:xfrm>
          <a:prstGeom prst="rect">
            <a:avLst/>
          </a:prstGeom>
          <a:solidFill>
            <a:srgbClr val="F7F7F7"/>
          </a:solidFill>
          <a:ln/>
        </p:spPr>
        <p:txBody>
          <a:bodyPr/>
          <a:p/>
        </p:txBody>
      </p:sp>
      <p:sp>
        <p:nvSpPr>
          <p:cNvPr id="81" name="Shape 65"/>
          <p:cNvSpPr/>
          <p:nvPr/>
        </p:nvSpPr>
        <p:spPr>
          <a:xfrm>
            <a:off x="11466576" y="5394960"/>
            <a:ext cx="64008" cy="813816"/>
          </a:xfrm>
          <a:prstGeom prst="rect">
            <a:avLst/>
          </a:prstGeom>
          <a:solidFill>
            <a:srgbClr val="12A566"/>
          </a:solidFill>
          <a:ln/>
        </p:spPr>
        <p:txBody>
          <a:bodyPr/>
          <a:p/>
        </p:txBody>
      </p:sp>
      <p:sp>
        <p:nvSpPr>
          <p:cNvPr id="82"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4"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5"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txBody>
          <a:bodyPr/>
          <a:p/>
        </p:txBody>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txBody>
          <a:bodyPr/>
          <a:p/>
        </p:txBody>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txBody>
          <a:bodyPr/>
          <a:p/>
        </p:txBody>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txBody>
          <a:bodyPr/>
          <a:p/>
        </p:txBody>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txBody>
          <a:bodyPr/>
          <a:p/>
        </p:txBody>
      </p:sp>
      <p:sp>
        <p:nvSpPr>
          <p:cNvPr id="54" name="Shape 43"/>
          <p:cNvSpPr/>
          <p:nvPr/>
        </p:nvSpPr>
        <p:spPr>
          <a:xfrm>
            <a:off x="7775448" y="5394960"/>
            <a:ext cx="64008" cy="813816"/>
          </a:xfrm>
          <a:prstGeom prst="rect">
            <a:avLst/>
          </a:prstGeom>
          <a:solidFill>
            <a:srgbClr val="2587C5"/>
          </a:solidFill>
          <a:ln/>
        </p:spPr>
        <p:txBody>
          <a:bodyPr/>
          <a:p/>
        </p:txBody>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txBody>
          <a:bodyPr/>
          <a:p/>
        </p:txBody>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txBody>
          <a:bodyPr/>
          <a:p/>
        </p:txBody>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5"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6" name="Shape 53"/>
          <p:cNvSpPr/>
          <p:nvPr/>
        </p:nvSpPr>
        <p:spPr>
          <a:xfrm>
            <a:off x="11466576" y="2734056"/>
            <a:ext cx="64008" cy="813816"/>
          </a:xfrm>
          <a:prstGeom prst="rect">
            <a:avLst/>
          </a:prstGeom>
          <a:solidFill>
            <a:srgbClr val="12A566"/>
          </a:solidFill>
          <a:ln/>
        </p:spPr>
        <p:txBody>
          <a:bodyPr/>
          <a:p/>
        </p:txBody>
      </p:sp>
      <p:sp>
        <p:nvSpPr>
          <p:cNvPr id="67"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6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0"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1" name="Shape 57"/>
          <p:cNvSpPr/>
          <p:nvPr/>
        </p:nvSpPr>
        <p:spPr>
          <a:xfrm>
            <a:off x="8040624" y="3584448"/>
            <a:ext cx="3489960" cy="886968"/>
          </a:xfrm>
          <a:prstGeom prst="rect">
            <a:avLst/>
          </a:prstGeom>
          <a:solidFill>
            <a:srgbClr val="F7F7F7"/>
          </a:solidFill>
          <a:ln/>
        </p:spPr>
        <p:txBody>
          <a:bodyPr/>
          <a:p/>
        </p:txBody>
      </p:sp>
      <p:sp>
        <p:nvSpPr>
          <p:cNvPr id="72"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4"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5"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6"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78"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79"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0" name="Shape 64"/>
          <p:cNvSpPr/>
          <p:nvPr/>
        </p:nvSpPr>
        <p:spPr>
          <a:xfrm>
            <a:off x="8040624" y="5358384"/>
            <a:ext cx="3489960" cy="886968"/>
          </a:xfrm>
          <a:prstGeom prst="rect">
            <a:avLst/>
          </a:prstGeom>
          <a:solidFill>
            <a:srgbClr val="F7F7F7"/>
          </a:solidFill>
          <a:ln/>
        </p:spPr>
        <p:txBody>
          <a:bodyPr/>
          <a:p/>
        </p:txBody>
      </p:sp>
      <p:sp>
        <p:nvSpPr>
          <p:cNvPr id="81" name="Shape 65"/>
          <p:cNvSpPr/>
          <p:nvPr/>
        </p:nvSpPr>
        <p:spPr>
          <a:xfrm>
            <a:off x="11466576" y="5394960"/>
            <a:ext cx="64008" cy="813816"/>
          </a:xfrm>
          <a:prstGeom prst="rect">
            <a:avLst/>
          </a:prstGeom>
          <a:solidFill>
            <a:srgbClr val="2587C5"/>
          </a:solidFill>
          <a:ln/>
        </p:spPr>
        <p:txBody>
          <a:bodyPr/>
          <a:p/>
        </p:txBody>
      </p:sp>
      <p:sp>
        <p:nvSpPr>
          <p:cNvPr id="82"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4"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5"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txBody>
          <a:bodyPr/>
          <a:p/>
        </p:txBody>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txBody>
          <a:bodyPr/>
          <a:p/>
        </p:txBody>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txBody>
          <a:bodyPr/>
          <a:p/>
        </p:txBody>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txBody>
          <a:bodyPr/>
          <a:p/>
        </p:txBody>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txBody>
          <a:bodyPr/>
          <a:p/>
        </p:txBody>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txBody>
          <a:bodyPr/>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txBody>
          <a:bodyPr/>
          <a:p/>
        </p:txBody>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txBody>
          <a:bodyPr/>
          <a:p/>
        </p:txBody>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txBody>
          <a:bodyPr/>
          <a:p/>
        </p:txBody>
      </p:sp>
      <p:sp>
        <p:nvSpPr>
          <p:cNvPr id="71" name="Shape 59"/>
          <p:cNvSpPr/>
          <p:nvPr/>
        </p:nvSpPr>
        <p:spPr>
          <a:xfrm>
            <a:off x="11466576" y="1847088"/>
            <a:ext cx="64008" cy="813816"/>
          </a:xfrm>
          <a:prstGeom prst="rect">
            <a:avLst/>
          </a:prstGeom>
          <a:solidFill>
            <a:srgbClr val="2587C5"/>
          </a:solidFill>
          <a:ln/>
        </p:spPr>
        <p:txBody>
          <a:bodyPr/>
          <a:p/>
        </p:txBody>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75"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6"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7"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7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80"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1"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2" name="Shape 68"/>
          <p:cNvSpPr/>
          <p:nvPr/>
        </p:nvSpPr>
        <p:spPr>
          <a:xfrm>
            <a:off x="8040624" y="3584448"/>
            <a:ext cx="3489960" cy="886968"/>
          </a:xfrm>
          <a:prstGeom prst="rect">
            <a:avLst/>
          </a:prstGeom>
          <a:solidFill>
            <a:srgbClr val="F7F7F7"/>
          </a:solidFill>
          <a:ln/>
        </p:spPr>
        <p:txBody>
          <a:bodyPr/>
          <a:p/>
        </p:txBody>
      </p:sp>
      <p:sp>
        <p:nvSpPr>
          <p:cNvPr id="83"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5"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86"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87"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88"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9"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0"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91"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2"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3" name="Shape 77"/>
          <p:cNvSpPr/>
          <p:nvPr/>
        </p:nvSpPr>
        <p:spPr>
          <a:xfrm>
            <a:off x="8040624" y="5358384"/>
            <a:ext cx="3489960" cy="886968"/>
          </a:xfrm>
          <a:prstGeom prst="rect">
            <a:avLst/>
          </a:prstGeom>
          <a:solidFill>
            <a:srgbClr val="F7F7F7"/>
          </a:solidFill>
          <a:ln/>
        </p:spPr>
        <p:txBody>
          <a:bodyPr/>
          <a:p/>
        </p:txBody>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96"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txBody>
          <a:bodyPr/>
          <a:p/>
        </p:txBody>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txBody>
          <a:bodyPr/>
          <a:p/>
        </p:txBody>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txBody>
          <a:bodyPr/>
          <a:p/>
        </p:txBody>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txBody>
          <a:bodyPr/>
          <a:p/>
        </p:txBody>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txBody>
          <a:bodyPr/>
          <a:p/>
        </p:txBody>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txBody>
          <a:bodyPr/>
          <a:p/>
        </p:txBody>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txBody>
          <a:bodyPr/>
          <a:p/>
        </p:txBody>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txBody>
          <a:bodyPr/>
          <a:p/>
        </p:txBody>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3"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4"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5"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6"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68" name="Shape 54"/>
          <p:cNvSpPr/>
          <p:nvPr/>
        </p:nvSpPr>
        <p:spPr>
          <a:xfrm>
            <a:off x="8040624" y="3584448"/>
            <a:ext cx="3489960" cy="886968"/>
          </a:xfrm>
          <a:prstGeom prst="rect">
            <a:avLst/>
          </a:prstGeom>
          <a:solidFill>
            <a:srgbClr val="F7F7F7"/>
          </a:solidFill>
          <a:ln/>
        </p:spPr>
        <p:txBody>
          <a:bodyPr/>
          <a:p/>
        </p:txBody>
      </p:sp>
      <p:sp>
        <p:nvSpPr>
          <p:cNvPr id="69"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0"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1"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2"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3"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4"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5"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76"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7" name="Shape 61"/>
          <p:cNvSpPr/>
          <p:nvPr/>
        </p:nvSpPr>
        <p:spPr>
          <a:xfrm>
            <a:off x="8040624" y="5358384"/>
            <a:ext cx="3489960" cy="886968"/>
          </a:xfrm>
          <a:prstGeom prst="rect">
            <a:avLst/>
          </a:prstGeom>
          <a:solidFill>
            <a:srgbClr val="F7F7F7"/>
          </a:solidFill>
          <a:ln/>
        </p:spPr>
        <p:txBody>
          <a:bodyPr/>
          <a:p/>
        </p:txBody>
      </p:sp>
      <p:sp>
        <p:nvSpPr>
          <p:cNvPr id="78"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9"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0"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1"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txBody>
          <a:bodyPr/>
          <a:p/>
        </p:txBody>
      </p:sp>
      <p:sp>
        <p:nvSpPr>
          <p:cNvPr id="20" name="Shape 16"/>
          <p:cNvSpPr/>
          <p:nvPr/>
        </p:nvSpPr>
        <p:spPr>
          <a:xfrm>
            <a:off x="4084320" y="3621024"/>
            <a:ext cx="64008" cy="813816"/>
          </a:xfrm>
          <a:prstGeom prst="rect">
            <a:avLst/>
          </a:prstGeom>
          <a:solidFill>
            <a:srgbClr val="12A566"/>
          </a:solidFill>
          <a:ln/>
        </p:spPr>
        <p:txBody>
          <a:bodyPr/>
          <a:p/>
        </p:txBody>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txBody>
          <a:bodyPr/>
          <a:p/>
        </p:txBody>
      </p:sp>
      <p:sp>
        <p:nvSpPr>
          <p:cNvPr id="30" name="Shape 24"/>
          <p:cNvSpPr/>
          <p:nvPr/>
        </p:nvSpPr>
        <p:spPr>
          <a:xfrm>
            <a:off x="4084320" y="5394960"/>
            <a:ext cx="64008" cy="813816"/>
          </a:xfrm>
          <a:prstGeom prst="rect">
            <a:avLst/>
          </a:prstGeom>
          <a:solidFill>
            <a:srgbClr val="12A566"/>
          </a:solidFill>
          <a:ln/>
        </p:spPr>
        <p:txBody>
          <a:bodyPr/>
          <a:p/>
        </p:txBody>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txBody>
          <a:bodyPr/>
          <a:p/>
        </p:txBody>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txBody>
          <a:bodyPr/>
          <a:p/>
        </p:txBody>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txBody>
          <a:bodyPr/>
          <a:p/>
        </p:txBody>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txBody>
          <a:bodyPr/>
          <a:p/>
        </p:txBody>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txBody>
          <a:bodyPr/>
          <a:p/>
        </p:txBody>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txBody>
          <a:bodyPr/>
          <a:p/>
        </p:txBody>
      </p:sp>
      <p:sp>
        <p:nvSpPr>
          <p:cNvPr id="63" name="Shape 51"/>
          <p:cNvSpPr/>
          <p:nvPr/>
        </p:nvSpPr>
        <p:spPr>
          <a:xfrm>
            <a:off x="11466576" y="1847088"/>
            <a:ext cx="64008" cy="813816"/>
          </a:xfrm>
          <a:prstGeom prst="rect">
            <a:avLst/>
          </a:prstGeom>
          <a:solidFill>
            <a:srgbClr val="12A566"/>
          </a:solidFill>
          <a:ln/>
        </p:spPr>
        <p:txBody>
          <a:bodyPr/>
          <a:p/>
        </p:txBody>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7"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8" name="Shape 55"/>
          <p:cNvSpPr/>
          <p:nvPr/>
        </p:nvSpPr>
        <p:spPr>
          <a:xfrm>
            <a:off x="11466576" y="2734056"/>
            <a:ext cx="64008" cy="813816"/>
          </a:xfrm>
          <a:prstGeom prst="rect">
            <a:avLst/>
          </a:prstGeom>
          <a:solidFill>
            <a:srgbClr val="12A566"/>
          </a:solidFill>
          <a:ln/>
        </p:spPr>
        <p:txBody>
          <a:bodyPr/>
          <a:p/>
        </p:txBody>
      </p:sp>
      <p:sp>
        <p:nvSpPr>
          <p:cNvPr id="69"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1"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2"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3" name="Shape 59"/>
          <p:cNvSpPr/>
          <p:nvPr/>
        </p:nvSpPr>
        <p:spPr>
          <a:xfrm>
            <a:off x="8040624" y="3584448"/>
            <a:ext cx="3489960" cy="886968"/>
          </a:xfrm>
          <a:prstGeom prst="rect">
            <a:avLst/>
          </a:prstGeom>
          <a:solidFill>
            <a:srgbClr val="F7F7F7"/>
          </a:solidFill>
          <a:ln/>
        </p:spPr>
        <p:txBody>
          <a:bodyPr/>
          <a:p/>
        </p:txBody>
      </p:sp>
      <p:sp>
        <p:nvSpPr>
          <p:cNvPr id="74"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6"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7"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78"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0"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2" name="Shape 66"/>
          <p:cNvSpPr/>
          <p:nvPr/>
        </p:nvSpPr>
        <p:spPr>
          <a:xfrm>
            <a:off x="8040624" y="5358384"/>
            <a:ext cx="3489960" cy="886968"/>
          </a:xfrm>
          <a:prstGeom prst="rect">
            <a:avLst/>
          </a:prstGeom>
          <a:solidFill>
            <a:srgbClr val="F7F7F7"/>
          </a:solidFill>
          <a:ln/>
        </p:spPr>
        <p:txBody>
          <a:bodyPr/>
          <a:p/>
        </p:txBody>
      </p:sp>
      <p:sp>
        <p:nvSpPr>
          <p:cNvPr id="83" name="Shape 67"/>
          <p:cNvSpPr/>
          <p:nvPr/>
        </p:nvSpPr>
        <p:spPr>
          <a:xfrm>
            <a:off x="11466576" y="5394960"/>
            <a:ext cx="64008" cy="813816"/>
          </a:xfrm>
          <a:prstGeom prst="rect">
            <a:avLst/>
          </a:prstGeom>
          <a:solidFill>
            <a:srgbClr val="12A566"/>
          </a:solidFill>
          <a:ln/>
        </p:spPr>
        <p:txBody>
          <a:bodyPr/>
          <a:p/>
        </p:txBody>
      </p:sp>
      <p:sp>
        <p:nvSpPr>
          <p:cNvPr id="84"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86"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7"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txBody>
          <a:bodyPr/>
          <a:p/>
        </p:txBody>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txBody>
          <a:bodyPr/>
          <a:p/>
        </p:txBody>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txBody>
          <a:bodyPr/>
          <a:p/>
        </p:txBody>
      </p:sp>
      <p:sp>
        <p:nvSpPr>
          <p:cNvPr id="10" name="Shape 8"/>
          <p:cNvSpPr/>
          <p:nvPr/>
        </p:nvSpPr>
        <p:spPr>
          <a:xfrm>
            <a:off x="4084320" y="1847088"/>
            <a:ext cx="64008" cy="813816"/>
          </a:xfrm>
          <a:prstGeom prst="rect">
            <a:avLst/>
          </a:prstGeom>
          <a:solidFill>
            <a:srgbClr val="12A566"/>
          </a:solidFill>
          <a:ln/>
        </p:spPr>
        <p:txBody>
          <a:bodyPr/>
          <a:p/>
        </p:txBody>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txBody>
          <a:bodyPr/>
          <a:p/>
        </p:txBody>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txBody>
          <a:bodyPr/>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txBody>
          <a:bodyPr/>
          <a:p/>
        </p:txBody>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txBody>
          <a:bodyPr/>
          <a:p/>
        </p:txBody>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txBody>
          <a:bodyPr/>
          <a:p/>
        </p:txBody>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txBody>
          <a:bodyPr/>
          <a:p/>
        </p:txBody>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txBody>
          <a:bodyPr/>
          <a:p/>
        </p:txBody>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txBody>
          <a:bodyPr/>
          <a:p/>
        </p:txBody>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txBody>
          <a:bodyPr/>
          <a:p/>
        </p:txBody>
      </p:sp>
      <p:sp>
        <p:nvSpPr>
          <p:cNvPr id="62" name="Shape 50"/>
          <p:cNvSpPr/>
          <p:nvPr/>
        </p:nvSpPr>
        <p:spPr>
          <a:xfrm>
            <a:off x="11466576" y="1847088"/>
            <a:ext cx="64008" cy="813816"/>
          </a:xfrm>
          <a:prstGeom prst="rect">
            <a:avLst/>
          </a:prstGeom>
          <a:solidFill>
            <a:srgbClr val="12A566"/>
          </a:solidFill>
          <a:ln/>
        </p:spPr>
        <p:txBody>
          <a:bodyPr/>
          <a:p/>
        </p:txBody>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sp>
        <p:nvSpPr>
          <p:cNvPr id="66"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7"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69" name="Chart 11" descr=""/>
          <p:cNvGraphicFramePr/>
          <p:nvPr/>
        </p:nvGraphicFramePr>
        <p:xfrm>
          <a:off x="8479536" y="3229661"/>
          <a:ext cx="1972056" cy="301569"/>
        </p:xfrm>
        <a:graphic>
          <a:graphicData uri="http://schemas.openxmlformats.org/drawingml/2006/chart">
            <c:chart xmlns:c="http://schemas.openxmlformats.org/drawingml/2006/chart" r:id="rId13"/>
          </a:graphicData>
        </a:graphic>
      </p:graphicFrame>
      <p:sp>
        <p:nvSpPr>
          <p:cNvPr id="70"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1" name="Shape 57"/>
          <p:cNvSpPr/>
          <p:nvPr/>
        </p:nvSpPr>
        <p:spPr>
          <a:xfrm>
            <a:off x="8040624" y="3584448"/>
            <a:ext cx="3489960" cy="886968"/>
          </a:xfrm>
          <a:prstGeom prst="rect">
            <a:avLst/>
          </a:prstGeom>
          <a:solidFill>
            <a:srgbClr val="F7F7F7"/>
          </a:solidFill>
          <a:ln/>
        </p:spPr>
        <p:txBody>
          <a:bodyPr/>
          <a:p/>
        </p:txBody>
      </p:sp>
      <p:sp>
        <p:nvSpPr>
          <p:cNvPr id="72" name="Shape 58"/>
          <p:cNvSpPr/>
          <p:nvPr/>
        </p:nvSpPr>
        <p:spPr>
          <a:xfrm>
            <a:off x="11466576" y="3621024"/>
            <a:ext cx="64008" cy="813816"/>
          </a:xfrm>
          <a:prstGeom prst="rect">
            <a:avLst/>
          </a:prstGeom>
          <a:solidFill>
            <a:srgbClr val="12A566"/>
          </a:solidFill>
          <a:ln/>
        </p:spPr>
        <p:txBody>
          <a:bodyPr/>
          <a:p/>
        </p:txBody>
      </p:sp>
      <p:sp>
        <p:nvSpPr>
          <p:cNvPr id="73"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5" name="Chart 12" descr=""/>
          <p:cNvGraphicFramePr/>
          <p:nvPr/>
        </p:nvGraphicFramePr>
        <p:xfrm>
          <a:off x="8479536" y="4116629"/>
          <a:ext cx="1972056" cy="301569"/>
        </p:xfrm>
        <a:graphic>
          <a:graphicData uri="http://schemas.openxmlformats.org/drawingml/2006/chart">
            <c:chart xmlns:c="http://schemas.openxmlformats.org/drawingml/2006/chart" r:id="rId14"/>
          </a:graphicData>
        </a:graphic>
      </p:graphicFrame>
      <p:sp>
        <p:nvSpPr>
          <p:cNvPr id="76"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77"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79" name="Chart 13" descr=""/>
          <p:cNvGraphicFramePr/>
          <p:nvPr/>
        </p:nvGraphicFramePr>
        <p:xfrm>
          <a:off x="8479536" y="5003597"/>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1" name="Shape 65"/>
          <p:cNvSpPr/>
          <p:nvPr/>
        </p:nvSpPr>
        <p:spPr>
          <a:xfrm>
            <a:off x="8040624" y="5358384"/>
            <a:ext cx="3489960" cy="886968"/>
          </a:xfrm>
          <a:prstGeom prst="rect">
            <a:avLst/>
          </a:prstGeom>
          <a:solidFill>
            <a:srgbClr val="F7F7F7"/>
          </a:solidFill>
          <a:ln/>
        </p:spPr>
        <p:txBody>
          <a:bodyPr/>
          <a:p/>
        </p:txBody>
      </p:sp>
      <p:sp>
        <p:nvSpPr>
          <p:cNvPr id="82"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4" name="Chart 14" descr=""/>
          <p:cNvGraphicFramePr/>
          <p:nvPr/>
        </p:nvGraphicFramePr>
        <p:xfrm>
          <a:off x="8479536" y="5890565"/>
          <a:ext cx="1972056" cy="301569"/>
        </p:xfrm>
        <a:graphic>
          <a:graphicData uri="http://schemas.openxmlformats.org/drawingml/2006/chart">
            <c:chart xmlns:c="http://schemas.openxmlformats.org/drawingml/2006/chart" r:id="rId16"/>
          </a:graphicData>
        </a:graphic>
      </p:graphicFrame>
      <p:sp>
        <p:nvSpPr>
          <p:cNvPr id="85"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