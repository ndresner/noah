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1.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xml" ContentType="application/vnd.openxmlformats-officedocument.drawingml.chart+xml"/>
  <Override PartName="/ppt/charts/chart120.xml" ContentType="application/vnd.openxmlformats-officedocument.drawingml.chart+xml"/>
  <Override PartName="/ppt/charts/chart121.xml" ContentType="application/vnd.openxmlformats-officedocument.drawingml.chart+xml"/>
  <Override PartName="/ppt/charts/chart122.xml" ContentType="application/vnd.openxmlformats-officedocument.drawingml.chart+xml"/>
  <Override PartName="/ppt/charts/chart123.xml" ContentType="application/vnd.openxmlformats-officedocument.drawingml.chart+xml"/>
  <Override PartName="/ppt/charts/chart124.xml" ContentType="application/vnd.openxmlformats-officedocument.drawingml.chart+xml"/>
  <Override PartName="/ppt/charts/chart125.xml" ContentType="application/vnd.openxmlformats-officedocument.drawingml.chart+xml"/>
  <Override PartName="/ppt/charts/chart126.xml" ContentType="application/vnd.openxmlformats-officedocument.drawingml.chart+xml"/>
  <Override PartName="/ppt/charts/chart127.xml" ContentType="application/vnd.openxmlformats-officedocument.drawingml.chart+xml"/>
  <Override PartName="/ppt/charts/chart128.xml" ContentType="application/vnd.openxmlformats-officedocument.drawingml.chart+xml"/>
  <Override PartName="/ppt/charts/chart129.xml" ContentType="application/vnd.openxmlformats-officedocument.drawingml.chart+xml"/>
  <Override PartName="/ppt/charts/chart13.xml" ContentType="application/vnd.openxmlformats-officedocument.drawingml.chart+xml"/>
  <Override PartName="/ppt/charts/chart135.xml" ContentType="application/vnd.openxmlformats-officedocument.drawingml.chart+xml"/>
  <Override PartName="/ppt/charts/chart136.xml" ContentType="application/vnd.openxmlformats-officedocument.drawingml.chart+xml"/>
  <Override PartName="/ppt/charts/chart137.xml" ContentType="application/vnd.openxmlformats-officedocument.drawingml.chart+xml"/>
  <Override PartName="/ppt/charts/chart138.xml" ContentType="application/vnd.openxmlformats-officedocument.drawingml.chart+xml"/>
  <Override PartName="/ppt/charts/chart139.xml" ContentType="application/vnd.openxmlformats-officedocument.drawingml.chart+xml"/>
  <Override PartName="/ppt/charts/chart14.xml" ContentType="application/vnd.openxmlformats-officedocument.drawingml.chart+xml"/>
  <Override PartName="/ppt/charts/chart140.xml" ContentType="application/vnd.openxmlformats-officedocument.drawingml.chart+xml"/>
  <Override PartName="/ppt/charts/chart141.xml" ContentType="application/vnd.openxmlformats-officedocument.drawingml.chart+xml"/>
  <Override PartName="/ppt/charts/chart142.xml" ContentType="application/vnd.openxmlformats-officedocument.drawingml.chart+xml"/>
  <Override PartName="/ppt/charts/chart143.xml" ContentType="application/vnd.openxmlformats-officedocument.drawingml.chart+xml"/>
  <Override PartName="/ppt/charts/chart144.xml" ContentType="application/vnd.openxmlformats-officedocument.drawingml.chart+xml"/>
  <Override PartName="/ppt/charts/chart145.xml" ContentType="application/vnd.openxmlformats-officedocument.drawingml.chart+xml"/>
  <Override PartName="/ppt/charts/chart146.xml" ContentType="application/vnd.openxmlformats-officedocument.drawingml.chart+xml"/>
  <Override PartName="/ppt/charts/chart147.xml" ContentType="application/vnd.openxmlformats-officedocument.drawingml.chart+xml"/>
  <Override PartName="/ppt/charts/chart148.xml" ContentType="application/vnd.openxmlformats-officedocument.drawingml.chart+xml"/>
  <Override PartName="/ppt/charts/chart149.xml" ContentType="application/vnd.openxmlformats-officedocument.drawingml.chart+xml"/>
  <Override PartName="/ppt/charts/chart15.xml" ContentType="application/vnd.openxmlformats-officedocument.drawingml.chart+xml"/>
  <Override PartName="/ppt/charts/chart150.xml" ContentType="application/vnd.openxmlformats-officedocument.drawingml.chart+xml"/>
  <Override PartName="/ppt/charts/chart151.xml" ContentType="application/vnd.openxmlformats-officedocument.drawingml.chart+xml"/>
  <Override PartName="/ppt/charts/chart152.xml" ContentType="application/vnd.openxmlformats-officedocument.drawingml.chart+xml"/>
  <Override PartName="/ppt/charts/chart153.xml" ContentType="application/vnd.openxmlformats-officedocument.drawingml.chart+xml"/>
  <Override PartName="/ppt/charts/chart154.xml" ContentType="application/vnd.openxmlformats-officedocument.drawingml.chart+xml"/>
  <Override PartName="/ppt/charts/chart16.xml" ContentType="application/vnd.openxmlformats-officedocument.drawingml.chart+xml"/>
  <Override PartName="/ppt/charts/chart161.xml" ContentType="application/vnd.openxmlformats-officedocument.drawingml.chart+xml"/>
  <Override PartName="/ppt/charts/chart162.xml" ContentType="application/vnd.openxmlformats-officedocument.drawingml.chart+xml"/>
  <Override PartName="/ppt/charts/chart163.xml" ContentType="application/vnd.openxmlformats-officedocument.drawingml.chart+xml"/>
  <Override PartName="/ppt/charts/chart164.xml" ContentType="application/vnd.openxmlformats-officedocument.drawingml.chart+xml"/>
  <Override PartName="/ppt/charts/chart165.xml" ContentType="application/vnd.openxmlformats-officedocument.drawingml.chart+xml"/>
  <Override PartName="/ppt/charts/chart166.xml" ContentType="application/vnd.openxmlformats-officedocument.drawingml.chart+xml"/>
  <Override PartName="/ppt/charts/chart167.xml" ContentType="application/vnd.openxmlformats-officedocument.drawingml.chart+xml"/>
  <Override PartName="/ppt/charts/chart168.xml" ContentType="application/vnd.openxmlformats-officedocument.drawingml.chart+xml"/>
  <Override PartName="/ppt/charts/chart169.xml" ContentType="application/vnd.openxmlformats-officedocument.drawingml.chart+xml"/>
  <Override PartName="/ppt/charts/chart17.xml" ContentType="application/vnd.openxmlformats-officedocument.drawingml.chart+xml"/>
  <Override PartName="/ppt/charts/chart170.xml" ContentType="application/vnd.openxmlformats-officedocument.drawingml.chart+xml"/>
  <Override PartName="/ppt/charts/chart171.xml" ContentType="application/vnd.openxmlformats-officedocument.drawingml.chart+xml"/>
  <Override PartName="/ppt/charts/chart172.xml" ContentType="application/vnd.openxmlformats-officedocument.drawingml.chart+xml"/>
  <Override PartName="/ppt/charts/chart173.xml" ContentType="application/vnd.openxmlformats-officedocument.drawingml.chart+xml"/>
  <Override PartName="/ppt/charts/chart174.xml" ContentType="application/vnd.openxmlformats-officedocument.drawingml.chart+xml"/>
  <Override PartName="/ppt/charts/chart175.xml" ContentType="application/vnd.openxmlformats-officedocument.drawingml.chart+xml"/>
  <Override PartName="/ppt/charts/chart176.xml" ContentType="application/vnd.openxmlformats-officedocument.drawingml.chart+xml"/>
  <Override PartName="/ppt/charts/chart177.xml" ContentType="application/vnd.openxmlformats-officedocument.drawingml.chart+xml"/>
  <Override PartName="/ppt/charts/chart178.xml" ContentType="application/vnd.openxmlformats-officedocument.drawingml.chart+xml"/>
  <Override PartName="/ppt/charts/chart179.xml" ContentType="application/vnd.openxmlformats-officedocument.drawingml.chart+xml"/>
  <Override PartName="/ppt/charts/chart18.xml" ContentType="application/vnd.openxmlformats-officedocument.drawingml.chart+xml"/>
  <Override PartName="/ppt/charts/chart180.xml" ContentType="application/vnd.openxmlformats-officedocument.drawingml.chart+xml"/>
  <Override PartName="/ppt/charts/chart187.xml" ContentType="application/vnd.openxmlformats-officedocument.drawingml.chart+xml"/>
  <Override PartName="/ppt/charts/chart188.xml" ContentType="application/vnd.openxmlformats-officedocument.drawingml.chart+xml"/>
  <Override PartName="/ppt/charts/chart189.xml" ContentType="application/vnd.openxmlformats-officedocument.drawingml.chart+xml"/>
  <Override PartName="/ppt/charts/chart19.xml" ContentType="application/vnd.openxmlformats-officedocument.drawingml.chart+xml"/>
  <Override PartName="/ppt/charts/chart190.xml" ContentType="application/vnd.openxmlformats-officedocument.drawingml.chart+xml"/>
  <Override PartName="/ppt/charts/chart191.xml" ContentType="application/vnd.openxmlformats-officedocument.drawingml.chart+xml"/>
  <Override PartName="/ppt/charts/chart192.xml" ContentType="application/vnd.openxmlformats-officedocument.drawingml.chart+xml"/>
  <Override PartName="/ppt/charts/chart193.xml" ContentType="application/vnd.openxmlformats-officedocument.drawingml.chart+xml"/>
  <Override PartName="/ppt/charts/chart194.xml" ContentType="application/vnd.openxmlformats-officedocument.drawingml.chart+xml"/>
  <Override PartName="/ppt/charts/chart195.xml" ContentType="application/vnd.openxmlformats-officedocument.drawingml.chart+xml"/>
  <Override PartName="/ppt/charts/chart196.xml" ContentType="application/vnd.openxmlformats-officedocument.drawingml.chart+xml"/>
  <Override PartName="/ppt/charts/chart197.xml" ContentType="application/vnd.openxmlformats-officedocument.drawingml.chart+xml"/>
  <Override PartName="/ppt/charts/chart198.xml" ContentType="application/vnd.openxmlformats-officedocument.drawingml.chart+xml"/>
  <Override PartName="/ppt/charts/chart199.xml" ContentType="application/vnd.openxmlformats-officedocument.drawingml.chart+xml"/>
  <Override PartName="/ppt/charts/chart20.xml" ContentType="application/vnd.openxmlformats-officedocument.drawingml.chart+xml"/>
  <Override PartName="/ppt/charts/chart200.xml" ContentType="application/vnd.openxmlformats-officedocument.drawingml.chart+xml"/>
  <Override PartName="/ppt/charts/chart201.xml" ContentType="application/vnd.openxmlformats-officedocument.drawingml.chart+xml"/>
  <Override PartName="/ppt/charts/chart202.xml" ContentType="application/vnd.openxmlformats-officedocument.drawingml.chart+xml"/>
  <Override PartName="/ppt/charts/chart203.xml" ContentType="application/vnd.openxmlformats-officedocument.drawingml.chart+xml"/>
  <Override PartName="/ppt/charts/chart204.xml" ContentType="application/vnd.openxmlformats-officedocument.drawingml.chart+xml"/>
  <Override PartName="/ppt/charts/chart205.xml" ContentType="application/vnd.openxmlformats-officedocument.drawingml.chart+xml"/>
  <Override PartName="/ppt/charts/chart206.xml" ContentType="application/vnd.openxmlformats-officedocument.drawingml.chart+xml"/>
  <Override PartName="/ppt/charts/chart21.xml" ContentType="application/vnd.openxmlformats-officedocument.drawingml.chart+xml"/>
  <Override PartName="/ppt/charts/chart213.xml" ContentType="application/vnd.openxmlformats-officedocument.drawingml.chart+xml"/>
  <Override PartName="/ppt/charts/chart214.xml" ContentType="application/vnd.openxmlformats-officedocument.drawingml.chart+xml"/>
  <Override PartName="/ppt/charts/chart215.xml" ContentType="application/vnd.openxmlformats-officedocument.drawingml.chart+xml"/>
  <Override PartName="/ppt/charts/chart216.xml" ContentType="application/vnd.openxmlformats-officedocument.drawingml.chart+xml"/>
  <Override PartName="/ppt/charts/chart217.xml" ContentType="application/vnd.openxmlformats-officedocument.drawingml.chart+xml"/>
  <Override PartName="/ppt/charts/chart218.xml" ContentType="application/vnd.openxmlformats-officedocument.drawingml.chart+xml"/>
  <Override PartName="/ppt/charts/chart219.xml" ContentType="application/vnd.openxmlformats-officedocument.drawingml.chart+xml"/>
  <Override PartName="/ppt/charts/chart22.xml" ContentType="application/vnd.openxmlformats-officedocument.drawingml.chart+xml"/>
  <Override PartName="/ppt/charts/chart220.xml" ContentType="application/vnd.openxmlformats-officedocument.drawingml.chart+xml"/>
  <Override PartName="/ppt/charts/chart221.xml" ContentType="application/vnd.openxmlformats-officedocument.drawingml.chart+xml"/>
  <Override PartName="/ppt/charts/chart222.xml" ContentType="application/vnd.openxmlformats-officedocument.drawingml.chart+xml"/>
  <Override PartName="/ppt/charts/chart223.xml" ContentType="application/vnd.openxmlformats-officedocument.drawingml.chart+xml"/>
  <Override PartName="/ppt/charts/chart224.xml" ContentType="application/vnd.openxmlformats-officedocument.drawingml.chart+xml"/>
  <Override PartName="/ppt/charts/chart225.xml" ContentType="application/vnd.openxmlformats-officedocument.drawingml.chart+xml"/>
  <Override PartName="/ppt/charts/chart226.xml" ContentType="application/vnd.openxmlformats-officedocument.drawingml.chart+xml"/>
  <Override PartName="/ppt/charts/chart227.xml" ContentType="application/vnd.openxmlformats-officedocument.drawingml.chart+xml"/>
  <Override PartName="/ppt/charts/chart228.xml" ContentType="application/vnd.openxmlformats-officedocument.drawingml.chart+xml"/>
  <Override PartName="/ppt/charts/chart229.xml" ContentType="application/vnd.openxmlformats-officedocument.drawingml.chart+xml"/>
  <Override PartName="/ppt/charts/chart23.xml" ContentType="application/vnd.openxmlformats-officedocument.drawingml.chart+xml"/>
  <Override PartName="/ppt/charts/chart230.xml" ContentType="application/vnd.openxmlformats-officedocument.drawingml.chart+xml"/>
  <Override PartName="/ppt/charts/chart231.xml" ContentType="application/vnd.openxmlformats-officedocument.drawingml.chart+xml"/>
  <Override PartName="/ppt/charts/chart232.xml" ContentType="application/vnd.openxmlformats-officedocument.drawingml.chart+xml"/>
  <Override PartName="/ppt/charts/chart238.xml" ContentType="application/vnd.openxmlformats-officedocument.drawingml.chart+xml"/>
  <Override PartName="/ppt/charts/chart239.xml" ContentType="application/vnd.openxmlformats-officedocument.drawingml.chart+xml"/>
  <Override PartName="/ppt/charts/chart24.xml" ContentType="application/vnd.openxmlformats-officedocument.drawingml.chart+xml"/>
  <Override PartName="/ppt/charts/chart240.xml" ContentType="application/vnd.openxmlformats-officedocument.drawingml.chart+xml"/>
  <Override PartName="/ppt/charts/chart241.xml" ContentType="application/vnd.openxmlformats-officedocument.drawingml.chart+xml"/>
  <Override PartName="/ppt/charts/chart242.xml" ContentType="application/vnd.openxmlformats-officedocument.drawingml.chart+xml"/>
  <Override PartName="/ppt/charts/chart243.xml" ContentType="application/vnd.openxmlformats-officedocument.drawingml.chart+xml"/>
  <Override PartName="/ppt/charts/chart244.xml" ContentType="application/vnd.openxmlformats-officedocument.drawingml.chart+xml"/>
  <Override PartName="/ppt/charts/chart245.xml" ContentType="application/vnd.openxmlformats-officedocument.drawingml.chart+xml"/>
  <Override PartName="/ppt/charts/chart246.xml" ContentType="application/vnd.openxmlformats-officedocument.drawingml.chart+xml"/>
  <Override PartName="/ppt/charts/chart247.xml" ContentType="application/vnd.openxmlformats-officedocument.drawingml.chart+xml"/>
  <Override PartName="/ppt/charts/chart248.xml" ContentType="application/vnd.openxmlformats-officedocument.drawingml.chart+xml"/>
  <Override PartName="/ppt/charts/chart249.xml" ContentType="application/vnd.openxmlformats-officedocument.drawingml.chart+xml"/>
  <Override PartName="/ppt/charts/chart25.xml" ContentType="application/vnd.openxmlformats-officedocument.drawingml.chart+xml"/>
  <Override PartName="/ppt/charts/chart250.xml" ContentType="application/vnd.openxmlformats-officedocument.drawingml.chart+xml"/>
  <Override PartName="/ppt/charts/chart251.xml" ContentType="application/vnd.openxmlformats-officedocument.drawingml.chart+xml"/>
  <Override PartName="/ppt/charts/chart252.xml" ContentType="application/vnd.openxmlformats-officedocument.drawingml.chart+xml"/>
  <Override PartName="/ppt/charts/chart253.xml" ContentType="application/vnd.openxmlformats-officedocument.drawingml.chart+xml"/>
  <Override PartName="/ppt/charts/chart254.xml" ContentType="application/vnd.openxmlformats-officedocument.drawingml.chart+xml"/>
  <Override PartName="/ppt/charts/chart255.xml" ContentType="application/vnd.openxmlformats-officedocument.drawingml.chart+xml"/>
  <Override PartName="/ppt/charts/chart256.xml" ContentType="application/vnd.openxmlformats-officedocument.drawingml.chart+xml"/>
  <Override PartName="/ppt/charts/chart257.xml" ContentType="application/vnd.openxmlformats-officedocument.drawingml.chart+xml"/>
  <Override PartName="/ppt/charts/chart26.xml" ContentType="application/vnd.openxmlformats-officedocument.drawingml.chart+xml"/>
  <Override PartName="/ppt/charts/chart263.xml" ContentType="application/vnd.openxmlformats-officedocument.drawingml.chart+xml"/>
  <Override PartName="/ppt/charts/chart264.xml" ContentType="application/vnd.openxmlformats-officedocument.drawingml.chart+xml"/>
  <Override PartName="/ppt/charts/chart265.xml" ContentType="application/vnd.openxmlformats-officedocument.drawingml.chart+xml"/>
  <Override PartName="/ppt/charts/chart266.xml" ContentType="application/vnd.openxmlformats-officedocument.drawingml.chart+xml"/>
  <Override PartName="/ppt/charts/chart267.xml" ContentType="application/vnd.openxmlformats-officedocument.drawingml.chart+xml"/>
  <Override PartName="/ppt/charts/chart268.xml" ContentType="application/vnd.openxmlformats-officedocument.drawingml.chart+xml"/>
  <Override PartName="/ppt/charts/chart269.xml" ContentType="application/vnd.openxmlformats-officedocument.drawingml.chart+xml"/>
  <Override PartName="/ppt/charts/chart270.xml" ContentType="application/vnd.openxmlformats-officedocument.drawingml.chart+xml"/>
  <Override PartName="/ppt/charts/chart271.xml" ContentType="application/vnd.openxmlformats-officedocument.drawingml.chart+xml"/>
  <Override PartName="/ppt/charts/chart272.xml" ContentType="application/vnd.openxmlformats-officedocument.drawingml.chart+xml"/>
  <Override PartName="/ppt/charts/chart273.xml" ContentType="application/vnd.openxmlformats-officedocument.drawingml.chart+xml"/>
  <Override PartName="/ppt/charts/chart274.xml" ContentType="application/vnd.openxmlformats-officedocument.drawingml.chart+xml"/>
  <Override PartName="/ppt/charts/chart275.xml" ContentType="application/vnd.openxmlformats-officedocument.drawingml.chart+xml"/>
  <Override PartName="/ppt/charts/chart276.xml" ContentType="application/vnd.openxmlformats-officedocument.drawingml.chart+xml"/>
  <Override PartName="/ppt/charts/chart277.xml" ContentType="application/vnd.openxmlformats-officedocument.drawingml.chart+xml"/>
  <Override PartName="/ppt/charts/chart278.xml" ContentType="application/vnd.openxmlformats-officedocument.drawingml.chart+xml"/>
  <Override PartName="/ppt/charts/chart279.xml" ContentType="application/vnd.openxmlformats-officedocument.drawingml.chart+xml"/>
  <Override PartName="/ppt/charts/chart280.xml" ContentType="application/vnd.openxmlformats-officedocument.drawingml.chart+xml"/>
  <Override PartName="/ppt/charts/chart281.xml" ContentType="application/vnd.openxmlformats-officedocument.drawingml.chart+xml"/>
  <Override PartName="/ppt/charts/chart282.xml" ContentType="application/vnd.openxmlformats-officedocument.drawingml.chart+xml"/>
  <Override PartName="/ppt/charts/chart288.xml" ContentType="application/vnd.openxmlformats-officedocument.drawingml.chart+xml"/>
  <Override PartName="/ppt/charts/chart289.xml" ContentType="application/vnd.openxmlformats-officedocument.drawingml.chart+xml"/>
  <Override PartName="/ppt/charts/chart290.xml" ContentType="application/vnd.openxmlformats-officedocument.drawingml.chart+xml"/>
  <Override PartName="/ppt/charts/chart291.xml" ContentType="application/vnd.openxmlformats-officedocument.drawingml.chart+xml"/>
  <Override PartName="/ppt/charts/chart292.xml" ContentType="application/vnd.openxmlformats-officedocument.drawingml.chart+xml"/>
  <Override PartName="/ppt/charts/chart293.xml" ContentType="application/vnd.openxmlformats-officedocument.drawingml.chart+xml"/>
  <Override PartName="/ppt/charts/chart294.xml" ContentType="application/vnd.openxmlformats-officedocument.drawingml.chart+xml"/>
  <Override PartName="/ppt/charts/chart295.xml" ContentType="application/vnd.openxmlformats-officedocument.drawingml.chart+xml"/>
  <Override PartName="/ppt/charts/chart296.xml" ContentType="application/vnd.openxmlformats-officedocument.drawingml.chart+xml"/>
  <Override PartName="/ppt/charts/chart297.xml" ContentType="application/vnd.openxmlformats-officedocument.drawingml.chart+xml"/>
  <Override PartName="/ppt/charts/chart298.xml" ContentType="application/vnd.openxmlformats-officedocument.drawingml.chart+xml"/>
  <Override PartName="/ppt/charts/chart299.xml" ContentType="application/vnd.openxmlformats-officedocument.drawingml.chart+xml"/>
  <Override PartName="/ppt/charts/chart300.xml" ContentType="application/vnd.openxmlformats-officedocument.drawingml.chart+xml"/>
  <Override PartName="/ppt/charts/chart301.xml" ContentType="application/vnd.openxmlformats-officedocument.drawingml.chart+xml"/>
  <Override PartName="/ppt/charts/chart302.xml" ContentType="application/vnd.openxmlformats-officedocument.drawingml.chart+xml"/>
  <Override PartName="/ppt/charts/chart303.xml" ContentType="application/vnd.openxmlformats-officedocument.drawingml.chart+xml"/>
  <Override PartName="/ppt/charts/chart304.xml" ContentType="application/vnd.openxmlformats-officedocument.drawingml.chart+xml"/>
  <Override PartName="/ppt/charts/chart305.xml" ContentType="application/vnd.openxmlformats-officedocument.drawingml.chart+xml"/>
  <Override PartName="/ppt/charts/chart306.xml" ContentType="application/vnd.openxmlformats-officedocument.drawingml.chart+xml"/>
  <Override PartName="/ppt/charts/chart307.xml" ContentType="application/vnd.openxmlformats-officedocument.drawingml.chart+xml"/>
  <Override PartName="/ppt/charts/chart316.xml" ContentType="application/vnd.openxmlformats-officedocument.drawingml.chart+xml"/>
  <Override PartName="/ppt/charts/chart317.xml" ContentType="application/vnd.openxmlformats-officedocument.drawingml.chart+xml"/>
  <Override PartName="/ppt/charts/chart318.xml" ContentType="application/vnd.openxmlformats-officedocument.drawingml.chart+xml"/>
  <Override PartName="/ppt/charts/chart319.xml" ContentType="application/vnd.openxmlformats-officedocument.drawingml.chart+xml"/>
  <Override PartName="/ppt/charts/chart320.xml" ContentType="application/vnd.openxmlformats-officedocument.drawingml.chart+xml"/>
  <Override PartName="/ppt/charts/chart321.xml" ContentType="application/vnd.openxmlformats-officedocument.drawingml.chart+xml"/>
  <Override PartName="/ppt/charts/chart322.xml" ContentType="application/vnd.openxmlformats-officedocument.drawingml.chart+xml"/>
  <Override PartName="/ppt/charts/chart323.xml" ContentType="application/vnd.openxmlformats-officedocument.drawingml.chart+xml"/>
  <Override PartName="/ppt/charts/chart324.xml" ContentType="application/vnd.openxmlformats-officedocument.drawingml.chart+xml"/>
  <Override PartName="/ppt/charts/chart325.xml" ContentType="application/vnd.openxmlformats-officedocument.drawingml.chart+xml"/>
  <Override PartName="/ppt/charts/chart326.xml" ContentType="application/vnd.openxmlformats-officedocument.drawingml.chart+xml"/>
  <Override PartName="/ppt/charts/chart327.xml" ContentType="application/vnd.openxmlformats-officedocument.drawingml.chart+xml"/>
  <Override PartName="/ppt/charts/chart328.xml" ContentType="application/vnd.openxmlformats-officedocument.drawingml.chart+xml"/>
  <Override PartName="/ppt/charts/chart329.xml" ContentType="application/vnd.openxmlformats-officedocument.drawingml.chart+xml"/>
  <Override PartName="/ppt/charts/chart33.xml" ContentType="application/vnd.openxmlformats-officedocument.drawingml.chart+xml"/>
  <Override PartName="/ppt/charts/chart330.xml" ContentType="application/vnd.openxmlformats-officedocument.drawingml.chart+xml"/>
  <Override PartName="/ppt/charts/chart331.xml" ContentType="application/vnd.openxmlformats-officedocument.drawingml.chart+xml"/>
  <Override PartName="/ppt/charts/chart332.xml" ContentType="application/vnd.openxmlformats-officedocument.drawingml.chart+xml"/>
  <Override PartName="/ppt/charts/chart333.xml" ContentType="application/vnd.openxmlformats-officedocument.drawingml.chart+xml"/>
  <Override PartName="/ppt/charts/chart334.xml" ContentType="application/vnd.openxmlformats-officedocument.drawingml.chart+xml"/>
  <Override PartName="/ppt/charts/chart335.xml" ContentType="application/vnd.openxmlformats-officedocument.drawingml.chart+xml"/>
  <Override PartName="/ppt/charts/chart34.xml" ContentType="application/vnd.openxmlformats-officedocument.drawingml.chart+xml"/>
  <Override PartName="/ppt/charts/chart341.xml" ContentType="application/vnd.openxmlformats-officedocument.drawingml.chart+xml"/>
  <Override PartName="/ppt/charts/chart342.xml" ContentType="application/vnd.openxmlformats-officedocument.drawingml.chart+xml"/>
  <Override PartName="/ppt/charts/chart343.xml" ContentType="application/vnd.openxmlformats-officedocument.drawingml.chart+xml"/>
  <Override PartName="/ppt/charts/chart344.xml" ContentType="application/vnd.openxmlformats-officedocument.drawingml.chart+xml"/>
  <Override PartName="/ppt/charts/chart345.xml" ContentType="application/vnd.openxmlformats-officedocument.drawingml.chart+xml"/>
  <Override PartName="/ppt/charts/chart346.xml" ContentType="application/vnd.openxmlformats-officedocument.drawingml.chart+xml"/>
  <Override PartName="/ppt/charts/chart347.xml" ContentType="application/vnd.openxmlformats-officedocument.drawingml.chart+xml"/>
  <Override PartName="/ppt/charts/chart348.xml" ContentType="application/vnd.openxmlformats-officedocument.drawingml.chart+xml"/>
  <Override PartName="/ppt/charts/chart349.xml" ContentType="application/vnd.openxmlformats-officedocument.drawingml.chart+xml"/>
  <Override PartName="/ppt/charts/chart35.xml" ContentType="application/vnd.openxmlformats-officedocument.drawingml.chart+xml"/>
  <Override PartName="/ppt/charts/chart350.xml" ContentType="application/vnd.openxmlformats-officedocument.drawingml.chart+xml"/>
  <Override PartName="/ppt/charts/chart351.xml" ContentType="application/vnd.openxmlformats-officedocument.drawingml.chart+xml"/>
  <Override PartName="/ppt/charts/chart352.xml" ContentType="application/vnd.openxmlformats-officedocument.drawingml.chart+xml"/>
  <Override PartName="/ppt/charts/chart353.xml" ContentType="application/vnd.openxmlformats-officedocument.drawingml.chart+xml"/>
  <Override PartName="/ppt/charts/chart354.xml" ContentType="application/vnd.openxmlformats-officedocument.drawingml.chart+xml"/>
  <Override PartName="/ppt/charts/chart355.xml" ContentType="application/vnd.openxmlformats-officedocument.drawingml.chart+xml"/>
  <Override PartName="/ppt/charts/chart356.xml" ContentType="application/vnd.openxmlformats-officedocument.drawingml.chart+xml"/>
  <Override PartName="/ppt/charts/chart357.xml" ContentType="application/vnd.openxmlformats-officedocument.drawingml.chart+xml"/>
  <Override PartName="/ppt/charts/chart358.xml" ContentType="application/vnd.openxmlformats-officedocument.drawingml.chart+xml"/>
  <Override PartName="/ppt/charts/chart359.xml" ContentType="application/vnd.openxmlformats-officedocument.drawingml.chart+xml"/>
  <Override PartName="/ppt/charts/chart36.xml" ContentType="application/vnd.openxmlformats-officedocument.drawingml.chart+xml"/>
  <Override PartName="/ppt/charts/chart360.xml" ContentType="application/vnd.openxmlformats-officedocument.drawingml.chart+xml"/>
  <Override PartName="/ppt/charts/chart367.xml" ContentType="application/vnd.openxmlformats-officedocument.drawingml.chart+xml"/>
  <Override PartName="/ppt/charts/chart368.xml" ContentType="application/vnd.openxmlformats-officedocument.drawingml.chart+xml"/>
  <Override PartName="/ppt/charts/chart369.xml" ContentType="application/vnd.openxmlformats-officedocument.drawingml.chart+xml"/>
  <Override PartName="/ppt/charts/chart37.xml" ContentType="application/vnd.openxmlformats-officedocument.drawingml.chart+xml"/>
  <Override PartName="/ppt/charts/chart370.xml" ContentType="application/vnd.openxmlformats-officedocument.drawingml.chart+xml"/>
  <Override PartName="/ppt/charts/chart371.xml" ContentType="application/vnd.openxmlformats-officedocument.drawingml.chart+xml"/>
  <Override PartName="/ppt/charts/chart372.xml" ContentType="application/vnd.openxmlformats-officedocument.drawingml.chart+xml"/>
  <Override PartName="/ppt/charts/chart373.xml" ContentType="application/vnd.openxmlformats-officedocument.drawingml.chart+xml"/>
  <Override PartName="/ppt/charts/chart374.xml" ContentType="application/vnd.openxmlformats-officedocument.drawingml.chart+xml"/>
  <Override PartName="/ppt/charts/chart375.xml" ContentType="application/vnd.openxmlformats-officedocument.drawingml.chart+xml"/>
  <Override PartName="/ppt/charts/chart376.xml" ContentType="application/vnd.openxmlformats-officedocument.drawingml.chart+xml"/>
  <Override PartName="/ppt/charts/chart377.xml" ContentType="application/vnd.openxmlformats-officedocument.drawingml.chart+xml"/>
  <Override PartName="/ppt/charts/chart378.xml" ContentType="application/vnd.openxmlformats-officedocument.drawingml.chart+xml"/>
  <Override PartName="/ppt/charts/chart379.xml" ContentType="application/vnd.openxmlformats-officedocument.drawingml.chart+xml"/>
  <Override PartName="/ppt/charts/chart38.xml" ContentType="application/vnd.openxmlformats-officedocument.drawingml.chart+xml"/>
  <Override PartName="/ppt/charts/chart380.xml" ContentType="application/vnd.openxmlformats-officedocument.drawingml.chart+xml"/>
  <Override PartName="/ppt/charts/chart381.xml" ContentType="application/vnd.openxmlformats-officedocument.drawingml.chart+xml"/>
  <Override PartName="/ppt/charts/chart382.xml" ContentType="application/vnd.openxmlformats-officedocument.drawingml.chart+xml"/>
  <Override PartName="/ppt/charts/chart383.xml" ContentType="application/vnd.openxmlformats-officedocument.drawingml.chart+xml"/>
  <Override PartName="/ppt/charts/chart384.xml" ContentType="application/vnd.openxmlformats-officedocument.drawingml.chart+xml"/>
  <Override PartName="/ppt/charts/chart385.xml" ContentType="application/vnd.openxmlformats-officedocument.drawingml.chart+xml"/>
  <Override PartName="/ppt/charts/chart386.xml" ContentType="application/vnd.openxmlformats-officedocument.drawingml.chart+xml"/>
  <Override PartName="/ppt/charts/chart39.xml" ContentType="application/vnd.openxmlformats-officedocument.drawingml.chart+xml"/>
  <Override PartName="/ppt/charts/chart393.xml" ContentType="application/vnd.openxmlformats-officedocument.drawingml.chart+xml"/>
  <Override PartName="/ppt/charts/chart394.xml" ContentType="application/vnd.openxmlformats-officedocument.drawingml.chart+xml"/>
  <Override PartName="/ppt/charts/chart395.xml" ContentType="application/vnd.openxmlformats-officedocument.drawingml.chart+xml"/>
  <Override PartName="/ppt/charts/chart396.xml" ContentType="application/vnd.openxmlformats-officedocument.drawingml.chart+xml"/>
  <Override PartName="/ppt/charts/chart397.xml" ContentType="application/vnd.openxmlformats-officedocument.drawingml.chart+xml"/>
  <Override PartName="/ppt/charts/chart398.xml" ContentType="application/vnd.openxmlformats-officedocument.drawingml.chart+xml"/>
  <Override PartName="/ppt/charts/chart399.xml" ContentType="application/vnd.openxmlformats-officedocument.drawingml.chart+xml"/>
  <Override PartName="/ppt/charts/chart40.xml" ContentType="application/vnd.openxmlformats-officedocument.drawingml.chart+xml"/>
  <Override PartName="/ppt/charts/chart400.xml" ContentType="application/vnd.openxmlformats-officedocument.drawingml.chart+xml"/>
  <Override PartName="/ppt/charts/chart401.xml" ContentType="application/vnd.openxmlformats-officedocument.drawingml.chart+xml"/>
  <Override PartName="/ppt/charts/chart402.xml" ContentType="application/vnd.openxmlformats-officedocument.drawingml.chart+xml"/>
  <Override PartName="/ppt/charts/chart403.xml" ContentType="application/vnd.openxmlformats-officedocument.drawingml.chart+xml"/>
  <Override PartName="/ppt/charts/chart404.xml" ContentType="application/vnd.openxmlformats-officedocument.drawingml.chart+xml"/>
  <Override PartName="/ppt/charts/chart405.xml" ContentType="application/vnd.openxmlformats-officedocument.drawingml.chart+xml"/>
  <Override PartName="/ppt/charts/chart406.xml" ContentType="application/vnd.openxmlformats-officedocument.drawingml.chart+xml"/>
  <Override PartName="/ppt/charts/chart407.xml" ContentType="application/vnd.openxmlformats-officedocument.drawingml.chart+xml"/>
  <Override PartName="/ppt/charts/chart408.xml" ContentType="application/vnd.openxmlformats-officedocument.drawingml.chart+xml"/>
  <Override PartName="/ppt/charts/chart409.xml" ContentType="application/vnd.openxmlformats-officedocument.drawingml.chart+xml"/>
  <Override PartName="/ppt/charts/chart41.xml" ContentType="application/vnd.openxmlformats-officedocument.drawingml.chart+xml"/>
  <Override PartName="/ppt/charts/chart410.xml" ContentType="application/vnd.openxmlformats-officedocument.drawingml.chart+xml"/>
  <Override PartName="/ppt/charts/chart411.xml" ContentType="application/vnd.openxmlformats-officedocument.drawingml.chart+xml"/>
  <Override PartName="/ppt/charts/chart412.xml" ContentType="application/vnd.openxmlformats-officedocument.drawingml.chart+xml"/>
  <Override PartName="/ppt/charts/chart419.xml" ContentType="application/vnd.openxmlformats-officedocument.drawingml.chart+xml"/>
  <Override PartName="/ppt/charts/chart42.xml" ContentType="application/vnd.openxmlformats-officedocument.drawingml.chart+xml"/>
  <Override PartName="/ppt/charts/chart420.xml" ContentType="application/vnd.openxmlformats-officedocument.drawingml.chart+xml"/>
  <Override PartName="/ppt/charts/chart421.xml" ContentType="application/vnd.openxmlformats-officedocument.drawingml.chart+xml"/>
  <Override PartName="/ppt/charts/chart422.xml" ContentType="application/vnd.openxmlformats-officedocument.drawingml.chart+xml"/>
  <Override PartName="/ppt/charts/chart423.xml" ContentType="application/vnd.openxmlformats-officedocument.drawingml.chart+xml"/>
  <Override PartName="/ppt/charts/chart424.xml" ContentType="application/vnd.openxmlformats-officedocument.drawingml.chart+xml"/>
  <Override PartName="/ppt/charts/chart425.xml" ContentType="application/vnd.openxmlformats-officedocument.drawingml.chart+xml"/>
  <Override PartName="/ppt/charts/chart426.xml" ContentType="application/vnd.openxmlformats-officedocument.drawingml.chart+xml"/>
  <Override PartName="/ppt/charts/chart427.xml" ContentType="application/vnd.openxmlformats-officedocument.drawingml.chart+xml"/>
  <Override PartName="/ppt/charts/chart428.xml" ContentType="application/vnd.openxmlformats-officedocument.drawingml.chart+xml"/>
  <Override PartName="/ppt/charts/chart429.xml" ContentType="application/vnd.openxmlformats-officedocument.drawingml.chart+xml"/>
  <Override PartName="/ppt/charts/chart43.xml" ContentType="application/vnd.openxmlformats-officedocument.drawingml.chart+xml"/>
  <Override PartName="/ppt/charts/chart430.xml" ContentType="application/vnd.openxmlformats-officedocument.drawingml.chart+xml"/>
  <Override PartName="/ppt/charts/chart431.xml" ContentType="application/vnd.openxmlformats-officedocument.drawingml.chart+xml"/>
  <Override PartName="/ppt/charts/chart432.xml" ContentType="application/vnd.openxmlformats-officedocument.drawingml.chart+xml"/>
  <Override PartName="/ppt/charts/chart433.xml" ContentType="application/vnd.openxmlformats-officedocument.drawingml.chart+xml"/>
  <Override PartName="/ppt/charts/chart434.xml" ContentType="application/vnd.openxmlformats-officedocument.drawingml.chart+xml"/>
  <Override PartName="/ppt/charts/chart435.xml" ContentType="application/vnd.openxmlformats-officedocument.drawingml.chart+xml"/>
  <Override PartName="/ppt/charts/chart436.xml" ContentType="application/vnd.openxmlformats-officedocument.drawingml.chart+xml"/>
  <Override PartName="/ppt/charts/chart437.xml" ContentType="application/vnd.openxmlformats-officedocument.drawingml.chart+xml"/>
  <Override PartName="/ppt/charts/chart438.xml" ContentType="application/vnd.openxmlformats-officedocument.drawingml.chart+xml"/>
  <Override PartName="/ppt/charts/chart44.xml" ContentType="application/vnd.openxmlformats-officedocument.drawingml.chart+xml"/>
  <Override PartName="/ppt/charts/chart445.xml" ContentType="application/vnd.openxmlformats-officedocument.drawingml.chart+xml"/>
  <Override PartName="/ppt/charts/chart446.xml" ContentType="application/vnd.openxmlformats-officedocument.drawingml.chart+xml"/>
  <Override PartName="/ppt/charts/chart447.xml" ContentType="application/vnd.openxmlformats-officedocument.drawingml.chart+xml"/>
  <Override PartName="/ppt/charts/chart448.xml" ContentType="application/vnd.openxmlformats-officedocument.drawingml.chart+xml"/>
  <Override PartName="/ppt/charts/chart449.xml" ContentType="application/vnd.openxmlformats-officedocument.drawingml.chart+xml"/>
  <Override PartName="/ppt/charts/chart45.xml" ContentType="application/vnd.openxmlformats-officedocument.drawingml.chart+xml"/>
  <Override PartName="/ppt/charts/chart450.xml" ContentType="application/vnd.openxmlformats-officedocument.drawingml.chart+xml"/>
  <Override PartName="/ppt/charts/chart451.xml" ContentType="application/vnd.openxmlformats-officedocument.drawingml.chart+xml"/>
  <Override PartName="/ppt/charts/chart452.xml" ContentType="application/vnd.openxmlformats-officedocument.drawingml.chart+xml"/>
  <Override PartName="/ppt/charts/chart453.xml" ContentType="application/vnd.openxmlformats-officedocument.drawingml.chart+xml"/>
  <Override PartName="/ppt/charts/chart454.xml" ContentType="application/vnd.openxmlformats-officedocument.drawingml.chart+xml"/>
  <Override PartName="/ppt/charts/chart455.xml" ContentType="application/vnd.openxmlformats-officedocument.drawingml.chart+xml"/>
  <Override PartName="/ppt/charts/chart456.xml" ContentType="application/vnd.openxmlformats-officedocument.drawingml.chart+xml"/>
  <Override PartName="/ppt/charts/chart457.xml" ContentType="application/vnd.openxmlformats-officedocument.drawingml.chart+xml"/>
  <Override PartName="/ppt/charts/chart458.xml" ContentType="application/vnd.openxmlformats-officedocument.drawingml.chart+xml"/>
  <Override PartName="/ppt/charts/chart459.xml" ContentType="application/vnd.openxmlformats-officedocument.drawingml.chart+xml"/>
  <Override PartName="/ppt/charts/chart46.xml" ContentType="application/vnd.openxmlformats-officedocument.drawingml.chart+xml"/>
  <Override PartName="/ppt/charts/chart460.xml" ContentType="application/vnd.openxmlformats-officedocument.drawingml.chart+xml"/>
  <Override PartName="/ppt/charts/chart461.xml" ContentType="application/vnd.openxmlformats-officedocument.drawingml.chart+xml"/>
  <Override PartName="/ppt/charts/chart462.xml" ContentType="application/vnd.openxmlformats-officedocument.drawingml.chart+xml"/>
  <Override PartName="/ppt/charts/chart463.xml" ContentType="application/vnd.openxmlformats-officedocument.drawingml.chart+xml"/>
  <Override PartName="/ppt/charts/chart464.xml" ContentType="application/vnd.openxmlformats-officedocument.drawingml.chart+xml"/>
  <Override PartName="/ppt/charts/chart47.xml" ContentType="application/vnd.openxmlformats-officedocument.drawingml.chart+xml"/>
  <Override PartName="/ppt/charts/chart471.xml" ContentType="application/vnd.openxmlformats-officedocument.drawingml.chart+xml"/>
  <Override PartName="/ppt/charts/chart472.xml" ContentType="application/vnd.openxmlformats-officedocument.drawingml.chart+xml"/>
  <Override PartName="/ppt/charts/chart473.xml" ContentType="application/vnd.openxmlformats-officedocument.drawingml.chart+xml"/>
  <Override PartName="/ppt/charts/chart474.xml" ContentType="application/vnd.openxmlformats-officedocument.drawingml.chart+xml"/>
  <Override PartName="/ppt/charts/chart475.xml" ContentType="application/vnd.openxmlformats-officedocument.drawingml.chart+xml"/>
  <Override PartName="/ppt/charts/chart476.xml" ContentType="application/vnd.openxmlformats-officedocument.drawingml.chart+xml"/>
  <Override PartName="/ppt/charts/chart477.xml" ContentType="application/vnd.openxmlformats-officedocument.drawingml.chart+xml"/>
  <Override PartName="/ppt/charts/chart478.xml" ContentType="application/vnd.openxmlformats-officedocument.drawingml.chart+xml"/>
  <Override PartName="/ppt/charts/chart479.xml" ContentType="application/vnd.openxmlformats-officedocument.drawingml.chart+xml"/>
  <Override PartName="/ppt/charts/chart48.xml" ContentType="application/vnd.openxmlformats-officedocument.drawingml.chart+xml"/>
  <Override PartName="/ppt/charts/chart480.xml" ContentType="application/vnd.openxmlformats-officedocument.drawingml.chart+xml"/>
  <Override PartName="/ppt/charts/chart481.xml" ContentType="application/vnd.openxmlformats-officedocument.drawingml.chart+xml"/>
  <Override PartName="/ppt/charts/chart482.xml" ContentType="application/vnd.openxmlformats-officedocument.drawingml.chart+xml"/>
  <Override PartName="/ppt/charts/chart483.xml" ContentType="application/vnd.openxmlformats-officedocument.drawingml.chart+xml"/>
  <Override PartName="/ppt/charts/chart484.xml" ContentType="application/vnd.openxmlformats-officedocument.drawingml.chart+xml"/>
  <Override PartName="/ppt/charts/chart485.xml" ContentType="application/vnd.openxmlformats-officedocument.drawingml.chart+xml"/>
  <Override PartName="/ppt/charts/chart486.xml" ContentType="application/vnd.openxmlformats-officedocument.drawingml.chart+xml"/>
  <Override PartName="/ppt/charts/chart487.xml" ContentType="application/vnd.openxmlformats-officedocument.drawingml.chart+xml"/>
  <Override PartName="/ppt/charts/chart488.xml" ContentType="application/vnd.openxmlformats-officedocument.drawingml.chart+xml"/>
  <Override PartName="/ppt/charts/chart489.xml" ContentType="application/vnd.openxmlformats-officedocument.drawingml.chart+xml"/>
  <Override PartName="/ppt/charts/chart49.xml" ContentType="application/vnd.openxmlformats-officedocument.drawingml.chart+xml"/>
  <Override PartName="/ppt/charts/chart490.xml" ContentType="application/vnd.openxmlformats-officedocument.drawingml.chart+xml"/>
  <Override PartName="/ppt/charts/chart497.xml" ContentType="application/vnd.openxmlformats-officedocument.drawingml.chart+xml"/>
  <Override PartName="/ppt/charts/chart498.xml" ContentType="application/vnd.openxmlformats-officedocument.drawingml.chart+xml"/>
  <Override PartName="/ppt/charts/chart499.xml" ContentType="application/vnd.openxmlformats-officedocument.drawingml.chart+xml"/>
  <Override PartName="/ppt/charts/chart50.xml" ContentType="application/vnd.openxmlformats-officedocument.drawingml.chart+xml"/>
  <Override PartName="/ppt/charts/chart500.xml" ContentType="application/vnd.openxmlformats-officedocument.drawingml.chart+xml"/>
  <Override PartName="/ppt/charts/chart501.xml" ContentType="application/vnd.openxmlformats-officedocument.drawingml.chart+xml"/>
  <Override PartName="/ppt/charts/chart502.xml" ContentType="application/vnd.openxmlformats-officedocument.drawingml.chart+xml"/>
  <Override PartName="/ppt/charts/chart503.xml" ContentType="application/vnd.openxmlformats-officedocument.drawingml.chart+xml"/>
  <Override PartName="/ppt/charts/chart504.xml" ContentType="application/vnd.openxmlformats-officedocument.drawingml.chart+xml"/>
  <Override PartName="/ppt/charts/chart505.xml" ContentType="application/vnd.openxmlformats-officedocument.drawingml.chart+xml"/>
  <Override PartName="/ppt/charts/chart506.xml" ContentType="application/vnd.openxmlformats-officedocument.drawingml.chart+xml"/>
  <Override PartName="/ppt/charts/chart507.xml" ContentType="application/vnd.openxmlformats-officedocument.drawingml.chart+xml"/>
  <Override PartName="/ppt/charts/chart508.xml" ContentType="application/vnd.openxmlformats-officedocument.drawingml.chart+xml"/>
  <Override PartName="/ppt/charts/chart509.xml" ContentType="application/vnd.openxmlformats-officedocument.drawingml.chart+xml"/>
  <Override PartName="/ppt/charts/chart51.xml" ContentType="application/vnd.openxmlformats-officedocument.drawingml.chart+xml"/>
  <Override PartName="/ppt/charts/chart510.xml" ContentType="application/vnd.openxmlformats-officedocument.drawingml.chart+xml"/>
  <Override PartName="/ppt/charts/chart511.xml" ContentType="application/vnd.openxmlformats-officedocument.drawingml.chart+xml"/>
  <Override PartName="/ppt/charts/chart512.xml" ContentType="application/vnd.openxmlformats-officedocument.drawingml.chart+xml"/>
  <Override PartName="/ppt/charts/chart513.xml" ContentType="application/vnd.openxmlformats-officedocument.drawingml.chart+xml"/>
  <Override PartName="/ppt/charts/chart514.xml" ContentType="application/vnd.openxmlformats-officedocument.drawingml.chart+xml"/>
  <Override PartName="/ppt/charts/chart515.xml" ContentType="application/vnd.openxmlformats-officedocument.drawingml.chart+xml"/>
  <Override PartName="/ppt/charts/chart516.xml" ContentType="application/vnd.openxmlformats-officedocument.drawingml.chart+xml"/>
  <Override PartName="/ppt/charts/chart52.xml" ContentType="application/vnd.openxmlformats-officedocument.drawingml.chart+xml"/>
  <Override PartName="/ppt/charts/chart523.xml" ContentType="application/vnd.openxmlformats-officedocument.drawingml.chart+xml"/>
  <Override PartName="/ppt/charts/chart524.xml" ContentType="application/vnd.openxmlformats-officedocument.drawingml.chart+xml"/>
  <Override PartName="/ppt/charts/chart525.xml" ContentType="application/vnd.openxmlformats-officedocument.drawingml.chart+xml"/>
  <Override PartName="/ppt/charts/chart526.xml" ContentType="application/vnd.openxmlformats-officedocument.drawingml.chart+xml"/>
  <Override PartName="/ppt/charts/chart527.xml" ContentType="application/vnd.openxmlformats-officedocument.drawingml.chart+xml"/>
  <Override PartName="/ppt/charts/chart528.xml" ContentType="application/vnd.openxmlformats-officedocument.drawingml.chart+xml"/>
  <Override PartName="/ppt/charts/chart529.xml" ContentType="application/vnd.openxmlformats-officedocument.drawingml.chart+xml"/>
  <Override PartName="/ppt/charts/chart530.xml" ContentType="application/vnd.openxmlformats-officedocument.drawingml.chart+xml"/>
  <Override PartName="/ppt/charts/chart531.xml" ContentType="application/vnd.openxmlformats-officedocument.drawingml.chart+xml"/>
  <Override PartName="/ppt/charts/chart532.xml" ContentType="application/vnd.openxmlformats-officedocument.drawingml.chart+xml"/>
  <Override PartName="/ppt/charts/chart533.xml" ContentType="application/vnd.openxmlformats-officedocument.drawingml.chart+xml"/>
  <Override PartName="/ppt/charts/chart534.xml" ContentType="application/vnd.openxmlformats-officedocument.drawingml.chart+xml"/>
  <Override PartName="/ppt/charts/chart535.xml" ContentType="application/vnd.openxmlformats-officedocument.drawingml.chart+xml"/>
  <Override PartName="/ppt/charts/chart536.xml" ContentType="application/vnd.openxmlformats-officedocument.drawingml.chart+xml"/>
  <Override PartName="/ppt/charts/chart537.xml" ContentType="application/vnd.openxmlformats-officedocument.drawingml.chart+xml"/>
  <Override PartName="/ppt/charts/chart538.xml" ContentType="application/vnd.openxmlformats-officedocument.drawingml.chart+xml"/>
  <Override PartName="/ppt/charts/chart539.xml" ContentType="application/vnd.openxmlformats-officedocument.drawingml.chart+xml"/>
  <Override PartName="/ppt/charts/chart540.xml" ContentType="application/vnd.openxmlformats-officedocument.drawingml.chart+xml"/>
  <Override PartName="/ppt/charts/chart541.xml" ContentType="application/vnd.openxmlformats-officedocument.drawingml.chart+xml"/>
  <Override PartName="/ppt/charts/chart542.xml" ContentType="application/vnd.openxmlformats-officedocument.drawingml.chart+xml"/>
  <Override PartName="/ppt/charts/chart553.xml" ContentType="application/vnd.openxmlformats-officedocument.drawingml.chart+xml"/>
  <Override PartName="/ppt/charts/chart554.xml" ContentType="application/vnd.openxmlformats-officedocument.drawingml.chart+xml"/>
  <Override PartName="/ppt/charts/chart555.xml" ContentType="application/vnd.openxmlformats-officedocument.drawingml.chart+xml"/>
  <Override PartName="/ppt/charts/chart556.xml" ContentType="application/vnd.openxmlformats-officedocument.drawingml.chart+xml"/>
  <Override PartName="/ppt/charts/chart557.xml" ContentType="application/vnd.openxmlformats-officedocument.drawingml.chart+xml"/>
  <Override PartName="/ppt/charts/chart558.xml" ContentType="application/vnd.openxmlformats-officedocument.drawingml.chart+xml"/>
  <Override PartName="/ppt/charts/chart559.xml" ContentType="application/vnd.openxmlformats-officedocument.drawingml.chart+xml"/>
  <Override PartName="/ppt/charts/chart560.xml" ContentType="application/vnd.openxmlformats-officedocument.drawingml.chart+xml"/>
  <Override PartName="/ppt/charts/chart561.xml" ContentType="application/vnd.openxmlformats-officedocument.drawingml.chart+xml"/>
  <Override PartName="/ppt/charts/chart562.xml" ContentType="application/vnd.openxmlformats-officedocument.drawingml.chart+xml"/>
  <Override PartName="/ppt/charts/chart563.xml" ContentType="application/vnd.openxmlformats-officedocument.drawingml.chart+xml"/>
  <Override PartName="/ppt/charts/chart564.xml" ContentType="application/vnd.openxmlformats-officedocument.drawingml.chart+xml"/>
  <Override PartName="/ppt/charts/chart565.xml" ContentType="application/vnd.openxmlformats-officedocument.drawingml.chart+xml"/>
  <Override PartName="/ppt/charts/chart566.xml" ContentType="application/vnd.openxmlformats-officedocument.drawingml.chart+xml"/>
  <Override PartName="/ppt/charts/chart567.xml" ContentType="application/vnd.openxmlformats-officedocument.drawingml.chart+xml"/>
  <Override PartName="/ppt/charts/chart568.xml" ContentType="application/vnd.openxmlformats-officedocument.drawingml.chart+xml"/>
  <Override PartName="/ppt/charts/chart569.xml" ContentType="application/vnd.openxmlformats-officedocument.drawingml.chart+xml"/>
  <Override PartName="/ppt/charts/chart570.xml" ContentType="application/vnd.openxmlformats-officedocument.drawingml.chart+xml"/>
  <Override PartName="/ppt/charts/chart571.xml" ContentType="application/vnd.openxmlformats-officedocument.drawingml.chart+xml"/>
  <Override PartName="/ppt/charts/chart572.xml" ContentType="application/vnd.openxmlformats-officedocument.drawingml.chart+xml"/>
  <Override PartName="/ppt/charts/chart58.xml" ContentType="application/vnd.openxmlformats-officedocument.drawingml.chart+xml"/>
  <Override PartName="/ppt/charts/chart581.xml" ContentType="application/vnd.openxmlformats-officedocument.drawingml.chart+xml"/>
  <Override PartName="/ppt/charts/chart582.xml" ContentType="application/vnd.openxmlformats-officedocument.drawingml.chart+xml"/>
  <Override PartName="/ppt/charts/chart583.xml" ContentType="application/vnd.openxmlformats-officedocument.drawingml.chart+xml"/>
  <Override PartName="/ppt/charts/chart584.xml" ContentType="application/vnd.openxmlformats-officedocument.drawingml.chart+xml"/>
  <Override PartName="/ppt/charts/chart585.xml" ContentType="application/vnd.openxmlformats-officedocument.drawingml.chart+xml"/>
  <Override PartName="/ppt/charts/chart586.xml" ContentType="application/vnd.openxmlformats-officedocument.drawingml.chart+xml"/>
  <Override PartName="/ppt/charts/chart587.xml" ContentType="application/vnd.openxmlformats-officedocument.drawingml.chart+xml"/>
  <Override PartName="/ppt/charts/chart588.xml" ContentType="application/vnd.openxmlformats-officedocument.drawingml.chart+xml"/>
  <Override PartName="/ppt/charts/chart589.xml" ContentType="application/vnd.openxmlformats-officedocument.drawingml.chart+xml"/>
  <Override PartName="/ppt/charts/chart59.xml" ContentType="application/vnd.openxmlformats-officedocument.drawingml.chart+xml"/>
  <Override PartName="/ppt/charts/chart590.xml" ContentType="application/vnd.openxmlformats-officedocument.drawingml.chart+xml"/>
  <Override PartName="/ppt/charts/chart591.xml" ContentType="application/vnd.openxmlformats-officedocument.drawingml.chart+xml"/>
  <Override PartName="/ppt/charts/chart592.xml" ContentType="application/vnd.openxmlformats-officedocument.drawingml.chart+xml"/>
  <Override PartName="/ppt/charts/chart593.xml" ContentType="application/vnd.openxmlformats-officedocument.drawingml.chart+xml"/>
  <Override PartName="/ppt/charts/chart594.xml" ContentType="application/vnd.openxmlformats-officedocument.drawingml.chart+xml"/>
  <Override PartName="/ppt/charts/chart595.xml" ContentType="application/vnd.openxmlformats-officedocument.drawingml.chart+xml"/>
  <Override PartName="/ppt/charts/chart596.xml" ContentType="application/vnd.openxmlformats-officedocument.drawingml.chart+xml"/>
  <Override PartName="/ppt/charts/chart597.xml" ContentType="application/vnd.openxmlformats-officedocument.drawingml.chart+xml"/>
  <Override PartName="/ppt/charts/chart598.xml" ContentType="application/vnd.openxmlformats-officedocument.drawingml.chart+xml"/>
  <Override PartName="/ppt/charts/chart599.xml" ContentType="application/vnd.openxmlformats-officedocument.drawingml.chart+xml"/>
  <Override PartName="/ppt/charts/chart60.xml" ContentType="application/vnd.openxmlformats-officedocument.drawingml.chart+xml"/>
  <Override PartName="/ppt/charts/chart600.xml" ContentType="application/vnd.openxmlformats-officedocument.drawingml.chart+xml"/>
  <Override PartName="/ppt/charts/chart607.xml" ContentType="application/vnd.openxmlformats-officedocument.drawingml.chart+xml"/>
  <Override PartName="/ppt/charts/chart608.xml" ContentType="application/vnd.openxmlformats-officedocument.drawingml.chart+xml"/>
  <Override PartName="/ppt/charts/chart609.xml" ContentType="application/vnd.openxmlformats-officedocument.drawingml.chart+xml"/>
  <Override PartName="/ppt/charts/chart61.xml" ContentType="application/vnd.openxmlformats-officedocument.drawingml.chart+xml"/>
  <Override PartName="/ppt/charts/chart610.xml" ContentType="application/vnd.openxmlformats-officedocument.drawingml.chart+xml"/>
  <Override PartName="/ppt/charts/chart611.xml" ContentType="application/vnd.openxmlformats-officedocument.drawingml.chart+xml"/>
  <Override PartName="/ppt/charts/chart612.xml" ContentType="application/vnd.openxmlformats-officedocument.drawingml.chart+xml"/>
  <Override PartName="/ppt/charts/chart613.xml" ContentType="application/vnd.openxmlformats-officedocument.drawingml.chart+xml"/>
  <Override PartName="/ppt/charts/chart614.xml" ContentType="application/vnd.openxmlformats-officedocument.drawingml.chart+xml"/>
  <Override PartName="/ppt/charts/chart615.xml" ContentType="application/vnd.openxmlformats-officedocument.drawingml.chart+xml"/>
  <Override PartName="/ppt/charts/chart616.xml" ContentType="application/vnd.openxmlformats-officedocument.drawingml.chart+xml"/>
  <Override PartName="/ppt/charts/chart617.xml" ContentType="application/vnd.openxmlformats-officedocument.drawingml.chart+xml"/>
  <Override PartName="/ppt/charts/chart618.xml" ContentType="application/vnd.openxmlformats-officedocument.drawingml.chart+xml"/>
  <Override PartName="/ppt/charts/chart619.xml" ContentType="application/vnd.openxmlformats-officedocument.drawingml.chart+xml"/>
  <Override PartName="/ppt/charts/chart62.xml" ContentType="application/vnd.openxmlformats-officedocument.drawingml.chart+xml"/>
  <Override PartName="/ppt/charts/chart620.xml" ContentType="application/vnd.openxmlformats-officedocument.drawingml.chart+xml"/>
  <Override PartName="/ppt/charts/chart621.xml" ContentType="application/vnd.openxmlformats-officedocument.drawingml.chart+xml"/>
  <Override PartName="/ppt/charts/chart622.xml" ContentType="application/vnd.openxmlformats-officedocument.drawingml.chart+xml"/>
  <Override PartName="/ppt/charts/chart623.xml" ContentType="application/vnd.openxmlformats-officedocument.drawingml.chart+xml"/>
  <Override PartName="/ppt/charts/chart624.xml" ContentType="application/vnd.openxmlformats-officedocument.drawingml.chart+xml"/>
  <Override PartName="/ppt/charts/chart625.xml" ContentType="application/vnd.openxmlformats-officedocument.drawingml.chart+xml"/>
  <Override PartName="/ppt/charts/chart626.xml" ContentType="application/vnd.openxmlformats-officedocument.drawingml.chart+xml"/>
  <Override PartName="/ppt/charts/chart63.xml" ContentType="application/vnd.openxmlformats-officedocument.drawingml.chart+xml"/>
  <Override PartName="/ppt/charts/chart633.xml" ContentType="application/vnd.openxmlformats-officedocument.drawingml.chart+xml"/>
  <Override PartName="/ppt/charts/chart634.xml" ContentType="application/vnd.openxmlformats-officedocument.drawingml.chart+xml"/>
  <Override PartName="/ppt/charts/chart635.xml" ContentType="application/vnd.openxmlformats-officedocument.drawingml.chart+xml"/>
  <Override PartName="/ppt/charts/chart636.xml" ContentType="application/vnd.openxmlformats-officedocument.drawingml.chart+xml"/>
  <Override PartName="/ppt/charts/chart637.xml" ContentType="application/vnd.openxmlformats-officedocument.drawingml.chart+xml"/>
  <Override PartName="/ppt/charts/chart638.xml" ContentType="application/vnd.openxmlformats-officedocument.drawingml.chart+xml"/>
  <Override PartName="/ppt/charts/chart639.xml" ContentType="application/vnd.openxmlformats-officedocument.drawingml.chart+xml"/>
  <Override PartName="/ppt/charts/chart64.xml" ContentType="application/vnd.openxmlformats-officedocument.drawingml.chart+xml"/>
  <Override PartName="/ppt/charts/chart640.xml" ContentType="application/vnd.openxmlformats-officedocument.drawingml.chart+xml"/>
  <Override PartName="/ppt/charts/chart641.xml" ContentType="application/vnd.openxmlformats-officedocument.drawingml.chart+xml"/>
  <Override PartName="/ppt/charts/chart642.xml" ContentType="application/vnd.openxmlformats-officedocument.drawingml.chart+xml"/>
  <Override PartName="/ppt/charts/chart643.xml" ContentType="application/vnd.openxmlformats-officedocument.drawingml.chart+xml"/>
  <Override PartName="/ppt/charts/chart644.xml" ContentType="application/vnd.openxmlformats-officedocument.drawingml.chart+xml"/>
  <Override PartName="/ppt/charts/chart645.xml" ContentType="application/vnd.openxmlformats-officedocument.drawingml.chart+xml"/>
  <Override PartName="/ppt/charts/chart646.xml" ContentType="application/vnd.openxmlformats-officedocument.drawingml.chart+xml"/>
  <Override PartName="/ppt/charts/chart647.xml" ContentType="application/vnd.openxmlformats-officedocument.drawingml.chart+xml"/>
  <Override PartName="/ppt/charts/chart648.xml" ContentType="application/vnd.openxmlformats-officedocument.drawingml.chart+xml"/>
  <Override PartName="/ppt/charts/chart649.xml" ContentType="application/vnd.openxmlformats-officedocument.drawingml.chart+xml"/>
  <Override PartName="/ppt/charts/chart65.xml" ContentType="application/vnd.openxmlformats-officedocument.drawingml.chart+xml"/>
  <Override PartName="/ppt/charts/chart650.xml" ContentType="application/vnd.openxmlformats-officedocument.drawingml.chart+xml"/>
  <Override PartName="/ppt/charts/chart651.xml" ContentType="application/vnd.openxmlformats-officedocument.drawingml.chart+xml"/>
  <Override PartName="/ppt/charts/chart652.xml" ContentType="application/vnd.openxmlformats-officedocument.drawingml.chart+xml"/>
  <Override PartName="/ppt/charts/chart659.xml" ContentType="application/vnd.openxmlformats-officedocument.drawingml.chart+xml"/>
  <Override PartName="/ppt/charts/chart66.xml" ContentType="application/vnd.openxmlformats-officedocument.drawingml.chart+xml"/>
  <Override PartName="/ppt/charts/chart660.xml" ContentType="application/vnd.openxmlformats-officedocument.drawingml.chart+xml"/>
  <Override PartName="/ppt/charts/chart661.xml" ContentType="application/vnd.openxmlformats-officedocument.drawingml.chart+xml"/>
  <Override PartName="/ppt/charts/chart662.xml" ContentType="application/vnd.openxmlformats-officedocument.drawingml.chart+xml"/>
  <Override PartName="/ppt/charts/chart663.xml" ContentType="application/vnd.openxmlformats-officedocument.drawingml.chart+xml"/>
  <Override PartName="/ppt/charts/chart664.xml" ContentType="application/vnd.openxmlformats-officedocument.drawingml.chart+xml"/>
  <Override PartName="/ppt/charts/chart665.xml" ContentType="application/vnd.openxmlformats-officedocument.drawingml.chart+xml"/>
  <Override PartName="/ppt/charts/chart666.xml" ContentType="application/vnd.openxmlformats-officedocument.drawingml.chart+xml"/>
  <Override PartName="/ppt/charts/chart667.xml" ContentType="application/vnd.openxmlformats-officedocument.drawingml.chart+xml"/>
  <Override PartName="/ppt/charts/chart668.xml" ContentType="application/vnd.openxmlformats-officedocument.drawingml.chart+xml"/>
  <Override PartName="/ppt/charts/chart669.xml" ContentType="application/vnd.openxmlformats-officedocument.drawingml.chart+xml"/>
  <Override PartName="/ppt/charts/chart67.xml" ContentType="application/vnd.openxmlformats-officedocument.drawingml.chart+xml"/>
  <Override PartName="/ppt/charts/chart670.xml" ContentType="application/vnd.openxmlformats-officedocument.drawingml.chart+xml"/>
  <Override PartName="/ppt/charts/chart671.xml" ContentType="application/vnd.openxmlformats-officedocument.drawingml.chart+xml"/>
  <Override PartName="/ppt/charts/chart672.xml" ContentType="application/vnd.openxmlformats-officedocument.drawingml.chart+xml"/>
  <Override PartName="/ppt/charts/chart673.xml" ContentType="application/vnd.openxmlformats-officedocument.drawingml.chart+xml"/>
  <Override PartName="/ppt/charts/chart674.xml" ContentType="application/vnd.openxmlformats-officedocument.drawingml.chart+xml"/>
  <Override PartName="/ppt/charts/chart675.xml" ContentType="application/vnd.openxmlformats-officedocument.drawingml.chart+xml"/>
  <Override PartName="/ppt/charts/chart676.xml" ContentType="application/vnd.openxmlformats-officedocument.drawingml.chart+xml"/>
  <Override PartName="/ppt/charts/chart677.xml" ContentType="application/vnd.openxmlformats-officedocument.drawingml.chart+xml"/>
  <Override PartName="/ppt/charts/chart678.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8.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02.xml" ContentType="application/vnd.openxmlformats-officedocument.presentationml.notesSlide+xml"/>
  <Override PartName="/ppt/notesSlides/notesSlide106.xml" ContentType="application/vnd.openxmlformats-officedocument.presentationml.notesSlide+xml"/>
  <Override PartName="/ppt/notesSlides/notesSlide110.xml" ContentType="application/vnd.openxmlformats-officedocument.presentationml.notesSlide+xml"/>
  <Override PartName="/ppt/notesSlides/notesSlide114.xml" ContentType="application/vnd.openxmlformats-officedocument.presentationml.notesSlide+xml"/>
  <Override PartName="/ppt/notesSlides/notesSlide121.xml" ContentType="application/vnd.openxmlformats-officedocument.presentationml.notesSlide+xml"/>
  <Override PartName="/ppt/notesSlides/notesSlide125.xml" ContentType="application/vnd.openxmlformats-officedocument.presentationml.notesSlide+xml"/>
  <Override PartName="/ppt/notesSlides/notesSlide129.xml" ContentType="application/vnd.openxmlformats-officedocument.presentationml.notesSlide+xml"/>
  <Override PartName="/ppt/notesSlides/notesSlide137.xml" ContentType="application/vnd.openxmlformats-officedocument.presentationml.notesSlide+xml"/>
  <Override PartName="/ppt/notesSlides/notesSlide156.xml" ContentType="application/vnd.openxmlformats-officedocument.presentationml.notesSlide+xml"/>
  <Override PartName="/ppt/notesSlides/notesSlide17.xml" ContentType="application/vnd.openxmlformats-officedocument.presentationml.notesSlide+xml"/>
  <Override PartName="/ppt/notesSlides/notesSlide205.xml" ContentType="application/vnd.openxmlformats-officedocument.presentationml.notesSlide+xml"/>
  <Override PartName="/ppt/notesSlides/notesSlide209.xml" ContentType="application/vnd.openxmlformats-officedocument.presentationml.notesSlide+xml"/>
  <Override PartName="/ppt/notesSlides/notesSlide213.xml" ContentType="application/vnd.openxmlformats-officedocument.presentationml.notesSlide+xml"/>
  <Override PartName="/ppt/notesSlides/notesSlide25.xml" ContentType="application/vnd.openxmlformats-officedocument.presentationml.notesSlide+xml"/>
  <Override PartName="/ppt/notesSlides/notesSlide29.xml" ContentType="application/vnd.openxmlformats-officedocument.presentationml.notesSlide+xml"/>
  <Override PartName="/ppt/notesSlides/notesSlide33.xml" ContentType="application/vnd.openxmlformats-officedocument.presentationml.notesSlide+xml"/>
  <Override PartName="/ppt/notesSlides/notesSlide38.xml" ContentType="application/vnd.openxmlformats-officedocument.presentationml.notesSlide+xml"/>
  <Override PartName="/ppt/notesSlides/notesSlide43.xml" ContentType="application/vnd.openxmlformats-officedocument.presentationml.notesSlide+xml"/>
  <Override PartName="/ppt/notesSlides/notesSlide47.xml" ContentType="application/vnd.openxmlformats-officedocument.presentationml.notesSlide+xml"/>
  <Override PartName="/ppt/notesSlides/notesSlide57.xml" ContentType="application/vnd.openxmlformats-officedocument.presentationml.notesSlide+xml"/>
  <Override PartName="/ppt/notesSlides/notesSlide61.xml" ContentType="application/vnd.openxmlformats-officedocument.presentationml.notesSlide+xml"/>
  <Override PartName="/ppt/notesSlides/notesSlide67.xml" ContentType="application/vnd.openxmlformats-officedocument.presentationml.notesSlide+xml"/>
  <Override PartName="/ppt/notesSlides/notesSlide76.xml" ContentType="application/vnd.openxmlformats-officedocument.presentationml.notesSlide+xml"/>
  <Override PartName="/ppt/notesSlides/notesSlide81.xml" ContentType="application/vnd.openxmlformats-officedocument.presentationml.notesSlide+xml"/>
  <Override PartName="/ppt/notesSlides/notesSlide86.xml" ContentType="application/vnd.openxmlformats-officedocument.presentationml.notesSlide+xml"/>
  <Override PartName="/ppt/notesSlides/notesSlide9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01.xml" ContentType="application/vnd.openxmlformats-officedocument.presentationml.slide+xml"/>
  <Override PartName="/ppt/slides/slide105.xml" ContentType="application/vnd.openxmlformats-officedocument.presentationml.slide+xml"/>
  <Override PartName="/ppt/slides/slide109.xml" ContentType="application/vnd.openxmlformats-officedocument.presentationml.slide+xml"/>
  <Override PartName="/ppt/slides/slide117.xml" ContentType="application/vnd.openxmlformats-officedocument.presentationml.slide+xml"/>
  <Override PartName="/ppt/slides/slide121.xml" ContentType="application/vnd.openxmlformats-officedocument.presentationml.slide+xml"/>
  <Override PartName="/ppt/slides/slide125.xml" ContentType="application/vnd.openxmlformats-officedocument.presentationml.slide+xml"/>
  <Override PartName="/ppt/slides/slide134.xml" ContentType="application/vnd.openxmlformats-officedocument.presentationml.slide+xml"/>
  <Override PartName="/ppt/slides/slide154.xml" ContentType="application/vnd.openxmlformats-officedocument.presentationml.slide+xml"/>
  <Override PartName="/ppt/slides/slide17.xml" ContentType="application/vnd.openxmlformats-officedocument.presentationml.slide+xml"/>
  <Override PartName="/ppt/slides/slide205.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3.xml" ContentType="application/vnd.openxmlformats-officedocument.presentationml.slide+xml"/>
  <Override PartName="/ppt/slides/slide25.xml" ContentType="application/vnd.openxmlformats-officedocument.presentationml.slide+xml"/>
  <Override PartName="/ppt/slides/slide31.xml" ContentType="application/vnd.openxmlformats-officedocument.presentationml.slide+xml"/>
  <Override PartName="/ppt/slides/slide36.xml" ContentType="application/vnd.openxmlformats-officedocument.presentationml.slide+xml"/>
  <Override PartName="/ppt/slides/slide40.xml" ContentType="application/vnd.openxmlformats-officedocument.presentationml.slide+xml"/>
  <Override PartName="/ppt/slides/slide51.xml" ContentType="application/vnd.openxmlformats-officedocument.presentationml.slide+xml"/>
  <Override PartName="/ppt/slides/slide55.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5.xml" ContentType="application/vnd.openxmlformats-officedocument.presentationml.slide+xml"/>
  <Override PartName="/ppt/slides/slide9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2" r:id="rId23"/>
    <p:sldId id="280" r:id="rId31"/>
    <p:sldId id="284" r:id="rId35"/>
    <p:sldId id="288" r:id="rId39"/>
    <p:sldId id="293" r:id="rId44"/>
    <p:sldId id="298" r:id="rId49"/>
    <p:sldId id="302" r:id="rId53"/>
    <p:sldId id="312" r:id="rId63"/>
    <p:sldId id="316" r:id="rId67"/>
    <p:sldId id="322" r:id="rId73"/>
    <p:sldId id="331" r:id="rId82"/>
    <p:sldId id="336" r:id="rId87"/>
    <p:sldId id="341" r:id="rId92"/>
    <p:sldId id="346" r:id="rId97"/>
    <p:sldId id="357" r:id="rId108"/>
    <p:sldId id="361" r:id="rId112"/>
    <p:sldId id="365" r:id="rId116"/>
    <p:sldId id="369" r:id="rId120"/>
    <p:sldId id="376" r:id="rId127"/>
    <p:sldId id="380" r:id="rId131"/>
    <p:sldId id="384" r:id="rId135"/>
    <p:sldId id="392" r:id="rId143"/>
    <p:sldId id="411" r:id="rId162"/>
    <p:sldId id="460" r:id="rId211"/>
    <p:sldId id="464" r:id="rId215"/>
    <p:sldId id="468" r:id="rId219"/>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3" Type="http://schemas.openxmlformats.org/officeDocument/2006/relationships/slide" Target="slides/slide8.xml"/><Relationship Id="rId31" Type="http://schemas.openxmlformats.org/officeDocument/2006/relationships/slide" Target="slides/slide17.xml"/><Relationship Id="rId35" Type="http://schemas.openxmlformats.org/officeDocument/2006/relationships/slide" Target="slides/slide21.xml"/><Relationship Id="rId39" Type="http://schemas.openxmlformats.org/officeDocument/2006/relationships/slide" Target="slides/slide25.xml"/><Relationship Id="rId44" Type="http://schemas.openxmlformats.org/officeDocument/2006/relationships/slide" Target="slides/slide31.xml"/><Relationship Id="rId49" Type="http://schemas.openxmlformats.org/officeDocument/2006/relationships/slide" Target="slides/slide36.xml"/><Relationship Id="rId53" Type="http://schemas.openxmlformats.org/officeDocument/2006/relationships/slide" Target="slides/slide40.xml"/><Relationship Id="rId63" Type="http://schemas.openxmlformats.org/officeDocument/2006/relationships/slide" Target="slides/slide51.xml"/><Relationship Id="rId67" Type="http://schemas.openxmlformats.org/officeDocument/2006/relationships/slide" Target="slides/slide55.xml"/><Relationship Id="rId73" Type="http://schemas.openxmlformats.org/officeDocument/2006/relationships/slide" Target="slides/slide61.xml"/><Relationship Id="rId82" Type="http://schemas.openxmlformats.org/officeDocument/2006/relationships/slide" Target="slides/slide70.xml"/><Relationship Id="rId87" Type="http://schemas.openxmlformats.org/officeDocument/2006/relationships/slide" Target="slides/slide75.xml"/><Relationship Id="rId92" Type="http://schemas.openxmlformats.org/officeDocument/2006/relationships/slide" Target="slides/slide80.xml"/><Relationship Id="rId97" Type="http://schemas.openxmlformats.org/officeDocument/2006/relationships/slide" Target="slides/slide85.xml"/><Relationship Id="rId108" Type="http://schemas.openxmlformats.org/officeDocument/2006/relationships/slide" Target="slides/slide97.xml"/><Relationship Id="rId112" Type="http://schemas.openxmlformats.org/officeDocument/2006/relationships/slide" Target="slides/slide101.xml"/><Relationship Id="rId116" Type="http://schemas.openxmlformats.org/officeDocument/2006/relationships/slide" Target="slides/slide105.xml"/><Relationship Id="rId120" Type="http://schemas.openxmlformats.org/officeDocument/2006/relationships/slide" Target="slides/slide109.xml"/><Relationship Id="rId127" Type="http://schemas.openxmlformats.org/officeDocument/2006/relationships/slide" Target="slides/slide117.xml"/><Relationship Id="rId131" Type="http://schemas.openxmlformats.org/officeDocument/2006/relationships/slide" Target="slides/slide121.xml"/><Relationship Id="rId135" Type="http://schemas.openxmlformats.org/officeDocument/2006/relationships/slide" Target="slides/slide125.xml"/><Relationship Id="rId143" Type="http://schemas.openxmlformats.org/officeDocument/2006/relationships/slide" Target="slides/slide134.xml"/><Relationship Id="rId162" Type="http://schemas.openxmlformats.org/officeDocument/2006/relationships/slide" Target="slides/slide154.xml"/><Relationship Id="rId211" Type="http://schemas.openxmlformats.org/officeDocument/2006/relationships/slide" Target="slides/slide205.xml"/><Relationship Id="rId215" Type="http://schemas.openxmlformats.org/officeDocument/2006/relationships/slide" Target="slides/slide209.xml"/><Relationship Id="rId219" Type="http://schemas.openxmlformats.org/officeDocument/2006/relationships/slide" Target="slides/slide213.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37.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Worksheet39.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Worksheet40.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Worksheet41.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Worksheet42.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Worksheet43.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Worksheet44.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Worksheet45.xlsx"/></Relationships>
</file>

<file path=ppt/charts/_rels/chart46.xml.rels><?xml version='1.0' encoding='UTF-8' standalone='yes'?>
<Relationships xmlns="http://schemas.openxmlformats.org/package/2006/relationships"><Relationship Id="rId1" Type="http://schemas.openxmlformats.org/officeDocument/2006/relationships/package" Target="../embeddings/Microsoft_Excel_Worksheet46.xlsx"/></Relationships>
</file>

<file path=ppt/charts/_rels/chart47.xml.rels><?xml version='1.0' encoding='UTF-8' standalone='yes'?>
<Relationships xmlns="http://schemas.openxmlformats.org/package/2006/relationships"><Relationship Id="rId1" Type="http://schemas.openxmlformats.org/officeDocument/2006/relationships/package" Target="../embeddings/Microsoft_Excel_Worksheet47.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
<Relationships xmlns="http://schemas.openxmlformats.org/package/2006/relationships"><Relationship Id="rId1" Type="http://schemas.openxmlformats.org/officeDocument/2006/relationships/package" Target="../embeddings/Microsoft_Excel_Worksheet51.xlsx"/></Relationships>
</file>

<file path=ppt/charts/_rels/chart52.xml.rels><?xml version='1.0' encoding='UTF-8' standalone='yes'?>
<Relationships xmlns="http://schemas.openxmlformats.org/package/2006/relationships"><Relationship Id="rId1" Type="http://schemas.openxmlformats.org/officeDocument/2006/relationships/package" Target="../embeddings/Microsoft_Excel_Worksheet52.xlsx"/></Relationships>
</file>

<file path=ppt/charts/_rels/chart58.xml.rels><?xml version='1.0' encoding='UTF-8' standalone='yes'?>
<Relationships xmlns="http://schemas.openxmlformats.org/package/2006/relationships"><Relationship Id="rId1" Type="http://schemas.openxmlformats.org/officeDocument/2006/relationships/package" Target="../embeddings/Microsoft_Excel_Worksheet58.xlsx"/></Relationships>
</file>

<file path=ppt/charts/_rels/chart59.xml.rels><?xml version='1.0' encoding='UTF-8' standalone='yes'?>
<Relationships xmlns="http://schemas.openxmlformats.org/package/2006/relationships"><Relationship Id="rId1" Type="http://schemas.openxmlformats.org/officeDocument/2006/relationships/package" Target="../embeddings/Microsoft_Excel_Worksheet59.xlsx"/></Relationships>
</file>

<file path=ppt/charts/_rels/chart60.xml.rels><?xml version='1.0' encoding='UTF-8' standalone='yes'?>
<Relationships xmlns="http://schemas.openxmlformats.org/package/2006/relationships"><Relationship Id="rId1" Type="http://schemas.openxmlformats.org/officeDocument/2006/relationships/package" Target="../embeddings/Microsoft_Excel_Worksheet60.xlsx"/></Relationships>
</file>

<file path=ppt/charts/_rels/chart61.xml.rels><?xml version='1.0' encoding='UTF-8' standalone='yes'?>
<Relationships xmlns="http://schemas.openxmlformats.org/package/2006/relationships"><Relationship Id="rId1" Type="http://schemas.openxmlformats.org/officeDocument/2006/relationships/package" Target="../embeddings/Microsoft_Excel_Worksheet61.xlsx"/></Relationships>
</file>

<file path=ppt/charts/_rels/chart62.xml.rels><?xml version='1.0' encoding='UTF-8' standalone='yes'?>
<Relationships xmlns="http://schemas.openxmlformats.org/package/2006/relationships"><Relationship Id="rId1" Type="http://schemas.openxmlformats.org/officeDocument/2006/relationships/package" Target="../embeddings/Microsoft_Excel_Worksheet62.xlsx"/></Relationships>
</file>

<file path=ppt/charts/_rels/chart63.xml.rels><?xml version='1.0' encoding='UTF-8' standalone='yes'?>
<Relationships xmlns="http://schemas.openxmlformats.org/package/2006/relationships"><Relationship Id="rId1" Type="http://schemas.openxmlformats.org/officeDocument/2006/relationships/package" Target="../embeddings/Microsoft_Excel_Worksheet63.xlsx"/></Relationships>
</file>

<file path=ppt/charts/_rels/chart64.xml.rels><?xml version='1.0' encoding='UTF-8' standalone='yes'?>
<Relationships xmlns="http://schemas.openxmlformats.org/package/2006/relationships"><Relationship Id="rId1" Type="http://schemas.openxmlformats.org/officeDocument/2006/relationships/package" Target="../embeddings/Microsoft_Excel_Worksheet64.xlsx"/></Relationships>
</file>

<file path=ppt/charts/_rels/chart65.xml.rels><?xml version='1.0' encoding='UTF-8' standalone='yes'?>
<Relationships xmlns="http://schemas.openxmlformats.org/package/2006/relationships"><Relationship Id="rId1" Type="http://schemas.openxmlformats.org/officeDocument/2006/relationships/package" Target="../embeddings/Microsoft_Excel_Worksheet65.xlsx"/></Relationships>
</file>

<file path=ppt/charts/_rels/chart66.xml.rels><?xml version='1.0' encoding='UTF-8' standalone='yes'?>
<Relationships xmlns="http://schemas.openxmlformats.org/package/2006/relationships"><Relationship Id="rId1" Type="http://schemas.openxmlformats.org/officeDocument/2006/relationships/package" Target="../embeddings/Microsoft_Excel_Worksheet66.xlsx"/></Relationships>
</file>

<file path=ppt/charts/_rels/chart67.xml.rels><?xml version='1.0' encoding='UTF-8' standalone='yes'?>
<Relationships xmlns="http://schemas.openxmlformats.org/package/2006/relationships"><Relationship Id="rId1" Type="http://schemas.openxmlformats.org/officeDocument/2006/relationships/package" Target="../embeddings/Microsoft_Excel_Worksheet67.xlsx"/></Relationships>
</file>

<file path=ppt/charts/_rels/chart68.xml.rels><?xml version='1.0' encoding='UTF-8' standalone='yes'?>
<Relationships xmlns="http://schemas.openxmlformats.org/package/2006/relationships"><Relationship Id="rId1" Type="http://schemas.openxmlformats.org/officeDocument/2006/relationships/package" Target="../embeddings/Microsoft_Excel_Worksheet68.xlsx"/></Relationships>
</file>

<file path=ppt/charts/_rels/chart69.xml.rels><?xml version='1.0' encoding='UTF-8' standalone='yes'?>
<Relationships xmlns="http://schemas.openxmlformats.org/package/2006/relationships"><Relationship Id="rId1" Type="http://schemas.openxmlformats.org/officeDocument/2006/relationships/package" Target="../embeddings/Microsoft_Excel_Worksheet69.xlsx"/></Relationships>
</file>

<file path=ppt/charts/_rels/chart70.xml.rels><?xml version='1.0' encoding='UTF-8' standalone='yes'?>
<Relationships xmlns="http://schemas.openxmlformats.org/package/2006/relationships"><Relationship Id="rId1" Type="http://schemas.openxmlformats.org/officeDocument/2006/relationships/package" Target="../embeddings/Microsoft_Excel_Worksheet70.xlsx"/></Relationships>
</file>

<file path=ppt/charts/_rels/chart71.xml.rels><?xml version='1.0' encoding='UTF-8' standalone='yes'?>
<Relationships xmlns="http://schemas.openxmlformats.org/package/2006/relationships"><Relationship Id="rId1" Type="http://schemas.openxmlformats.org/officeDocument/2006/relationships/package" Target="../embeddings/Microsoft_Excel_Worksheet71.xlsx"/></Relationships>
</file>

<file path=ppt/charts/_rels/chart72.xml.rels><?xml version='1.0' encoding='UTF-8' standalone='yes'?>
<Relationships xmlns="http://schemas.openxmlformats.org/package/2006/relationships"><Relationship Id="rId1" Type="http://schemas.openxmlformats.org/officeDocument/2006/relationships/package" Target="../embeddings/Microsoft_Excel_Worksheet72.xlsx"/></Relationships>
</file>

<file path=ppt/charts/_rels/chart73.xml.rels><?xml version='1.0' encoding='UTF-8' standalone='yes'?>
<Relationships xmlns="http://schemas.openxmlformats.org/package/2006/relationships"><Relationship Id="rId1" Type="http://schemas.openxmlformats.org/officeDocument/2006/relationships/package" Target="../embeddings/Microsoft_Excel_Worksheet73.xlsx"/></Relationships>
</file>

<file path=ppt/charts/_rels/chart74.xml.rels><?xml version='1.0' encoding='UTF-8' standalone='yes'?>
<Relationships xmlns="http://schemas.openxmlformats.org/package/2006/relationships"><Relationship Id="rId1" Type="http://schemas.openxmlformats.org/officeDocument/2006/relationships/package" Target="../embeddings/Microsoft_Excel_Worksheet74.xlsx"/></Relationships>
</file>

<file path=ppt/charts/_rels/chart75.xml.rels><?xml version='1.0' encoding='UTF-8' standalone='yes'?>
<Relationships xmlns="http://schemas.openxmlformats.org/package/2006/relationships"><Relationship Id="rId1" Type="http://schemas.openxmlformats.org/officeDocument/2006/relationships/package" Target="../embeddings/Microsoft_Excel_Worksheet75.xlsx"/></Relationships>
</file>

<file path=ppt/charts/_rels/chart76.xml.rels><?xml version='1.0' encoding='UTF-8' standalone='yes'?>
<Relationships xmlns="http://schemas.openxmlformats.org/package/2006/relationships"><Relationship Id="rId1" Type="http://schemas.openxmlformats.org/officeDocument/2006/relationships/package" Target="../embeddings/Microsoft_Excel_Worksheet76.xlsx"/></Relationships>
</file>

<file path=ppt/charts/_rels/chart77.xml.rels><?xml version='1.0' encoding='UTF-8' standalone='yes'?>
<Relationships xmlns="http://schemas.openxmlformats.org/package/2006/relationships"><Relationship Id="rId1" Type="http://schemas.openxmlformats.org/officeDocument/2006/relationships/package" Target="../embeddings/Microsoft_Excel_Worksheet77.xlsx"/></Relationships>
</file>

<file path=ppt/charts/_rels/chart84.xml.rels><?xml version='1.0' encoding='UTF-8' standalone='yes'?>
<Relationships xmlns="http://schemas.openxmlformats.org/package/2006/relationships"><Relationship Id="rId1" Type="http://schemas.openxmlformats.org/officeDocument/2006/relationships/package" Target="../embeddings/Microsoft_Excel_Worksheet84.xlsx"/></Relationships>
</file>

<file path=ppt/charts/_rels/chart85.xml.rels><?xml version='1.0' encoding='UTF-8' standalone='yes'?>
<Relationships xmlns="http://schemas.openxmlformats.org/package/2006/relationships"><Relationship Id="rId1" Type="http://schemas.openxmlformats.org/officeDocument/2006/relationships/package" Target="../embeddings/Microsoft_Excel_Worksheet85.xlsx"/></Relationships>
</file>

<file path=ppt/charts/_rels/chart86.xml.rels><?xml version='1.0' encoding='UTF-8' standalone='yes'?>
<Relationships xmlns="http://schemas.openxmlformats.org/package/2006/relationships"><Relationship Id="rId1" Type="http://schemas.openxmlformats.org/officeDocument/2006/relationships/package" Target="../embeddings/Microsoft_Excel_Worksheet86.xlsx"/></Relationships>
</file>

<file path=ppt/charts/_rels/chart87.xml.rels><?xml version='1.0' encoding='UTF-8' standalone='yes'?>
<Relationships xmlns="http://schemas.openxmlformats.org/package/2006/relationships"><Relationship Id="rId1" Type="http://schemas.openxmlformats.org/officeDocument/2006/relationships/package" Target="../embeddings/Microsoft_Excel_Worksheet87.xlsx"/></Relationships>
</file>

<file path=ppt/charts/_rels/chart88.xml.rels><?xml version='1.0' encoding='UTF-8' standalone='yes'?>
<Relationships xmlns="http://schemas.openxmlformats.org/package/2006/relationships"><Relationship Id="rId1" Type="http://schemas.openxmlformats.org/officeDocument/2006/relationships/package" Target="../embeddings/Microsoft_Excel_Worksheet88.xlsx"/></Relationships>
</file>

<file path=ppt/charts/_rels/chart89.xml.rels><?xml version='1.0' encoding='UTF-8' standalone='yes'?>
<Relationships xmlns="http://schemas.openxmlformats.org/package/2006/relationships"><Relationship Id="rId1" Type="http://schemas.openxmlformats.org/officeDocument/2006/relationships/package" Target="../embeddings/Microsoft_Excel_Worksheet89.xlsx"/></Relationships>
</file>

<file path=ppt/charts/_rels/chart90.xml.rels><?xml version='1.0' encoding='UTF-8' standalone='yes'?>
<Relationships xmlns="http://schemas.openxmlformats.org/package/2006/relationships"><Relationship Id="rId1" Type="http://schemas.openxmlformats.org/officeDocument/2006/relationships/package" Target="../embeddings/Microsoft_Excel_Worksheet90.xlsx"/></Relationships>
</file>

<file path=ppt/charts/_rels/chart91.xml.rels><?xml version='1.0' encoding='UTF-8' standalone='yes'?>
<Relationships xmlns="http://schemas.openxmlformats.org/package/2006/relationships"><Relationship Id="rId1" Type="http://schemas.openxmlformats.org/officeDocument/2006/relationships/package" Target="../embeddings/Microsoft_Excel_Worksheet91.xlsx"/></Relationships>
</file>

<file path=ppt/charts/_rels/chart92.xml.rels><?xml version='1.0' encoding='UTF-8' standalone='yes'?>
<Relationships xmlns="http://schemas.openxmlformats.org/package/2006/relationships"><Relationship Id="rId1" Type="http://schemas.openxmlformats.org/officeDocument/2006/relationships/package" Target="../embeddings/Microsoft_Excel_Worksheet92.xlsx"/></Relationships>
</file>

<file path=ppt/charts/_rels/chart93.xml.rels><?xml version='1.0' encoding='UTF-8' standalone='yes'?>
<Relationships xmlns="http://schemas.openxmlformats.org/package/2006/relationships"><Relationship Id="rId1" Type="http://schemas.openxmlformats.org/officeDocument/2006/relationships/package" Target="../embeddings/Microsoft_Excel_Worksheet93.xlsx"/></Relationships>
</file>

<file path=ppt/charts/_rels/chart94.xml.rels><?xml version='1.0' encoding='UTF-8' standalone='yes'?>
<Relationships xmlns="http://schemas.openxmlformats.org/package/2006/relationships"><Relationship Id="rId1" Type="http://schemas.openxmlformats.org/officeDocument/2006/relationships/package" Target="../embeddings/Microsoft_Excel_Worksheet94.xlsx"/></Relationships>
</file>

<file path=ppt/charts/_rels/chart95.xml.rels><?xml version='1.0' encoding='UTF-8' standalone='yes'?>
<Relationships xmlns="http://schemas.openxmlformats.org/package/2006/relationships"><Relationship Id="rId1" Type="http://schemas.openxmlformats.org/officeDocument/2006/relationships/package" Target="../embeddings/Microsoft_Excel_Worksheet95.xlsx"/></Relationships>
</file>

<file path=ppt/charts/_rels/chart96.xml.rels><?xml version='1.0' encoding='UTF-8' standalone='yes'?>
<Relationships xmlns="http://schemas.openxmlformats.org/package/2006/relationships"><Relationship Id="rId1" Type="http://schemas.openxmlformats.org/officeDocument/2006/relationships/package" Target="../embeddings/Microsoft_Excel_Worksheet96.xlsx"/></Relationships>
</file>

<file path=ppt/charts/_rels/chart97.xml.rels><?xml version='1.0' encoding='UTF-8' standalone='yes'?>
<Relationships xmlns="http://schemas.openxmlformats.org/package/2006/relationships"><Relationship Id="rId1" Type="http://schemas.openxmlformats.org/officeDocument/2006/relationships/package" Target="../embeddings/Microsoft_Excel_Worksheet97.xlsx"/></Relationships>
</file>

<file path=ppt/charts/_rels/chart98.xml.rels><?xml version='1.0' encoding='UTF-8' standalone='yes'?>
<Relationships xmlns="http://schemas.openxmlformats.org/package/2006/relationships"><Relationship Id="rId1" Type="http://schemas.openxmlformats.org/officeDocument/2006/relationships/package" Target="../embeddings/Microsoft_Excel_Worksheet98.xlsx"/></Relationships>
</file>

<file path=ppt/charts/_rels/chart99.xml.rels><?xml version='1.0' encoding='UTF-8' standalone='yes'?>
<Relationships xmlns="http://schemas.openxmlformats.org/package/2006/relationships"><Relationship Id="rId1" Type="http://schemas.openxmlformats.org/officeDocument/2006/relationships/package" Target="../embeddings/Microsoft_Excel_Worksheet99.xlsx"/></Relationships>
</file>

<file path=ppt/charts/_rels/chart100.xml.rels><?xml version='1.0' encoding='UTF-8' standalone='yes'?>
<Relationships xmlns="http://schemas.openxmlformats.org/package/2006/relationships"><Relationship Id="rId1" Type="http://schemas.openxmlformats.org/officeDocument/2006/relationships/package" Target="../embeddings/Microsoft_Excel_Worksheet100.xlsx"/></Relationships>
</file>

<file path=ppt/charts/_rels/chart101.xml.rels><?xml version='1.0' encoding='UTF-8' standalone='yes'?>
<Relationships xmlns="http://schemas.openxmlformats.org/package/2006/relationships"><Relationship Id="rId1" Type="http://schemas.openxmlformats.org/officeDocument/2006/relationships/package" Target="../embeddings/Microsoft_Excel_Worksheet101.xlsx"/></Relationships>
</file>

<file path=ppt/charts/_rels/chart102.xml.rels><?xml version='1.0' encoding='UTF-8' standalone='yes'?>
<Relationships xmlns="http://schemas.openxmlformats.org/package/2006/relationships"><Relationship Id="rId1" Type="http://schemas.openxmlformats.org/officeDocument/2006/relationships/package" Target="../embeddings/Microsoft_Excel_Worksheet102.xlsx"/></Relationships>
</file>

<file path=ppt/charts/_rels/chart103.xml.rels><?xml version='1.0' encoding='UTF-8' standalone='yes'?>
<Relationships xmlns="http://schemas.openxmlformats.org/package/2006/relationships"><Relationship Id="rId1" Type="http://schemas.openxmlformats.org/officeDocument/2006/relationships/package" Target="../embeddings/Microsoft_Excel_Worksheet103.xlsx"/></Relationships>
</file>

<file path=ppt/charts/_rels/chart110.xml.rels><?xml version='1.0' encoding='UTF-8' standalone='yes'?>
<Relationships xmlns="http://schemas.openxmlformats.org/package/2006/relationships"><Relationship Id="rId1" Type="http://schemas.openxmlformats.org/officeDocument/2006/relationships/package" Target="../embeddings/Microsoft_Excel_Worksheet110.xlsx"/></Relationships>
</file>

<file path=ppt/charts/_rels/chart111.xml.rels><?xml version='1.0' encoding='UTF-8' standalone='yes'?>
<Relationships xmlns="http://schemas.openxmlformats.org/package/2006/relationships"><Relationship Id="rId1" Type="http://schemas.openxmlformats.org/officeDocument/2006/relationships/package" Target="../embeddings/Microsoft_Excel_Worksheet111.xlsx"/></Relationships>
</file>

<file path=ppt/charts/_rels/chart112.xml.rels><?xml version='1.0' encoding='UTF-8' standalone='yes'?>
<Relationships xmlns="http://schemas.openxmlformats.org/package/2006/relationships"><Relationship Id="rId1" Type="http://schemas.openxmlformats.org/officeDocument/2006/relationships/package" Target="../embeddings/Microsoft_Excel_Worksheet112.xlsx"/></Relationships>
</file>

<file path=ppt/charts/_rels/chart113.xml.rels><?xml version='1.0' encoding='UTF-8' standalone='yes'?>
<Relationships xmlns="http://schemas.openxmlformats.org/package/2006/relationships"><Relationship Id="rId1" Type="http://schemas.openxmlformats.org/officeDocument/2006/relationships/package" Target="../embeddings/Microsoft_Excel_Worksheet113.xlsx"/></Relationships>
</file>

<file path=ppt/charts/_rels/chart114.xml.rels><?xml version='1.0' encoding='UTF-8' standalone='yes'?>
<Relationships xmlns="http://schemas.openxmlformats.org/package/2006/relationships"><Relationship Id="rId1" Type="http://schemas.openxmlformats.org/officeDocument/2006/relationships/package" Target="../embeddings/Microsoft_Excel_Worksheet114.xlsx"/></Relationships>
</file>

<file path=ppt/charts/_rels/chart115.xml.rels><?xml version='1.0' encoding='UTF-8' standalone='yes'?>
<Relationships xmlns="http://schemas.openxmlformats.org/package/2006/relationships"><Relationship Id="rId1" Type="http://schemas.openxmlformats.org/officeDocument/2006/relationships/package" Target="../embeddings/Microsoft_Excel_Worksheet115.xlsx"/></Relationships>
</file>

<file path=ppt/charts/_rels/chart116.xml.rels><?xml version='1.0' encoding='UTF-8' standalone='yes'?>
<Relationships xmlns="http://schemas.openxmlformats.org/package/2006/relationships"><Relationship Id="rId1" Type="http://schemas.openxmlformats.org/officeDocument/2006/relationships/package" Target="../embeddings/Microsoft_Excel_Worksheet116.xlsx"/></Relationships>
</file>

<file path=ppt/charts/_rels/chart117.xml.rels><?xml version='1.0' encoding='UTF-8' standalone='yes'?>
<Relationships xmlns="http://schemas.openxmlformats.org/package/2006/relationships"><Relationship Id="rId1" Type="http://schemas.openxmlformats.org/officeDocument/2006/relationships/package" Target="../embeddings/Microsoft_Excel_Worksheet117.xlsx"/></Relationships>
</file>

<file path=ppt/charts/_rels/chart118.xml.rels><?xml version='1.0' encoding='UTF-8' standalone='yes'?>
<Relationships xmlns="http://schemas.openxmlformats.org/package/2006/relationships"><Relationship Id="rId1" Type="http://schemas.openxmlformats.org/officeDocument/2006/relationships/package" Target="../embeddings/Microsoft_Excel_Worksheet118.xlsx"/></Relationships>
</file>

<file path=ppt/charts/_rels/chart119.xml.rels><?xml version='1.0' encoding='UTF-8' standalone='yes'?>
<Relationships xmlns="http://schemas.openxmlformats.org/package/2006/relationships"><Relationship Id="rId1" Type="http://schemas.openxmlformats.org/officeDocument/2006/relationships/package" Target="../embeddings/Microsoft_Excel_Worksheet119.xlsx"/></Relationships>
</file>

<file path=ppt/charts/_rels/chart120.xml.rels><?xml version='1.0' encoding='UTF-8' standalone='yes'?>
<Relationships xmlns="http://schemas.openxmlformats.org/package/2006/relationships"><Relationship Id="rId1" Type="http://schemas.openxmlformats.org/officeDocument/2006/relationships/package" Target="../embeddings/Microsoft_Excel_Worksheet120.xlsx"/></Relationships>
</file>

<file path=ppt/charts/_rels/chart121.xml.rels><?xml version='1.0' encoding='UTF-8' standalone='yes'?>
<Relationships xmlns="http://schemas.openxmlformats.org/package/2006/relationships"><Relationship Id="rId1" Type="http://schemas.openxmlformats.org/officeDocument/2006/relationships/package" Target="../embeddings/Microsoft_Excel_Worksheet121.xlsx"/></Relationships>
</file>

<file path=ppt/charts/_rels/chart122.xml.rels><?xml version='1.0' encoding='UTF-8' standalone='yes'?>
<Relationships xmlns="http://schemas.openxmlformats.org/package/2006/relationships"><Relationship Id="rId1" Type="http://schemas.openxmlformats.org/officeDocument/2006/relationships/package" Target="../embeddings/Microsoft_Excel_Worksheet122.xlsx"/></Relationships>
</file>

<file path=ppt/charts/_rels/chart123.xml.rels><?xml version='1.0' encoding='UTF-8' standalone='yes'?>
<Relationships xmlns="http://schemas.openxmlformats.org/package/2006/relationships"><Relationship Id="rId1" Type="http://schemas.openxmlformats.org/officeDocument/2006/relationships/package" Target="../embeddings/Microsoft_Excel_Worksheet123.xlsx"/></Relationships>
</file>

<file path=ppt/charts/_rels/chart124.xml.rels><?xml version='1.0' encoding='UTF-8' standalone='yes'?>
<Relationships xmlns="http://schemas.openxmlformats.org/package/2006/relationships"><Relationship Id="rId1" Type="http://schemas.openxmlformats.org/officeDocument/2006/relationships/package" Target="../embeddings/Microsoft_Excel_Worksheet124.xlsx"/></Relationships>
</file>

<file path=ppt/charts/_rels/chart125.xml.rels><?xml version='1.0' encoding='UTF-8' standalone='yes'?>
<Relationships xmlns="http://schemas.openxmlformats.org/package/2006/relationships"><Relationship Id="rId1" Type="http://schemas.openxmlformats.org/officeDocument/2006/relationships/package" Target="../embeddings/Microsoft_Excel_Worksheet125.xlsx"/></Relationships>
</file>

<file path=ppt/charts/_rels/chart126.xml.rels><?xml version='1.0' encoding='UTF-8' standalone='yes'?>
<Relationships xmlns="http://schemas.openxmlformats.org/package/2006/relationships"><Relationship Id="rId1" Type="http://schemas.openxmlformats.org/officeDocument/2006/relationships/package" Target="../embeddings/Microsoft_Excel_Worksheet126.xlsx"/></Relationships>
</file>

<file path=ppt/charts/_rels/chart127.xml.rels><?xml version='1.0' encoding='UTF-8' standalone='yes'?>
<Relationships xmlns="http://schemas.openxmlformats.org/package/2006/relationships"><Relationship Id="rId1" Type="http://schemas.openxmlformats.org/officeDocument/2006/relationships/package" Target="../embeddings/Microsoft_Excel_Worksheet127.xlsx"/></Relationships>
</file>

<file path=ppt/charts/_rels/chart128.xml.rels><?xml version='1.0' encoding='UTF-8' standalone='yes'?>
<Relationships xmlns="http://schemas.openxmlformats.org/package/2006/relationships"><Relationship Id="rId1" Type="http://schemas.openxmlformats.org/officeDocument/2006/relationships/package" Target="../embeddings/Microsoft_Excel_Worksheet128.xlsx"/></Relationships>
</file>

<file path=ppt/charts/_rels/chart129.xml.rels><?xml version='1.0' encoding='UTF-8' standalone='yes'?>
<Relationships xmlns="http://schemas.openxmlformats.org/package/2006/relationships"><Relationship Id="rId1" Type="http://schemas.openxmlformats.org/officeDocument/2006/relationships/package" Target="../embeddings/Microsoft_Excel_Worksheet129.xlsx"/></Relationships>
</file>

<file path=ppt/charts/_rels/chart135.xml.rels><?xml version='1.0' encoding='UTF-8' standalone='yes'?>
<Relationships xmlns="http://schemas.openxmlformats.org/package/2006/relationships"><Relationship Id="rId1" Type="http://schemas.openxmlformats.org/officeDocument/2006/relationships/package" Target="../embeddings/Microsoft_Excel_Worksheet135.xlsx"/></Relationships>
</file>

<file path=ppt/charts/_rels/chart136.xml.rels><?xml version='1.0' encoding='UTF-8' standalone='yes'?>
<Relationships xmlns="http://schemas.openxmlformats.org/package/2006/relationships"><Relationship Id="rId1" Type="http://schemas.openxmlformats.org/officeDocument/2006/relationships/package" Target="../embeddings/Microsoft_Excel_Worksheet136.xlsx"/></Relationships>
</file>

<file path=ppt/charts/_rels/chart137.xml.rels><?xml version='1.0' encoding='UTF-8' standalone='yes'?>
<Relationships xmlns="http://schemas.openxmlformats.org/package/2006/relationships"><Relationship Id="rId1" Type="http://schemas.openxmlformats.org/officeDocument/2006/relationships/package" Target="../embeddings/Microsoft_Excel_Worksheet137.xlsx"/></Relationships>
</file>

<file path=ppt/charts/_rels/chart138.xml.rels><?xml version='1.0' encoding='UTF-8' standalone='yes'?>
<Relationships xmlns="http://schemas.openxmlformats.org/package/2006/relationships"><Relationship Id="rId1" Type="http://schemas.openxmlformats.org/officeDocument/2006/relationships/package" Target="../embeddings/Microsoft_Excel_Worksheet138.xlsx"/></Relationships>
</file>

<file path=ppt/charts/_rels/chart139.xml.rels><?xml version='1.0' encoding='UTF-8' standalone='yes'?>
<Relationships xmlns="http://schemas.openxmlformats.org/package/2006/relationships"><Relationship Id="rId1" Type="http://schemas.openxmlformats.org/officeDocument/2006/relationships/package" Target="../embeddings/Microsoft_Excel_Worksheet139.xlsx"/></Relationships>
</file>

<file path=ppt/charts/_rels/chart140.xml.rels><?xml version='1.0' encoding='UTF-8' standalone='yes'?>
<Relationships xmlns="http://schemas.openxmlformats.org/package/2006/relationships"><Relationship Id="rId1" Type="http://schemas.openxmlformats.org/officeDocument/2006/relationships/package" Target="../embeddings/Microsoft_Excel_Worksheet140.xlsx"/></Relationships>
</file>

<file path=ppt/charts/_rels/chart141.xml.rels><?xml version='1.0' encoding='UTF-8' standalone='yes'?>
<Relationships xmlns="http://schemas.openxmlformats.org/package/2006/relationships"><Relationship Id="rId1" Type="http://schemas.openxmlformats.org/officeDocument/2006/relationships/package" Target="../embeddings/Microsoft_Excel_Worksheet141.xlsx"/></Relationships>
</file>

<file path=ppt/charts/_rels/chart142.xml.rels><?xml version='1.0' encoding='UTF-8' standalone='yes'?>
<Relationships xmlns="http://schemas.openxmlformats.org/package/2006/relationships"><Relationship Id="rId1" Type="http://schemas.openxmlformats.org/officeDocument/2006/relationships/package" Target="../embeddings/Microsoft_Excel_Worksheet142.xlsx"/></Relationships>
</file>

<file path=ppt/charts/_rels/chart143.xml.rels><?xml version='1.0' encoding='UTF-8' standalone='yes'?>
<Relationships xmlns="http://schemas.openxmlformats.org/package/2006/relationships"><Relationship Id="rId1" Type="http://schemas.openxmlformats.org/officeDocument/2006/relationships/package" Target="../embeddings/Microsoft_Excel_Worksheet143.xlsx"/></Relationships>
</file>

<file path=ppt/charts/_rels/chart144.xml.rels><?xml version='1.0' encoding='UTF-8' standalone='yes'?>
<Relationships xmlns="http://schemas.openxmlformats.org/package/2006/relationships"><Relationship Id="rId1" Type="http://schemas.openxmlformats.org/officeDocument/2006/relationships/package" Target="../embeddings/Microsoft_Excel_Worksheet144.xlsx"/></Relationships>
</file>

<file path=ppt/charts/_rels/chart145.xml.rels><?xml version='1.0' encoding='UTF-8' standalone='yes'?>
<Relationships xmlns="http://schemas.openxmlformats.org/package/2006/relationships"><Relationship Id="rId1" Type="http://schemas.openxmlformats.org/officeDocument/2006/relationships/package" Target="../embeddings/Microsoft_Excel_Worksheet145.xlsx"/></Relationships>
</file>

<file path=ppt/charts/_rels/chart146.xml.rels><?xml version='1.0' encoding='UTF-8' standalone='yes'?>
<Relationships xmlns="http://schemas.openxmlformats.org/package/2006/relationships"><Relationship Id="rId1" Type="http://schemas.openxmlformats.org/officeDocument/2006/relationships/package" Target="../embeddings/Microsoft_Excel_Worksheet146.xlsx"/></Relationships>
</file>

<file path=ppt/charts/_rels/chart147.xml.rels><?xml version='1.0' encoding='UTF-8' standalone='yes'?>
<Relationships xmlns="http://schemas.openxmlformats.org/package/2006/relationships"><Relationship Id="rId1" Type="http://schemas.openxmlformats.org/officeDocument/2006/relationships/package" Target="../embeddings/Microsoft_Excel_Worksheet147.xlsx"/></Relationships>
</file>

<file path=ppt/charts/_rels/chart148.xml.rels><?xml version='1.0' encoding='UTF-8' standalone='yes'?>
<Relationships xmlns="http://schemas.openxmlformats.org/package/2006/relationships"><Relationship Id="rId1" Type="http://schemas.openxmlformats.org/officeDocument/2006/relationships/package" Target="../embeddings/Microsoft_Excel_Worksheet148.xlsx"/></Relationships>
</file>

<file path=ppt/charts/_rels/chart149.xml.rels><?xml version='1.0' encoding='UTF-8' standalone='yes'?>
<Relationships xmlns="http://schemas.openxmlformats.org/package/2006/relationships"><Relationship Id="rId1" Type="http://schemas.openxmlformats.org/officeDocument/2006/relationships/package" Target="../embeddings/Microsoft_Excel_Worksheet149.xlsx"/></Relationships>
</file>

<file path=ppt/charts/_rels/chart150.xml.rels><?xml version='1.0' encoding='UTF-8' standalone='yes'?>
<Relationships xmlns="http://schemas.openxmlformats.org/package/2006/relationships"><Relationship Id="rId1" Type="http://schemas.openxmlformats.org/officeDocument/2006/relationships/package" Target="../embeddings/Microsoft_Excel_Worksheet150.xlsx"/></Relationships>
</file>

<file path=ppt/charts/_rels/chart151.xml.rels><?xml version='1.0' encoding='UTF-8' standalone='yes'?>
<Relationships xmlns="http://schemas.openxmlformats.org/package/2006/relationships"><Relationship Id="rId1" Type="http://schemas.openxmlformats.org/officeDocument/2006/relationships/package" Target="../embeddings/Microsoft_Excel_Worksheet151.xlsx"/></Relationships>
</file>

<file path=ppt/charts/_rels/chart152.xml.rels><?xml version='1.0' encoding='UTF-8' standalone='yes'?>
<Relationships xmlns="http://schemas.openxmlformats.org/package/2006/relationships"><Relationship Id="rId1" Type="http://schemas.openxmlformats.org/officeDocument/2006/relationships/package" Target="../embeddings/Microsoft_Excel_Worksheet152.xlsx"/></Relationships>
</file>

<file path=ppt/charts/_rels/chart153.xml.rels><?xml version='1.0' encoding='UTF-8' standalone='yes'?>
<Relationships xmlns="http://schemas.openxmlformats.org/package/2006/relationships"><Relationship Id="rId1" Type="http://schemas.openxmlformats.org/officeDocument/2006/relationships/package" Target="../embeddings/Microsoft_Excel_Worksheet153.xlsx"/></Relationships>
</file>

<file path=ppt/charts/_rels/chart154.xml.rels><?xml version='1.0' encoding='UTF-8' standalone='yes'?>
<Relationships xmlns="http://schemas.openxmlformats.org/package/2006/relationships"><Relationship Id="rId1" Type="http://schemas.openxmlformats.org/officeDocument/2006/relationships/package" Target="../embeddings/Microsoft_Excel_Worksheet154.xlsx"/></Relationships>
</file>

<file path=ppt/charts/_rels/chart161.xml.rels><?xml version='1.0' encoding='UTF-8' standalone='yes'?>
<Relationships xmlns="http://schemas.openxmlformats.org/package/2006/relationships"><Relationship Id="rId1" Type="http://schemas.openxmlformats.org/officeDocument/2006/relationships/package" Target="../embeddings/Microsoft_Excel_Worksheet161.xlsx"/></Relationships>
</file>

<file path=ppt/charts/_rels/chart162.xml.rels><?xml version='1.0' encoding='UTF-8' standalone='yes'?>
<Relationships xmlns="http://schemas.openxmlformats.org/package/2006/relationships"><Relationship Id="rId1" Type="http://schemas.openxmlformats.org/officeDocument/2006/relationships/package" Target="../embeddings/Microsoft_Excel_Worksheet162.xlsx"/></Relationships>
</file>

<file path=ppt/charts/_rels/chart163.xml.rels><?xml version='1.0' encoding='UTF-8' standalone='yes'?>
<Relationships xmlns="http://schemas.openxmlformats.org/package/2006/relationships"><Relationship Id="rId1" Type="http://schemas.openxmlformats.org/officeDocument/2006/relationships/package" Target="../embeddings/Microsoft_Excel_Worksheet163.xlsx"/></Relationships>
</file>

<file path=ppt/charts/_rels/chart164.xml.rels><?xml version='1.0' encoding='UTF-8' standalone='yes'?>
<Relationships xmlns="http://schemas.openxmlformats.org/package/2006/relationships"><Relationship Id="rId1" Type="http://schemas.openxmlformats.org/officeDocument/2006/relationships/package" Target="../embeddings/Microsoft_Excel_Worksheet164.xlsx"/></Relationships>
</file>

<file path=ppt/charts/_rels/chart165.xml.rels><?xml version='1.0' encoding='UTF-8' standalone='yes'?>
<Relationships xmlns="http://schemas.openxmlformats.org/package/2006/relationships"><Relationship Id="rId1" Type="http://schemas.openxmlformats.org/officeDocument/2006/relationships/package" Target="../embeddings/Microsoft_Excel_Worksheet165.xlsx"/></Relationships>
</file>

<file path=ppt/charts/_rels/chart166.xml.rels><?xml version='1.0' encoding='UTF-8' standalone='yes'?>
<Relationships xmlns="http://schemas.openxmlformats.org/package/2006/relationships"><Relationship Id="rId1" Type="http://schemas.openxmlformats.org/officeDocument/2006/relationships/package" Target="../embeddings/Microsoft_Excel_Worksheet166.xlsx"/></Relationships>
</file>

<file path=ppt/charts/_rels/chart167.xml.rels><?xml version='1.0' encoding='UTF-8' standalone='yes'?>
<Relationships xmlns="http://schemas.openxmlformats.org/package/2006/relationships"><Relationship Id="rId1" Type="http://schemas.openxmlformats.org/officeDocument/2006/relationships/package" Target="../embeddings/Microsoft_Excel_Worksheet167.xlsx"/></Relationships>
</file>

<file path=ppt/charts/_rels/chart168.xml.rels><?xml version='1.0' encoding='UTF-8' standalone='yes'?>
<Relationships xmlns="http://schemas.openxmlformats.org/package/2006/relationships"><Relationship Id="rId1" Type="http://schemas.openxmlformats.org/officeDocument/2006/relationships/package" Target="../embeddings/Microsoft_Excel_Worksheet168.xlsx"/></Relationships>
</file>

<file path=ppt/charts/_rels/chart169.xml.rels><?xml version='1.0' encoding='UTF-8' standalone='yes'?>
<Relationships xmlns="http://schemas.openxmlformats.org/package/2006/relationships"><Relationship Id="rId1" Type="http://schemas.openxmlformats.org/officeDocument/2006/relationships/package" Target="../embeddings/Microsoft_Excel_Worksheet169.xlsx"/></Relationships>
</file>

<file path=ppt/charts/_rels/chart170.xml.rels><?xml version='1.0' encoding='UTF-8' standalone='yes'?>
<Relationships xmlns="http://schemas.openxmlformats.org/package/2006/relationships"><Relationship Id="rId1" Type="http://schemas.openxmlformats.org/officeDocument/2006/relationships/package" Target="../embeddings/Microsoft_Excel_Worksheet170.xlsx"/></Relationships>
</file>

<file path=ppt/charts/_rels/chart171.xml.rels><?xml version='1.0' encoding='UTF-8' standalone='yes'?>
<Relationships xmlns="http://schemas.openxmlformats.org/package/2006/relationships"><Relationship Id="rId1" Type="http://schemas.openxmlformats.org/officeDocument/2006/relationships/package" Target="../embeddings/Microsoft_Excel_Worksheet171.xlsx"/></Relationships>
</file>

<file path=ppt/charts/_rels/chart172.xml.rels><?xml version='1.0' encoding='UTF-8' standalone='yes'?>
<Relationships xmlns="http://schemas.openxmlformats.org/package/2006/relationships"><Relationship Id="rId1" Type="http://schemas.openxmlformats.org/officeDocument/2006/relationships/package" Target="../embeddings/Microsoft_Excel_Worksheet172.xlsx"/></Relationships>
</file>

<file path=ppt/charts/_rels/chart173.xml.rels><?xml version='1.0' encoding='UTF-8' standalone='yes'?>
<Relationships xmlns="http://schemas.openxmlformats.org/package/2006/relationships"><Relationship Id="rId1" Type="http://schemas.openxmlformats.org/officeDocument/2006/relationships/package" Target="../embeddings/Microsoft_Excel_Worksheet173.xlsx"/></Relationships>
</file>

<file path=ppt/charts/_rels/chart174.xml.rels><?xml version='1.0' encoding='UTF-8' standalone='yes'?>
<Relationships xmlns="http://schemas.openxmlformats.org/package/2006/relationships"><Relationship Id="rId1" Type="http://schemas.openxmlformats.org/officeDocument/2006/relationships/package" Target="../embeddings/Microsoft_Excel_Worksheet174.xlsx"/></Relationships>
</file>

<file path=ppt/charts/_rels/chart175.xml.rels><?xml version='1.0' encoding='UTF-8' standalone='yes'?>
<Relationships xmlns="http://schemas.openxmlformats.org/package/2006/relationships"><Relationship Id="rId1" Type="http://schemas.openxmlformats.org/officeDocument/2006/relationships/package" Target="../embeddings/Microsoft_Excel_Worksheet175.xlsx"/></Relationships>
</file>

<file path=ppt/charts/_rels/chart176.xml.rels><?xml version='1.0' encoding='UTF-8' standalone='yes'?>
<Relationships xmlns="http://schemas.openxmlformats.org/package/2006/relationships"><Relationship Id="rId1" Type="http://schemas.openxmlformats.org/officeDocument/2006/relationships/package" Target="../embeddings/Microsoft_Excel_Worksheet176.xlsx"/></Relationships>
</file>

<file path=ppt/charts/_rels/chart177.xml.rels><?xml version='1.0' encoding='UTF-8' standalone='yes'?>
<Relationships xmlns="http://schemas.openxmlformats.org/package/2006/relationships"><Relationship Id="rId1" Type="http://schemas.openxmlformats.org/officeDocument/2006/relationships/package" Target="../embeddings/Microsoft_Excel_Worksheet177.xlsx"/></Relationships>
</file>

<file path=ppt/charts/_rels/chart178.xml.rels><?xml version='1.0' encoding='UTF-8' standalone='yes'?>
<Relationships xmlns="http://schemas.openxmlformats.org/package/2006/relationships"><Relationship Id="rId1" Type="http://schemas.openxmlformats.org/officeDocument/2006/relationships/package" Target="../embeddings/Microsoft_Excel_Worksheet178.xlsx"/></Relationships>
</file>

<file path=ppt/charts/_rels/chart179.xml.rels><?xml version='1.0' encoding='UTF-8' standalone='yes'?>
<Relationships xmlns="http://schemas.openxmlformats.org/package/2006/relationships"><Relationship Id="rId1" Type="http://schemas.openxmlformats.org/officeDocument/2006/relationships/package" Target="../embeddings/Microsoft_Excel_Worksheet179.xlsx"/></Relationships>
</file>

<file path=ppt/charts/_rels/chart180.xml.rels><?xml version='1.0' encoding='UTF-8' standalone='yes'?>
<Relationships xmlns="http://schemas.openxmlformats.org/package/2006/relationships"><Relationship Id="rId1" Type="http://schemas.openxmlformats.org/officeDocument/2006/relationships/package" Target="../embeddings/Microsoft_Excel_Worksheet180.xlsx"/></Relationships>
</file>

<file path=ppt/charts/_rels/chart187.xml.rels><?xml version='1.0' encoding='UTF-8' standalone='yes'?>
<Relationships xmlns="http://schemas.openxmlformats.org/package/2006/relationships"><Relationship Id="rId1" Type="http://schemas.openxmlformats.org/officeDocument/2006/relationships/package" Target="../embeddings/Microsoft_Excel_Worksheet187.xlsx"/></Relationships>
</file>

<file path=ppt/charts/_rels/chart188.xml.rels><?xml version='1.0' encoding='UTF-8' standalone='yes'?>
<Relationships xmlns="http://schemas.openxmlformats.org/package/2006/relationships"><Relationship Id="rId1" Type="http://schemas.openxmlformats.org/officeDocument/2006/relationships/package" Target="../embeddings/Microsoft_Excel_Worksheet188.xlsx"/></Relationships>
</file>

<file path=ppt/charts/_rels/chart189.xml.rels><?xml version='1.0' encoding='UTF-8' standalone='yes'?>
<Relationships xmlns="http://schemas.openxmlformats.org/package/2006/relationships"><Relationship Id="rId1" Type="http://schemas.openxmlformats.org/officeDocument/2006/relationships/package" Target="../embeddings/Microsoft_Excel_Worksheet189.xlsx"/></Relationships>
</file>

<file path=ppt/charts/_rels/chart190.xml.rels><?xml version='1.0' encoding='UTF-8' standalone='yes'?>
<Relationships xmlns="http://schemas.openxmlformats.org/package/2006/relationships"><Relationship Id="rId1" Type="http://schemas.openxmlformats.org/officeDocument/2006/relationships/package" Target="../embeddings/Microsoft_Excel_Worksheet190.xlsx"/></Relationships>
</file>

<file path=ppt/charts/_rels/chart191.xml.rels><?xml version='1.0' encoding='UTF-8' standalone='yes'?>
<Relationships xmlns="http://schemas.openxmlformats.org/package/2006/relationships"><Relationship Id="rId1" Type="http://schemas.openxmlformats.org/officeDocument/2006/relationships/package" Target="../embeddings/Microsoft_Excel_Worksheet191.xlsx"/></Relationships>
</file>

<file path=ppt/charts/_rels/chart192.xml.rels><?xml version='1.0' encoding='UTF-8' standalone='yes'?>
<Relationships xmlns="http://schemas.openxmlformats.org/package/2006/relationships"><Relationship Id="rId1" Type="http://schemas.openxmlformats.org/officeDocument/2006/relationships/package" Target="../embeddings/Microsoft_Excel_Worksheet192.xlsx"/></Relationships>
</file>

<file path=ppt/charts/_rels/chart193.xml.rels><?xml version='1.0' encoding='UTF-8' standalone='yes'?>
<Relationships xmlns="http://schemas.openxmlformats.org/package/2006/relationships"><Relationship Id="rId1" Type="http://schemas.openxmlformats.org/officeDocument/2006/relationships/package" Target="../embeddings/Microsoft_Excel_Worksheet193.xlsx"/></Relationships>
</file>

<file path=ppt/charts/_rels/chart194.xml.rels><?xml version='1.0' encoding='UTF-8' standalone='yes'?>
<Relationships xmlns="http://schemas.openxmlformats.org/package/2006/relationships"><Relationship Id="rId1" Type="http://schemas.openxmlformats.org/officeDocument/2006/relationships/package" Target="../embeddings/Microsoft_Excel_Worksheet194.xlsx"/></Relationships>
</file>

<file path=ppt/charts/_rels/chart195.xml.rels><?xml version='1.0' encoding='UTF-8' standalone='yes'?>
<Relationships xmlns="http://schemas.openxmlformats.org/package/2006/relationships"><Relationship Id="rId1" Type="http://schemas.openxmlformats.org/officeDocument/2006/relationships/package" Target="../embeddings/Microsoft_Excel_Worksheet195.xlsx"/></Relationships>
</file>

<file path=ppt/charts/_rels/chart196.xml.rels><?xml version='1.0' encoding='UTF-8' standalone='yes'?>
<Relationships xmlns="http://schemas.openxmlformats.org/package/2006/relationships"><Relationship Id="rId1" Type="http://schemas.openxmlformats.org/officeDocument/2006/relationships/package" Target="../embeddings/Microsoft_Excel_Worksheet196.xlsx"/></Relationships>
</file>

<file path=ppt/charts/_rels/chart197.xml.rels><?xml version='1.0' encoding='UTF-8' standalone='yes'?>
<Relationships xmlns="http://schemas.openxmlformats.org/package/2006/relationships"><Relationship Id="rId1" Type="http://schemas.openxmlformats.org/officeDocument/2006/relationships/package" Target="../embeddings/Microsoft_Excel_Worksheet197.xlsx"/></Relationships>
</file>

<file path=ppt/charts/_rels/chart198.xml.rels><?xml version='1.0' encoding='UTF-8' standalone='yes'?>
<Relationships xmlns="http://schemas.openxmlformats.org/package/2006/relationships"><Relationship Id="rId1" Type="http://schemas.openxmlformats.org/officeDocument/2006/relationships/package" Target="../embeddings/Microsoft_Excel_Worksheet198.xlsx"/></Relationships>
</file>

<file path=ppt/charts/_rels/chart199.xml.rels><?xml version='1.0' encoding='UTF-8' standalone='yes'?>
<Relationships xmlns="http://schemas.openxmlformats.org/package/2006/relationships"><Relationship Id="rId1" Type="http://schemas.openxmlformats.org/officeDocument/2006/relationships/package" Target="../embeddings/Microsoft_Excel_Worksheet199.xlsx"/></Relationships>
</file>

<file path=ppt/charts/_rels/chart200.xml.rels><?xml version='1.0' encoding='UTF-8' standalone='yes'?>
<Relationships xmlns="http://schemas.openxmlformats.org/package/2006/relationships"><Relationship Id="rId1" Type="http://schemas.openxmlformats.org/officeDocument/2006/relationships/package" Target="../embeddings/Microsoft_Excel_Worksheet200.xlsx"/></Relationships>
</file>

<file path=ppt/charts/_rels/chart201.xml.rels><?xml version='1.0' encoding='UTF-8' standalone='yes'?>
<Relationships xmlns="http://schemas.openxmlformats.org/package/2006/relationships"><Relationship Id="rId1" Type="http://schemas.openxmlformats.org/officeDocument/2006/relationships/package" Target="../embeddings/Microsoft_Excel_Worksheet201.xlsx"/></Relationships>
</file>

<file path=ppt/charts/_rels/chart202.xml.rels><?xml version='1.0' encoding='UTF-8' standalone='yes'?>
<Relationships xmlns="http://schemas.openxmlformats.org/package/2006/relationships"><Relationship Id="rId1" Type="http://schemas.openxmlformats.org/officeDocument/2006/relationships/package" Target="../embeddings/Microsoft_Excel_Worksheet202.xlsx"/></Relationships>
</file>

<file path=ppt/charts/_rels/chart203.xml.rels><?xml version='1.0' encoding='UTF-8' standalone='yes'?>
<Relationships xmlns="http://schemas.openxmlformats.org/package/2006/relationships"><Relationship Id="rId1" Type="http://schemas.openxmlformats.org/officeDocument/2006/relationships/package" Target="../embeddings/Microsoft_Excel_Worksheet203.xlsx"/></Relationships>
</file>

<file path=ppt/charts/_rels/chart204.xml.rels><?xml version='1.0' encoding='UTF-8' standalone='yes'?>
<Relationships xmlns="http://schemas.openxmlformats.org/package/2006/relationships"><Relationship Id="rId1" Type="http://schemas.openxmlformats.org/officeDocument/2006/relationships/package" Target="../embeddings/Microsoft_Excel_Worksheet204.xlsx"/></Relationships>
</file>

<file path=ppt/charts/_rels/chart205.xml.rels><?xml version='1.0' encoding='UTF-8' standalone='yes'?>
<Relationships xmlns="http://schemas.openxmlformats.org/package/2006/relationships"><Relationship Id="rId1" Type="http://schemas.openxmlformats.org/officeDocument/2006/relationships/package" Target="../embeddings/Microsoft_Excel_Worksheet205.xlsx"/></Relationships>
</file>

<file path=ppt/charts/_rels/chart206.xml.rels><?xml version='1.0' encoding='UTF-8' standalone='yes'?>
<Relationships xmlns="http://schemas.openxmlformats.org/package/2006/relationships"><Relationship Id="rId1" Type="http://schemas.openxmlformats.org/officeDocument/2006/relationships/package" Target="../embeddings/Microsoft_Excel_Worksheet206.xlsx"/></Relationships>
</file>

<file path=ppt/charts/_rels/chart213.xml.rels><?xml version='1.0' encoding='UTF-8' standalone='yes'?>
<Relationships xmlns="http://schemas.openxmlformats.org/package/2006/relationships"><Relationship Id="rId1" Type="http://schemas.openxmlformats.org/officeDocument/2006/relationships/package" Target="../embeddings/Microsoft_Excel_Worksheet213.xlsx"/></Relationships>
</file>

<file path=ppt/charts/_rels/chart214.xml.rels><?xml version='1.0' encoding='UTF-8' standalone='yes'?>
<Relationships xmlns="http://schemas.openxmlformats.org/package/2006/relationships"><Relationship Id="rId1" Type="http://schemas.openxmlformats.org/officeDocument/2006/relationships/package" Target="../embeddings/Microsoft_Excel_Worksheet214.xlsx"/></Relationships>
</file>

<file path=ppt/charts/_rels/chart215.xml.rels><?xml version='1.0' encoding='UTF-8' standalone='yes'?>
<Relationships xmlns="http://schemas.openxmlformats.org/package/2006/relationships"><Relationship Id="rId1" Type="http://schemas.openxmlformats.org/officeDocument/2006/relationships/package" Target="../embeddings/Microsoft_Excel_Worksheet215.xlsx"/></Relationships>
</file>

<file path=ppt/charts/_rels/chart216.xml.rels><?xml version='1.0' encoding='UTF-8' standalone='yes'?>
<Relationships xmlns="http://schemas.openxmlformats.org/package/2006/relationships"><Relationship Id="rId1" Type="http://schemas.openxmlformats.org/officeDocument/2006/relationships/package" Target="../embeddings/Microsoft_Excel_Worksheet216.xlsx"/></Relationships>
</file>

<file path=ppt/charts/_rels/chart217.xml.rels><?xml version='1.0' encoding='UTF-8' standalone='yes'?>
<Relationships xmlns="http://schemas.openxmlformats.org/package/2006/relationships"><Relationship Id="rId1" Type="http://schemas.openxmlformats.org/officeDocument/2006/relationships/package" Target="../embeddings/Microsoft_Excel_Worksheet217.xlsx"/></Relationships>
</file>

<file path=ppt/charts/_rels/chart218.xml.rels><?xml version='1.0' encoding='UTF-8' standalone='yes'?>
<Relationships xmlns="http://schemas.openxmlformats.org/package/2006/relationships"><Relationship Id="rId1" Type="http://schemas.openxmlformats.org/officeDocument/2006/relationships/package" Target="../embeddings/Microsoft_Excel_Worksheet218.xlsx"/></Relationships>
</file>

<file path=ppt/charts/_rels/chart219.xml.rels><?xml version='1.0' encoding='UTF-8' standalone='yes'?>
<Relationships xmlns="http://schemas.openxmlformats.org/package/2006/relationships"><Relationship Id="rId1" Type="http://schemas.openxmlformats.org/officeDocument/2006/relationships/package" Target="../embeddings/Microsoft_Excel_Worksheet219.xlsx"/></Relationships>
</file>

<file path=ppt/charts/_rels/chart220.xml.rels><?xml version='1.0' encoding='UTF-8' standalone='yes'?>
<Relationships xmlns="http://schemas.openxmlformats.org/package/2006/relationships"><Relationship Id="rId1" Type="http://schemas.openxmlformats.org/officeDocument/2006/relationships/package" Target="../embeddings/Microsoft_Excel_Worksheet220.xlsx"/></Relationships>
</file>

<file path=ppt/charts/_rels/chart221.xml.rels><?xml version='1.0' encoding='UTF-8' standalone='yes'?>
<Relationships xmlns="http://schemas.openxmlformats.org/package/2006/relationships"><Relationship Id="rId1" Type="http://schemas.openxmlformats.org/officeDocument/2006/relationships/package" Target="../embeddings/Microsoft_Excel_Worksheet221.xlsx"/></Relationships>
</file>

<file path=ppt/charts/_rels/chart222.xml.rels><?xml version='1.0' encoding='UTF-8' standalone='yes'?>
<Relationships xmlns="http://schemas.openxmlformats.org/package/2006/relationships"><Relationship Id="rId1" Type="http://schemas.openxmlformats.org/officeDocument/2006/relationships/package" Target="../embeddings/Microsoft_Excel_Worksheet222.xlsx"/></Relationships>
</file>

<file path=ppt/charts/_rels/chart223.xml.rels><?xml version='1.0' encoding='UTF-8' standalone='yes'?>
<Relationships xmlns="http://schemas.openxmlformats.org/package/2006/relationships"><Relationship Id="rId1" Type="http://schemas.openxmlformats.org/officeDocument/2006/relationships/package" Target="../embeddings/Microsoft_Excel_Worksheet223.xlsx"/></Relationships>
</file>

<file path=ppt/charts/_rels/chart224.xml.rels><?xml version='1.0' encoding='UTF-8' standalone='yes'?>
<Relationships xmlns="http://schemas.openxmlformats.org/package/2006/relationships"><Relationship Id="rId1" Type="http://schemas.openxmlformats.org/officeDocument/2006/relationships/package" Target="../embeddings/Microsoft_Excel_Worksheet224.xlsx"/></Relationships>
</file>

<file path=ppt/charts/_rels/chart225.xml.rels><?xml version='1.0' encoding='UTF-8' standalone='yes'?>
<Relationships xmlns="http://schemas.openxmlformats.org/package/2006/relationships"><Relationship Id="rId1" Type="http://schemas.openxmlformats.org/officeDocument/2006/relationships/package" Target="../embeddings/Microsoft_Excel_Worksheet225.xlsx"/></Relationships>
</file>

<file path=ppt/charts/_rels/chart226.xml.rels><?xml version='1.0' encoding='UTF-8' standalone='yes'?>
<Relationships xmlns="http://schemas.openxmlformats.org/package/2006/relationships"><Relationship Id="rId1" Type="http://schemas.openxmlformats.org/officeDocument/2006/relationships/package" Target="../embeddings/Microsoft_Excel_Worksheet226.xlsx"/></Relationships>
</file>

<file path=ppt/charts/_rels/chart227.xml.rels><?xml version='1.0' encoding='UTF-8' standalone='yes'?>
<Relationships xmlns="http://schemas.openxmlformats.org/package/2006/relationships"><Relationship Id="rId1" Type="http://schemas.openxmlformats.org/officeDocument/2006/relationships/package" Target="../embeddings/Microsoft_Excel_Worksheet227.xlsx"/></Relationships>
</file>

<file path=ppt/charts/_rels/chart228.xml.rels><?xml version='1.0' encoding='UTF-8' standalone='yes'?>
<Relationships xmlns="http://schemas.openxmlformats.org/package/2006/relationships"><Relationship Id="rId1" Type="http://schemas.openxmlformats.org/officeDocument/2006/relationships/package" Target="../embeddings/Microsoft_Excel_Worksheet228.xlsx"/></Relationships>
</file>

<file path=ppt/charts/_rels/chart229.xml.rels><?xml version='1.0' encoding='UTF-8' standalone='yes'?>
<Relationships xmlns="http://schemas.openxmlformats.org/package/2006/relationships"><Relationship Id="rId1" Type="http://schemas.openxmlformats.org/officeDocument/2006/relationships/package" Target="../embeddings/Microsoft_Excel_Worksheet229.xlsx"/></Relationships>
</file>

<file path=ppt/charts/_rels/chart230.xml.rels><?xml version='1.0' encoding='UTF-8' standalone='yes'?>
<Relationships xmlns="http://schemas.openxmlformats.org/package/2006/relationships"><Relationship Id="rId1" Type="http://schemas.openxmlformats.org/officeDocument/2006/relationships/package" Target="../embeddings/Microsoft_Excel_Worksheet230.xlsx"/></Relationships>
</file>

<file path=ppt/charts/_rels/chart231.xml.rels><?xml version='1.0' encoding='UTF-8' standalone='yes'?>
<Relationships xmlns="http://schemas.openxmlformats.org/package/2006/relationships"><Relationship Id="rId1" Type="http://schemas.openxmlformats.org/officeDocument/2006/relationships/package" Target="../embeddings/Microsoft_Excel_Worksheet231.xlsx"/></Relationships>
</file>

<file path=ppt/charts/_rels/chart232.xml.rels><?xml version='1.0' encoding='UTF-8' standalone='yes'?>
<Relationships xmlns="http://schemas.openxmlformats.org/package/2006/relationships"><Relationship Id="rId1" Type="http://schemas.openxmlformats.org/officeDocument/2006/relationships/package" Target="../embeddings/Microsoft_Excel_Worksheet232.xlsx"/></Relationships>
</file>

<file path=ppt/charts/_rels/chart238.xml.rels><?xml version='1.0' encoding='UTF-8' standalone='yes'?>
<Relationships xmlns="http://schemas.openxmlformats.org/package/2006/relationships"><Relationship Id="rId1" Type="http://schemas.openxmlformats.org/officeDocument/2006/relationships/package" Target="../embeddings/Microsoft_Excel_Worksheet238.xlsx"/></Relationships>
</file>

<file path=ppt/charts/_rels/chart239.xml.rels><?xml version='1.0' encoding='UTF-8' standalone='yes'?>
<Relationships xmlns="http://schemas.openxmlformats.org/package/2006/relationships"><Relationship Id="rId1" Type="http://schemas.openxmlformats.org/officeDocument/2006/relationships/package" Target="../embeddings/Microsoft_Excel_Worksheet239.xlsx"/></Relationships>
</file>

<file path=ppt/charts/_rels/chart240.xml.rels><?xml version='1.0' encoding='UTF-8' standalone='yes'?>
<Relationships xmlns="http://schemas.openxmlformats.org/package/2006/relationships"><Relationship Id="rId1" Type="http://schemas.openxmlformats.org/officeDocument/2006/relationships/package" Target="../embeddings/Microsoft_Excel_Worksheet240.xlsx"/></Relationships>
</file>

<file path=ppt/charts/_rels/chart241.xml.rels><?xml version='1.0' encoding='UTF-8' standalone='yes'?>
<Relationships xmlns="http://schemas.openxmlformats.org/package/2006/relationships"><Relationship Id="rId1" Type="http://schemas.openxmlformats.org/officeDocument/2006/relationships/package" Target="../embeddings/Microsoft_Excel_Worksheet241.xlsx"/></Relationships>
</file>

<file path=ppt/charts/_rels/chart242.xml.rels><?xml version='1.0' encoding='UTF-8' standalone='yes'?>
<Relationships xmlns="http://schemas.openxmlformats.org/package/2006/relationships"><Relationship Id="rId1" Type="http://schemas.openxmlformats.org/officeDocument/2006/relationships/package" Target="../embeddings/Microsoft_Excel_Worksheet242.xlsx"/></Relationships>
</file>

<file path=ppt/charts/_rels/chart243.xml.rels><?xml version='1.0' encoding='UTF-8' standalone='yes'?>
<Relationships xmlns="http://schemas.openxmlformats.org/package/2006/relationships"><Relationship Id="rId1" Type="http://schemas.openxmlformats.org/officeDocument/2006/relationships/package" Target="../embeddings/Microsoft_Excel_Worksheet243.xlsx"/></Relationships>
</file>

<file path=ppt/charts/_rels/chart244.xml.rels><?xml version='1.0' encoding='UTF-8' standalone='yes'?>
<Relationships xmlns="http://schemas.openxmlformats.org/package/2006/relationships"><Relationship Id="rId1" Type="http://schemas.openxmlformats.org/officeDocument/2006/relationships/package" Target="../embeddings/Microsoft_Excel_Worksheet244.xlsx"/></Relationships>
</file>

<file path=ppt/charts/_rels/chart245.xml.rels><?xml version='1.0' encoding='UTF-8' standalone='yes'?>
<Relationships xmlns="http://schemas.openxmlformats.org/package/2006/relationships"><Relationship Id="rId1" Type="http://schemas.openxmlformats.org/officeDocument/2006/relationships/package" Target="../embeddings/Microsoft_Excel_Worksheet245.xlsx"/></Relationships>
</file>

<file path=ppt/charts/_rels/chart246.xml.rels><?xml version='1.0' encoding='UTF-8' standalone='yes'?>
<Relationships xmlns="http://schemas.openxmlformats.org/package/2006/relationships"><Relationship Id="rId1" Type="http://schemas.openxmlformats.org/officeDocument/2006/relationships/package" Target="../embeddings/Microsoft_Excel_Worksheet246.xlsx"/></Relationships>
</file>

<file path=ppt/charts/_rels/chart247.xml.rels><?xml version='1.0' encoding='UTF-8' standalone='yes'?>
<Relationships xmlns="http://schemas.openxmlformats.org/package/2006/relationships"><Relationship Id="rId1" Type="http://schemas.openxmlformats.org/officeDocument/2006/relationships/package" Target="../embeddings/Microsoft_Excel_Worksheet247.xlsx"/></Relationships>
</file>

<file path=ppt/charts/_rels/chart248.xml.rels><?xml version='1.0' encoding='UTF-8' standalone='yes'?>
<Relationships xmlns="http://schemas.openxmlformats.org/package/2006/relationships"><Relationship Id="rId1" Type="http://schemas.openxmlformats.org/officeDocument/2006/relationships/package" Target="../embeddings/Microsoft_Excel_Worksheet248.xlsx"/></Relationships>
</file>

<file path=ppt/charts/_rels/chart249.xml.rels><?xml version='1.0' encoding='UTF-8' standalone='yes'?>
<Relationships xmlns="http://schemas.openxmlformats.org/package/2006/relationships"><Relationship Id="rId1" Type="http://schemas.openxmlformats.org/officeDocument/2006/relationships/package" Target="../embeddings/Microsoft_Excel_Worksheet249.xlsx"/></Relationships>
</file>

<file path=ppt/charts/_rels/chart250.xml.rels><?xml version='1.0' encoding='UTF-8' standalone='yes'?>
<Relationships xmlns="http://schemas.openxmlformats.org/package/2006/relationships"><Relationship Id="rId1" Type="http://schemas.openxmlformats.org/officeDocument/2006/relationships/package" Target="../embeddings/Microsoft_Excel_Worksheet250.xlsx"/></Relationships>
</file>

<file path=ppt/charts/_rels/chart251.xml.rels><?xml version='1.0' encoding='UTF-8' standalone='yes'?>
<Relationships xmlns="http://schemas.openxmlformats.org/package/2006/relationships"><Relationship Id="rId1" Type="http://schemas.openxmlformats.org/officeDocument/2006/relationships/package" Target="../embeddings/Microsoft_Excel_Worksheet251.xlsx"/></Relationships>
</file>

<file path=ppt/charts/_rels/chart252.xml.rels><?xml version='1.0' encoding='UTF-8' standalone='yes'?>
<Relationships xmlns="http://schemas.openxmlformats.org/package/2006/relationships"><Relationship Id="rId1" Type="http://schemas.openxmlformats.org/officeDocument/2006/relationships/package" Target="../embeddings/Microsoft_Excel_Worksheet252.xlsx"/></Relationships>
</file>

<file path=ppt/charts/_rels/chart253.xml.rels><?xml version='1.0' encoding='UTF-8' standalone='yes'?>
<Relationships xmlns="http://schemas.openxmlformats.org/package/2006/relationships"><Relationship Id="rId1" Type="http://schemas.openxmlformats.org/officeDocument/2006/relationships/package" Target="../embeddings/Microsoft_Excel_Worksheet253.xlsx"/></Relationships>
</file>

<file path=ppt/charts/_rels/chart254.xml.rels><?xml version='1.0' encoding='UTF-8' standalone='yes'?>
<Relationships xmlns="http://schemas.openxmlformats.org/package/2006/relationships"><Relationship Id="rId1" Type="http://schemas.openxmlformats.org/officeDocument/2006/relationships/package" Target="../embeddings/Microsoft_Excel_Worksheet254.xlsx"/></Relationships>
</file>

<file path=ppt/charts/_rels/chart255.xml.rels><?xml version='1.0' encoding='UTF-8' standalone='yes'?>
<Relationships xmlns="http://schemas.openxmlformats.org/package/2006/relationships"><Relationship Id="rId1" Type="http://schemas.openxmlformats.org/officeDocument/2006/relationships/package" Target="../embeddings/Microsoft_Excel_Worksheet255.xlsx"/></Relationships>
</file>

<file path=ppt/charts/_rels/chart256.xml.rels><?xml version='1.0' encoding='UTF-8' standalone='yes'?>
<Relationships xmlns="http://schemas.openxmlformats.org/package/2006/relationships"><Relationship Id="rId1" Type="http://schemas.openxmlformats.org/officeDocument/2006/relationships/package" Target="../embeddings/Microsoft_Excel_Worksheet256.xlsx"/></Relationships>
</file>

<file path=ppt/charts/_rels/chart257.xml.rels><?xml version='1.0' encoding='UTF-8' standalone='yes'?>
<Relationships xmlns="http://schemas.openxmlformats.org/package/2006/relationships"><Relationship Id="rId1" Type="http://schemas.openxmlformats.org/officeDocument/2006/relationships/package" Target="../embeddings/Microsoft_Excel_Worksheet257.xlsx"/></Relationships>
</file>

<file path=ppt/charts/_rels/chart263.xml.rels><?xml version='1.0' encoding='UTF-8' standalone='yes'?>
<Relationships xmlns="http://schemas.openxmlformats.org/package/2006/relationships"><Relationship Id="rId1" Type="http://schemas.openxmlformats.org/officeDocument/2006/relationships/package" Target="../embeddings/Microsoft_Excel_Worksheet263.xlsx"/></Relationships>
</file>

<file path=ppt/charts/_rels/chart264.xml.rels><?xml version='1.0' encoding='UTF-8' standalone='yes'?>
<Relationships xmlns="http://schemas.openxmlformats.org/package/2006/relationships"><Relationship Id="rId1" Type="http://schemas.openxmlformats.org/officeDocument/2006/relationships/package" Target="../embeddings/Microsoft_Excel_Worksheet264.xlsx"/></Relationships>
</file>

<file path=ppt/charts/_rels/chart265.xml.rels><?xml version='1.0' encoding='UTF-8' standalone='yes'?>
<Relationships xmlns="http://schemas.openxmlformats.org/package/2006/relationships"><Relationship Id="rId1" Type="http://schemas.openxmlformats.org/officeDocument/2006/relationships/package" Target="../embeddings/Microsoft_Excel_Worksheet265.xlsx"/></Relationships>
</file>

<file path=ppt/charts/_rels/chart266.xml.rels><?xml version='1.0' encoding='UTF-8' standalone='yes'?>
<Relationships xmlns="http://schemas.openxmlformats.org/package/2006/relationships"><Relationship Id="rId1" Type="http://schemas.openxmlformats.org/officeDocument/2006/relationships/package" Target="../embeddings/Microsoft_Excel_Worksheet266.xlsx"/></Relationships>
</file>

<file path=ppt/charts/_rels/chart267.xml.rels><?xml version='1.0' encoding='UTF-8' standalone='yes'?>
<Relationships xmlns="http://schemas.openxmlformats.org/package/2006/relationships"><Relationship Id="rId1" Type="http://schemas.openxmlformats.org/officeDocument/2006/relationships/package" Target="../embeddings/Microsoft_Excel_Worksheet267.xlsx"/></Relationships>
</file>

<file path=ppt/charts/_rels/chart268.xml.rels><?xml version='1.0' encoding='UTF-8' standalone='yes'?>
<Relationships xmlns="http://schemas.openxmlformats.org/package/2006/relationships"><Relationship Id="rId1" Type="http://schemas.openxmlformats.org/officeDocument/2006/relationships/package" Target="../embeddings/Microsoft_Excel_Worksheet268.xlsx"/></Relationships>
</file>

<file path=ppt/charts/_rels/chart269.xml.rels><?xml version='1.0' encoding='UTF-8' standalone='yes'?>
<Relationships xmlns="http://schemas.openxmlformats.org/package/2006/relationships"><Relationship Id="rId1" Type="http://schemas.openxmlformats.org/officeDocument/2006/relationships/package" Target="../embeddings/Microsoft_Excel_Worksheet269.xlsx"/></Relationships>
</file>

<file path=ppt/charts/_rels/chart270.xml.rels><?xml version='1.0' encoding='UTF-8' standalone='yes'?>
<Relationships xmlns="http://schemas.openxmlformats.org/package/2006/relationships"><Relationship Id="rId1" Type="http://schemas.openxmlformats.org/officeDocument/2006/relationships/package" Target="../embeddings/Microsoft_Excel_Worksheet270.xlsx"/></Relationships>
</file>

<file path=ppt/charts/_rels/chart271.xml.rels><?xml version='1.0' encoding='UTF-8' standalone='yes'?>
<Relationships xmlns="http://schemas.openxmlformats.org/package/2006/relationships"><Relationship Id="rId1" Type="http://schemas.openxmlformats.org/officeDocument/2006/relationships/package" Target="../embeddings/Microsoft_Excel_Worksheet271.xlsx"/></Relationships>
</file>

<file path=ppt/charts/_rels/chart272.xml.rels><?xml version='1.0' encoding='UTF-8' standalone='yes'?>
<Relationships xmlns="http://schemas.openxmlformats.org/package/2006/relationships"><Relationship Id="rId1" Type="http://schemas.openxmlformats.org/officeDocument/2006/relationships/package" Target="../embeddings/Microsoft_Excel_Worksheet272.xlsx"/></Relationships>
</file>

<file path=ppt/charts/_rels/chart273.xml.rels><?xml version='1.0' encoding='UTF-8' standalone='yes'?>
<Relationships xmlns="http://schemas.openxmlformats.org/package/2006/relationships"><Relationship Id="rId1" Type="http://schemas.openxmlformats.org/officeDocument/2006/relationships/package" Target="../embeddings/Microsoft_Excel_Worksheet273.xlsx"/></Relationships>
</file>

<file path=ppt/charts/_rels/chart274.xml.rels><?xml version='1.0' encoding='UTF-8' standalone='yes'?>
<Relationships xmlns="http://schemas.openxmlformats.org/package/2006/relationships"><Relationship Id="rId1" Type="http://schemas.openxmlformats.org/officeDocument/2006/relationships/package" Target="../embeddings/Microsoft_Excel_Worksheet274.xlsx"/></Relationships>
</file>

<file path=ppt/charts/_rels/chart275.xml.rels><?xml version='1.0' encoding='UTF-8' standalone='yes'?>
<Relationships xmlns="http://schemas.openxmlformats.org/package/2006/relationships"><Relationship Id="rId1" Type="http://schemas.openxmlformats.org/officeDocument/2006/relationships/package" Target="../embeddings/Microsoft_Excel_Worksheet275.xlsx"/></Relationships>
</file>

<file path=ppt/charts/_rels/chart276.xml.rels><?xml version='1.0' encoding='UTF-8' standalone='yes'?>
<Relationships xmlns="http://schemas.openxmlformats.org/package/2006/relationships"><Relationship Id="rId1" Type="http://schemas.openxmlformats.org/officeDocument/2006/relationships/package" Target="../embeddings/Microsoft_Excel_Worksheet276.xlsx"/></Relationships>
</file>

<file path=ppt/charts/_rels/chart277.xml.rels><?xml version='1.0' encoding='UTF-8' standalone='yes'?>
<Relationships xmlns="http://schemas.openxmlformats.org/package/2006/relationships"><Relationship Id="rId1" Type="http://schemas.openxmlformats.org/officeDocument/2006/relationships/package" Target="../embeddings/Microsoft_Excel_Worksheet277.xlsx"/></Relationships>
</file>

<file path=ppt/charts/_rels/chart278.xml.rels><?xml version='1.0' encoding='UTF-8' standalone='yes'?>
<Relationships xmlns="http://schemas.openxmlformats.org/package/2006/relationships"><Relationship Id="rId1" Type="http://schemas.openxmlformats.org/officeDocument/2006/relationships/package" Target="../embeddings/Microsoft_Excel_Worksheet278.xlsx"/></Relationships>
</file>

<file path=ppt/charts/_rels/chart279.xml.rels><?xml version='1.0' encoding='UTF-8' standalone='yes'?>
<Relationships xmlns="http://schemas.openxmlformats.org/package/2006/relationships"><Relationship Id="rId1" Type="http://schemas.openxmlformats.org/officeDocument/2006/relationships/package" Target="../embeddings/Microsoft_Excel_Worksheet279.xlsx"/></Relationships>
</file>

<file path=ppt/charts/_rels/chart280.xml.rels><?xml version='1.0' encoding='UTF-8' standalone='yes'?>
<Relationships xmlns="http://schemas.openxmlformats.org/package/2006/relationships"><Relationship Id="rId1" Type="http://schemas.openxmlformats.org/officeDocument/2006/relationships/package" Target="../embeddings/Microsoft_Excel_Worksheet280.xlsx"/></Relationships>
</file>

<file path=ppt/charts/_rels/chart281.xml.rels><?xml version='1.0' encoding='UTF-8' standalone='yes'?>
<Relationships xmlns="http://schemas.openxmlformats.org/package/2006/relationships"><Relationship Id="rId1" Type="http://schemas.openxmlformats.org/officeDocument/2006/relationships/package" Target="../embeddings/Microsoft_Excel_Worksheet281.xlsx"/></Relationships>
</file>

<file path=ppt/charts/_rels/chart282.xml.rels><?xml version='1.0' encoding='UTF-8' standalone='yes'?>
<Relationships xmlns="http://schemas.openxmlformats.org/package/2006/relationships"><Relationship Id="rId1" Type="http://schemas.openxmlformats.org/officeDocument/2006/relationships/package" Target="../embeddings/Microsoft_Excel_Worksheet282.xlsx"/></Relationships>
</file>

<file path=ppt/charts/_rels/chart288.xml.rels><?xml version='1.0' encoding='UTF-8' standalone='yes'?>
<Relationships xmlns="http://schemas.openxmlformats.org/package/2006/relationships"><Relationship Id="rId1" Type="http://schemas.openxmlformats.org/officeDocument/2006/relationships/package" Target="../embeddings/Microsoft_Excel_Worksheet288.xlsx"/></Relationships>
</file>

<file path=ppt/charts/_rels/chart289.xml.rels><?xml version='1.0' encoding='UTF-8' standalone='yes'?>
<Relationships xmlns="http://schemas.openxmlformats.org/package/2006/relationships"><Relationship Id="rId1" Type="http://schemas.openxmlformats.org/officeDocument/2006/relationships/package" Target="../embeddings/Microsoft_Excel_Worksheet289.xlsx"/></Relationships>
</file>

<file path=ppt/charts/_rels/chart290.xml.rels><?xml version='1.0' encoding='UTF-8' standalone='yes'?>
<Relationships xmlns="http://schemas.openxmlformats.org/package/2006/relationships"><Relationship Id="rId1" Type="http://schemas.openxmlformats.org/officeDocument/2006/relationships/package" Target="../embeddings/Microsoft_Excel_Worksheet290.xlsx"/></Relationships>
</file>

<file path=ppt/charts/_rels/chart291.xml.rels><?xml version='1.0' encoding='UTF-8' standalone='yes'?>
<Relationships xmlns="http://schemas.openxmlformats.org/package/2006/relationships"><Relationship Id="rId1" Type="http://schemas.openxmlformats.org/officeDocument/2006/relationships/package" Target="../embeddings/Microsoft_Excel_Worksheet291.xlsx"/></Relationships>
</file>

<file path=ppt/charts/_rels/chart292.xml.rels><?xml version='1.0' encoding='UTF-8' standalone='yes'?>
<Relationships xmlns="http://schemas.openxmlformats.org/package/2006/relationships"><Relationship Id="rId1" Type="http://schemas.openxmlformats.org/officeDocument/2006/relationships/package" Target="../embeddings/Microsoft_Excel_Worksheet292.xlsx"/></Relationships>
</file>

<file path=ppt/charts/_rels/chart293.xml.rels><?xml version='1.0' encoding='UTF-8' standalone='yes'?>
<Relationships xmlns="http://schemas.openxmlformats.org/package/2006/relationships"><Relationship Id="rId1" Type="http://schemas.openxmlformats.org/officeDocument/2006/relationships/package" Target="../embeddings/Microsoft_Excel_Worksheet293.xlsx"/></Relationships>
</file>

<file path=ppt/charts/_rels/chart294.xml.rels><?xml version='1.0' encoding='UTF-8' standalone='yes'?>
<Relationships xmlns="http://schemas.openxmlformats.org/package/2006/relationships"><Relationship Id="rId1" Type="http://schemas.openxmlformats.org/officeDocument/2006/relationships/package" Target="../embeddings/Microsoft_Excel_Worksheet294.xlsx"/></Relationships>
</file>

<file path=ppt/charts/_rels/chart295.xml.rels><?xml version='1.0' encoding='UTF-8' standalone='yes'?>
<Relationships xmlns="http://schemas.openxmlformats.org/package/2006/relationships"><Relationship Id="rId1" Type="http://schemas.openxmlformats.org/officeDocument/2006/relationships/package" Target="../embeddings/Microsoft_Excel_Worksheet295.xlsx"/></Relationships>
</file>

<file path=ppt/charts/_rels/chart296.xml.rels><?xml version='1.0' encoding='UTF-8' standalone='yes'?>
<Relationships xmlns="http://schemas.openxmlformats.org/package/2006/relationships"><Relationship Id="rId1" Type="http://schemas.openxmlformats.org/officeDocument/2006/relationships/package" Target="../embeddings/Microsoft_Excel_Worksheet296.xlsx"/></Relationships>
</file>

<file path=ppt/charts/_rels/chart297.xml.rels><?xml version='1.0' encoding='UTF-8' standalone='yes'?>
<Relationships xmlns="http://schemas.openxmlformats.org/package/2006/relationships"><Relationship Id="rId1" Type="http://schemas.openxmlformats.org/officeDocument/2006/relationships/package" Target="../embeddings/Microsoft_Excel_Worksheet297.xlsx"/></Relationships>
</file>

<file path=ppt/charts/_rels/chart298.xml.rels><?xml version='1.0' encoding='UTF-8' standalone='yes'?>
<Relationships xmlns="http://schemas.openxmlformats.org/package/2006/relationships"><Relationship Id="rId1" Type="http://schemas.openxmlformats.org/officeDocument/2006/relationships/package" Target="../embeddings/Microsoft_Excel_Worksheet298.xlsx"/></Relationships>
</file>

<file path=ppt/charts/_rels/chart299.xml.rels><?xml version='1.0' encoding='UTF-8' standalone='yes'?>
<Relationships xmlns="http://schemas.openxmlformats.org/package/2006/relationships"><Relationship Id="rId1" Type="http://schemas.openxmlformats.org/officeDocument/2006/relationships/package" Target="../embeddings/Microsoft_Excel_Worksheet299.xlsx"/></Relationships>
</file>

<file path=ppt/charts/_rels/chart300.xml.rels><?xml version='1.0' encoding='UTF-8' standalone='yes'?>
<Relationships xmlns="http://schemas.openxmlformats.org/package/2006/relationships"><Relationship Id="rId1" Type="http://schemas.openxmlformats.org/officeDocument/2006/relationships/package" Target="../embeddings/Microsoft_Excel_Worksheet300.xlsx"/></Relationships>
</file>

<file path=ppt/charts/_rels/chart301.xml.rels><?xml version='1.0' encoding='UTF-8' standalone='yes'?>
<Relationships xmlns="http://schemas.openxmlformats.org/package/2006/relationships"><Relationship Id="rId1" Type="http://schemas.openxmlformats.org/officeDocument/2006/relationships/package" Target="../embeddings/Microsoft_Excel_Worksheet301.xlsx"/></Relationships>
</file>

<file path=ppt/charts/_rels/chart302.xml.rels><?xml version='1.0' encoding='UTF-8' standalone='yes'?>
<Relationships xmlns="http://schemas.openxmlformats.org/package/2006/relationships"><Relationship Id="rId1" Type="http://schemas.openxmlformats.org/officeDocument/2006/relationships/package" Target="../embeddings/Microsoft_Excel_Worksheet302.xlsx"/></Relationships>
</file>

<file path=ppt/charts/_rels/chart303.xml.rels><?xml version='1.0' encoding='UTF-8' standalone='yes'?>
<Relationships xmlns="http://schemas.openxmlformats.org/package/2006/relationships"><Relationship Id="rId1" Type="http://schemas.openxmlformats.org/officeDocument/2006/relationships/package" Target="../embeddings/Microsoft_Excel_Worksheet303.xlsx"/></Relationships>
</file>

<file path=ppt/charts/_rels/chart304.xml.rels><?xml version='1.0' encoding='UTF-8' standalone='yes'?>
<Relationships xmlns="http://schemas.openxmlformats.org/package/2006/relationships"><Relationship Id="rId1" Type="http://schemas.openxmlformats.org/officeDocument/2006/relationships/package" Target="../embeddings/Microsoft_Excel_Worksheet304.xlsx"/></Relationships>
</file>

<file path=ppt/charts/_rels/chart305.xml.rels><?xml version='1.0' encoding='UTF-8' standalone='yes'?>
<Relationships xmlns="http://schemas.openxmlformats.org/package/2006/relationships"><Relationship Id="rId1" Type="http://schemas.openxmlformats.org/officeDocument/2006/relationships/package" Target="../embeddings/Microsoft_Excel_Worksheet305.xlsx"/></Relationships>
</file>

<file path=ppt/charts/_rels/chart306.xml.rels><?xml version='1.0' encoding='UTF-8' standalone='yes'?>
<Relationships xmlns="http://schemas.openxmlformats.org/package/2006/relationships"><Relationship Id="rId1" Type="http://schemas.openxmlformats.org/officeDocument/2006/relationships/package" Target="../embeddings/Microsoft_Excel_Worksheet306.xlsx"/></Relationships>
</file>

<file path=ppt/charts/_rels/chart307.xml.rels><?xml version='1.0' encoding='UTF-8' standalone='yes'?>
<Relationships xmlns="http://schemas.openxmlformats.org/package/2006/relationships"><Relationship Id="rId1" Type="http://schemas.openxmlformats.org/officeDocument/2006/relationships/package" Target="../embeddings/Microsoft_Excel_Worksheet307.xlsx"/></Relationships>
</file>

<file path=ppt/charts/_rels/chart316.xml.rels><?xml version='1.0' encoding='UTF-8' standalone='yes'?>
<Relationships xmlns="http://schemas.openxmlformats.org/package/2006/relationships"><Relationship Id="rId1" Type="http://schemas.openxmlformats.org/officeDocument/2006/relationships/package" Target="../embeddings/Microsoft_Excel_Worksheet316.xlsx"/></Relationships>
</file>

<file path=ppt/charts/_rels/chart317.xml.rels><?xml version='1.0' encoding='UTF-8' standalone='yes'?>
<Relationships xmlns="http://schemas.openxmlformats.org/package/2006/relationships"><Relationship Id="rId1" Type="http://schemas.openxmlformats.org/officeDocument/2006/relationships/package" Target="../embeddings/Microsoft_Excel_Worksheet317.xlsx"/></Relationships>
</file>

<file path=ppt/charts/_rels/chart318.xml.rels><?xml version='1.0' encoding='UTF-8' standalone='yes'?>
<Relationships xmlns="http://schemas.openxmlformats.org/package/2006/relationships"><Relationship Id="rId1" Type="http://schemas.openxmlformats.org/officeDocument/2006/relationships/package" Target="../embeddings/Microsoft_Excel_Worksheet318.xlsx"/></Relationships>
</file>

<file path=ppt/charts/_rels/chart319.xml.rels><?xml version='1.0' encoding='UTF-8' standalone='yes'?>
<Relationships xmlns="http://schemas.openxmlformats.org/package/2006/relationships"><Relationship Id="rId1" Type="http://schemas.openxmlformats.org/officeDocument/2006/relationships/package" Target="../embeddings/Microsoft_Excel_Worksheet319.xlsx"/></Relationships>
</file>

<file path=ppt/charts/_rels/chart320.xml.rels><?xml version='1.0' encoding='UTF-8' standalone='yes'?>
<Relationships xmlns="http://schemas.openxmlformats.org/package/2006/relationships"><Relationship Id="rId1" Type="http://schemas.openxmlformats.org/officeDocument/2006/relationships/package" Target="../embeddings/Microsoft_Excel_Worksheet320.xlsx"/></Relationships>
</file>

<file path=ppt/charts/_rels/chart321.xml.rels><?xml version='1.0' encoding='UTF-8' standalone='yes'?>
<Relationships xmlns="http://schemas.openxmlformats.org/package/2006/relationships"><Relationship Id="rId1" Type="http://schemas.openxmlformats.org/officeDocument/2006/relationships/package" Target="../embeddings/Microsoft_Excel_Worksheet321.xlsx"/></Relationships>
</file>

<file path=ppt/charts/_rels/chart322.xml.rels><?xml version='1.0' encoding='UTF-8' standalone='yes'?>
<Relationships xmlns="http://schemas.openxmlformats.org/package/2006/relationships"><Relationship Id="rId1" Type="http://schemas.openxmlformats.org/officeDocument/2006/relationships/package" Target="../embeddings/Microsoft_Excel_Worksheet322.xlsx"/></Relationships>
</file>

<file path=ppt/charts/_rels/chart323.xml.rels><?xml version='1.0' encoding='UTF-8' standalone='yes'?>
<Relationships xmlns="http://schemas.openxmlformats.org/package/2006/relationships"><Relationship Id="rId1" Type="http://schemas.openxmlformats.org/officeDocument/2006/relationships/package" Target="../embeddings/Microsoft_Excel_Worksheet323.xlsx"/></Relationships>
</file>

<file path=ppt/charts/_rels/chart324.xml.rels><?xml version='1.0' encoding='UTF-8' standalone='yes'?>
<Relationships xmlns="http://schemas.openxmlformats.org/package/2006/relationships"><Relationship Id="rId1" Type="http://schemas.openxmlformats.org/officeDocument/2006/relationships/package" Target="../embeddings/Microsoft_Excel_Worksheet324.xlsx"/></Relationships>
</file>

<file path=ppt/charts/_rels/chart325.xml.rels><?xml version='1.0' encoding='UTF-8' standalone='yes'?>
<Relationships xmlns="http://schemas.openxmlformats.org/package/2006/relationships"><Relationship Id="rId1" Type="http://schemas.openxmlformats.org/officeDocument/2006/relationships/package" Target="../embeddings/Microsoft_Excel_Worksheet325.xlsx"/></Relationships>
</file>

<file path=ppt/charts/_rels/chart326.xml.rels><?xml version='1.0' encoding='UTF-8' standalone='yes'?>
<Relationships xmlns="http://schemas.openxmlformats.org/package/2006/relationships"><Relationship Id="rId1" Type="http://schemas.openxmlformats.org/officeDocument/2006/relationships/package" Target="../embeddings/Microsoft_Excel_Worksheet326.xlsx"/></Relationships>
</file>

<file path=ppt/charts/_rels/chart327.xml.rels><?xml version='1.0' encoding='UTF-8' standalone='yes'?>
<Relationships xmlns="http://schemas.openxmlformats.org/package/2006/relationships"><Relationship Id="rId1" Type="http://schemas.openxmlformats.org/officeDocument/2006/relationships/package" Target="../embeddings/Microsoft_Excel_Worksheet327.xlsx"/></Relationships>
</file>

<file path=ppt/charts/_rels/chart328.xml.rels><?xml version='1.0' encoding='UTF-8' standalone='yes'?>
<Relationships xmlns="http://schemas.openxmlformats.org/package/2006/relationships"><Relationship Id="rId1" Type="http://schemas.openxmlformats.org/officeDocument/2006/relationships/package" Target="../embeddings/Microsoft_Excel_Worksheet328.xlsx"/></Relationships>
</file>

<file path=ppt/charts/_rels/chart329.xml.rels><?xml version='1.0' encoding='UTF-8' standalone='yes'?>
<Relationships xmlns="http://schemas.openxmlformats.org/package/2006/relationships"><Relationship Id="rId1" Type="http://schemas.openxmlformats.org/officeDocument/2006/relationships/package" Target="../embeddings/Microsoft_Excel_Worksheet329.xlsx"/></Relationships>
</file>

<file path=ppt/charts/_rels/chart330.xml.rels><?xml version='1.0' encoding='UTF-8' standalone='yes'?>
<Relationships xmlns="http://schemas.openxmlformats.org/package/2006/relationships"><Relationship Id="rId1" Type="http://schemas.openxmlformats.org/officeDocument/2006/relationships/package" Target="../embeddings/Microsoft_Excel_Worksheet330.xlsx"/></Relationships>
</file>

<file path=ppt/charts/_rels/chart331.xml.rels><?xml version='1.0' encoding='UTF-8' standalone='yes'?>
<Relationships xmlns="http://schemas.openxmlformats.org/package/2006/relationships"><Relationship Id="rId1" Type="http://schemas.openxmlformats.org/officeDocument/2006/relationships/package" Target="../embeddings/Microsoft_Excel_Worksheet331.xlsx"/></Relationships>
</file>

<file path=ppt/charts/_rels/chart332.xml.rels><?xml version='1.0' encoding='UTF-8' standalone='yes'?>
<Relationships xmlns="http://schemas.openxmlformats.org/package/2006/relationships"><Relationship Id="rId1" Type="http://schemas.openxmlformats.org/officeDocument/2006/relationships/package" Target="../embeddings/Microsoft_Excel_Worksheet332.xlsx"/></Relationships>
</file>

<file path=ppt/charts/_rels/chart333.xml.rels><?xml version='1.0' encoding='UTF-8' standalone='yes'?>
<Relationships xmlns="http://schemas.openxmlformats.org/package/2006/relationships"><Relationship Id="rId1" Type="http://schemas.openxmlformats.org/officeDocument/2006/relationships/package" Target="../embeddings/Microsoft_Excel_Worksheet333.xlsx"/></Relationships>
</file>

<file path=ppt/charts/_rels/chart334.xml.rels><?xml version='1.0' encoding='UTF-8' standalone='yes'?>
<Relationships xmlns="http://schemas.openxmlformats.org/package/2006/relationships"><Relationship Id="rId1" Type="http://schemas.openxmlformats.org/officeDocument/2006/relationships/package" Target="../embeddings/Microsoft_Excel_Worksheet334.xlsx"/></Relationships>
</file>

<file path=ppt/charts/_rels/chart335.xml.rels><?xml version='1.0' encoding='UTF-8' standalone='yes'?>
<Relationships xmlns="http://schemas.openxmlformats.org/package/2006/relationships"><Relationship Id="rId1" Type="http://schemas.openxmlformats.org/officeDocument/2006/relationships/package" Target="../embeddings/Microsoft_Excel_Worksheet335.xlsx"/></Relationships>
</file>

<file path=ppt/charts/_rels/chart341.xml.rels><?xml version='1.0' encoding='UTF-8' standalone='yes'?>
<Relationships xmlns="http://schemas.openxmlformats.org/package/2006/relationships"><Relationship Id="rId1" Type="http://schemas.openxmlformats.org/officeDocument/2006/relationships/package" Target="../embeddings/Microsoft_Excel_Worksheet341.xlsx"/></Relationships>
</file>

<file path=ppt/charts/_rels/chart342.xml.rels><?xml version='1.0' encoding='UTF-8' standalone='yes'?>
<Relationships xmlns="http://schemas.openxmlformats.org/package/2006/relationships"><Relationship Id="rId1" Type="http://schemas.openxmlformats.org/officeDocument/2006/relationships/package" Target="../embeddings/Microsoft_Excel_Worksheet342.xlsx"/></Relationships>
</file>

<file path=ppt/charts/_rels/chart343.xml.rels><?xml version='1.0' encoding='UTF-8' standalone='yes'?>
<Relationships xmlns="http://schemas.openxmlformats.org/package/2006/relationships"><Relationship Id="rId1" Type="http://schemas.openxmlformats.org/officeDocument/2006/relationships/package" Target="../embeddings/Microsoft_Excel_Worksheet343.xlsx"/></Relationships>
</file>

<file path=ppt/charts/_rels/chart344.xml.rels><?xml version='1.0' encoding='UTF-8' standalone='yes'?>
<Relationships xmlns="http://schemas.openxmlformats.org/package/2006/relationships"><Relationship Id="rId1" Type="http://schemas.openxmlformats.org/officeDocument/2006/relationships/package" Target="../embeddings/Microsoft_Excel_Worksheet344.xlsx"/></Relationships>
</file>

<file path=ppt/charts/_rels/chart345.xml.rels><?xml version='1.0' encoding='UTF-8' standalone='yes'?>
<Relationships xmlns="http://schemas.openxmlformats.org/package/2006/relationships"><Relationship Id="rId1" Type="http://schemas.openxmlformats.org/officeDocument/2006/relationships/package" Target="../embeddings/Microsoft_Excel_Worksheet345.xlsx"/></Relationships>
</file>

<file path=ppt/charts/_rels/chart346.xml.rels><?xml version='1.0' encoding='UTF-8' standalone='yes'?>
<Relationships xmlns="http://schemas.openxmlformats.org/package/2006/relationships"><Relationship Id="rId1" Type="http://schemas.openxmlformats.org/officeDocument/2006/relationships/package" Target="../embeddings/Microsoft_Excel_Worksheet346.xlsx"/></Relationships>
</file>

<file path=ppt/charts/_rels/chart347.xml.rels><?xml version='1.0' encoding='UTF-8' standalone='yes'?>
<Relationships xmlns="http://schemas.openxmlformats.org/package/2006/relationships"><Relationship Id="rId1" Type="http://schemas.openxmlformats.org/officeDocument/2006/relationships/package" Target="../embeddings/Microsoft_Excel_Worksheet347.xlsx"/></Relationships>
</file>

<file path=ppt/charts/_rels/chart348.xml.rels><?xml version='1.0' encoding='UTF-8' standalone='yes'?>
<Relationships xmlns="http://schemas.openxmlformats.org/package/2006/relationships"><Relationship Id="rId1" Type="http://schemas.openxmlformats.org/officeDocument/2006/relationships/package" Target="../embeddings/Microsoft_Excel_Worksheet348.xlsx"/></Relationships>
</file>

<file path=ppt/charts/_rels/chart349.xml.rels><?xml version='1.0' encoding='UTF-8' standalone='yes'?>
<Relationships xmlns="http://schemas.openxmlformats.org/package/2006/relationships"><Relationship Id="rId1" Type="http://schemas.openxmlformats.org/officeDocument/2006/relationships/package" Target="../embeddings/Microsoft_Excel_Worksheet349.xlsx"/></Relationships>
</file>

<file path=ppt/charts/_rels/chart350.xml.rels><?xml version='1.0' encoding='UTF-8' standalone='yes'?>
<Relationships xmlns="http://schemas.openxmlformats.org/package/2006/relationships"><Relationship Id="rId1" Type="http://schemas.openxmlformats.org/officeDocument/2006/relationships/package" Target="../embeddings/Microsoft_Excel_Worksheet350.xlsx"/></Relationships>
</file>

<file path=ppt/charts/_rels/chart351.xml.rels><?xml version='1.0' encoding='UTF-8' standalone='yes'?>
<Relationships xmlns="http://schemas.openxmlformats.org/package/2006/relationships"><Relationship Id="rId1" Type="http://schemas.openxmlformats.org/officeDocument/2006/relationships/package" Target="../embeddings/Microsoft_Excel_Worksheet351.xlsx"/></Relationships>
</file>

<file path=ppt/charts/_rels/chart352.xml.rels><?xml version='1.0' encoding='UTF-8' standalone='yes'?>
<Relationships xmlns="http://schemas.openxmlformats.org/package/2006/relationships"><Relationship Id="rId1" Type="http://schemas.openxmlformats.org/officeDocument/2006/relationships/package" Target="../embeddings/Microsoft_Excel_Worksheet352.xlsx"/></Relationships>
</file>

<file path=ppt/charts/_rels/chart353.xml.rels><?xml version='1.0' encoding='UTF-8' standalone='yes'?>
<Relationships xmlns="http://schemas.openxmlformats.org/package/2006/relationships"><Relationship Id="rId1" Type="http://schemas.openxmlformats.org/officeDocument/2006/relationships/package" Target="../embeddings/Microsoft_Excel_Worksheet353.xlsx"/></Relationships>
</file>

<file path=ppt/charts/_rels/chart354.xml.rels><?xml version='1.0' encoding='UTF-8' standalone='yes'?>
<Relationships xmlns="http://schemas.openxmlformats.org/package/2006/relationships"><Relationship Id="rId1" Type="http://schemas.openxmlformats.org/officeDocument/2006/relationships/package" Target="../embeddings/Microsoft_Excel_Worksheet354.xlsx"/></Relationships>
</file>

<file path=ppt/charts/_rels/chart355.xml.rels><?xml version='1.0' encoding='UTF-8' standalone='yes'?>
<Relationships xmlns="http://schemas.openxmlformats.org/package/2006/relationships"><Relationship Id="rId1" Type="http://schemas.openxmlformats.org/officeDocument/2006/relationships/package" Target="../embeddings/Microsoft_Excel_Worksheet355.xlsx"/></Relationships>
</file>

<file path=ppt/charts/_rels/chart356.xml.rels><?xml version='1.0' encoding='UTF-8' standalone='yes'?>
<Relationships xmlns="http://schemas.openxmlformats.org/package/2006/relationships"><Relationship Id="rId1" Type="http://schemas.openxmlformats.org/officeDocument/2006/relationships/package" Target="../embeddings/Microsoft_Excel_Worksheet356.xlsx"/></Relationships>
</file>

<file path=ppt/charts/_rels/chart357.xml.rels><?xml version='1.0' encoding='UTF-8' standalone='yes'?>
<Relationships xmlns="http://schemas.openxmlformats.org/package/2006/relationships"><Relationship Id="rId1" Type="http://schemas.openxmlformats.org/officeDocument/2006/relationships/package" Target="../embeddings/Microsoft_Excel_Worksheet357.xlsx"/></Relationships>
</file>

<file path=ppt/charts/_rels/chart358.xml.rels><?xml version='1.0' encoding='UTF-8' standalone='yes'?>
<Relationships xmlns="http://schemas.openxmlformats.org/package/2006/relationships"><Relationship Id="rId1" Type="http://schemas.openxmlformats.org/officeDocument/2006/relationships/package" Target="../embeddings/Microsoft_Excel_Worksheet358.xlsx"/></Relationships>
</file>

<file path=ppt/charts/_rels/chart359.xml.rels><?xml version='1.0' encoding='UTF-8' standalone='yes'?>
<Relationships xmlns="http://schemas.openxmlformats.org/package/2006/relationships"><Relationship Id="rId1" Type="http://schemas.openxmlformats.org/officeDocument/2006/relationships/package" Target="../embeddings/Microsoft_Excel_Worksheet359.xlsx"/></Relationships>
</file>

<file path=ppt/charts/_rels/chart360.xml.rels><?xml version='1.0' encoding='UTF-8' standalone='yes'?>
<Relationships xmlns="http://schemas.openxmlformats.org/package/2006/relationships"><Relationship Id="rId1" Type="http://schemas.openxmlformats.org/officeDocument/2006/relationships/package" Target="../embeddings/Microsoft_Excel_Worksheet360.xlsx"/></Relationships>
</file>

<file path=ppt/charts/_rels/chart367.xml.rels><?xml version='1.0' encoding='UTF-8' standalone='yes'?>
<Relationships xmlns="http://schemas.openxmlformats.org/package/2006/relationships"><Relationship Id="rId1" Type="http://schemas.openxmlformats.org/officeDocument/2006/relationships/package" Target="../embeddings/Microsoft_Excel_Worksheet367.xlsx"/></Relationships>
</file>

<file path=ppt/charts/_rels/chart368.xml.rels><?xml version='1.0' encoding='UTF-8' standalone='yes'?>
<Relationships xmlns="http://schemas.openxmlformats.org/package/2006/relationships"><Relationship Id="rId1" Type="http://schemas.openxmlformats.org/officeDocument/2006/relationships/package" Target="../embeddings/Microsoft_Excel_Worksheet368.xlsx"/></Relationships>
</file>

<file path=ppt/charts/_rels/chart369.xml.rels><?xml version='1.0' encoding='UTF-8' standalone='yes'?>
<Relationships xmlns="http://schemas.openxmlformats.org/package/2006/relationships"><Relationship Id="rId1" Type="http://schemas.openxmlformats.org/officeDocument/2006/relationships/package" Target="../embeddings/Microsoft_Excel_Worksheet369.xlsx"/></Relationships>
</file>

<file path=ppt/charts/_rels/chart370.xml.rels><?xml version='1.0' encoding='UTF-8' standalone='yes'?>
<Relationships xmlns="http://schemas.openxmlformats.org/package/2006/relationships"><Relationship Id="rId1" Type="http://schemas.openxmlformats.org/officeDocument/2006/relationships/package" Target="../embeddings/Microsoft_Excel_Worksheet370.xlsx"/></Relationships>
</file>

<file path=ppt/charts/_rels/chart371.xml.rels><?xml version='1.0' encoding='UTF-8' standalone='yes'?>
<Relationships xmlns="http://schemas.openxmlformats.org/package/2006/relationships"><Relationship Id="rId1" Type="http://schemas.openxmlformats.org/officeDocument/2006/relationships/package" Target="../embeddings/Microsoft_Excel_Worksheet371.xlsx"/></Relationships>
</file>

<file path=ppt/charts/_rels/chart372.xml.rels><?xml version='1.0' encoding='UTF-8' standalone='yes'?>
<Relationships xmlns="http://schemas.openxmlformats.org/package/2006/relationships"><Relationship Id="rId1" Type="http://schemas.openxmlformats.org/officeDocument/2006/relationships/package" Target="../embeddings/Microsoft_Excel_Worksheet372.xlsx"/></Relationships>
</file>

<file path=ppt/charts/_rels/chart373.xml.rels><?xml version='1.0' encoding='UTF-8' standalone='yes'?>
<Relationships xmlns="http://schemas.openxmlformats.org/package/2006/relationships"><Relationship Id="rId1" Type="http://schemas.openxmlformats.org/officeDocument/2006/relationships/package" Target="../embeddings/Microsoft_Excel_Worksheet373.xlsx"/></Relationships>
</file>

<file path=ppt/charts/_rels/chart374.xml.rels><?xml version='1.0' encoding='UTF-8' standalone='yes'?>
<Relationships xmlns="http://schemas.openxmlformats.org/package/2006/relationships"><Relationship Id="rId1" Type="http://schemas.openxmlformats.org/officeDocument/2006/relationships/package" Target="../embeddings/Microsoft_Excel_Worksheet374.xlsx"/></Relationships>
</file>

<file path=ppt/charts/_rels/chart375.xml.rels><?xml version='1.0' encoding='UTF-8' standalone='yes'?>
<Relationships xmlns="http://schemas.openxmlformats.org/package/2006/relationships"><Relationship Id="rId1" Type="http://schemas.openxmlformats.org/officeDocument/2006/relationships/package" Target="../embeddings/Microsoft_Excel_Worksheet375.xlsx"/></Relationships>
</file>

<file path=ppt/charts/_rels/chart376.xml.rels><?xml version='1.0' encoding='UTF-8' standalone='yes'?>
<Relationships xmlns="http://schemas.openxmlformats.org/package/2006/relationships"><Relationship Id="rId1" Type="http://schemas.openxmlformats.org/officeDocument/2006/relationships/package" Target="../embeddings/Microsoft_Excel_Worksheet376.xlsx"/></Relationships>
</file>

<file path=ppt/charts/_rels/chart377.xml.rels><?xml version='1.0' encoding='UTF-8' standalone='yes'?>
<Relationships xmlns="http://schemas.openxmlformats.org/package/2006/relationships"><Relationship Id="rId1" Type="http://schemas.openxmlformats.org/officeDocument/2006/relationships/package" Target="../embeddings/Microsoft_Excel_Worksheet377.xlsx"/></Relationships>
</file>

<file path=ppt/charts/_rels/chart378.xml.rels><?xml version='1.0' encoding='UTF-8' standalone='yes'?>
<Relationships xmlns="http://schemas.openxmlformats.org/package/2006/relationships"><Relationship Id="rId1" Type="http://schemas.openxmlformats.org/officeDocument/2006/relationships/package" Target="../embeddings/Microsoft_Excel_Worksheet378.xlsx"/></Relationships>
</file>

<file path=ppt/charts/_rels/chart379.xml.rels><?xml version='1.0' encoding='UTF-8' standalone='yes'?>
<Relationships xmlns="http://schemas.openxmlformats.org/package/2006/relationships"><Relationship Id="rId1" Type="http://schemas.openxmlformats.org/officeDocument/2006/relationships/package" Target="../embeddings/Microsoft_Excel_Worksheet379.xlsx"/></Relationships>
</file>

<file path=ppt/charts/_rels/chart380.xml.rels><?xml version='1.0' encoding='UTF-8' standalone='yes'?>
<Relationships xmlns="http://schemas.openxmlformats.org/package/2006/relationships"><Relationship Id="rId1" Type="http://schemas.openxmlformats.org/officeDocument/2006/relationships/package" Target="../embeddings/Microsoft_Excel_Worksheet380.xlsx"/></Relationships>
</file>

<file path=ppt/charts/_rels/chart381.xml.rels><?xml version='1.0' encoding='UTF-8' standalone='yes'?>
<Relationships xmlns="http://schemas.openxmlformats.org/package/2006/relationships"><Relationship Id="rId1" Type="http://schemas.openxmlformats.org/officeDocument/2006/relationships/package" Target="../embeddings/Microsoft_Excel_Worksheet381.xlsx"/></Relationships>
</file>

<file path=ppt/charts/_rels/chart382.xml.rels><?xml version='1.0' encoding='UTF-8' standalone='yes'?>
<Relationships xmlns="http://schemas.openxmlformats.org/package/2006/relationships"><Relationship Id="rId1" Type="http://schemas.openxmlformats.org/officeDocument/2006/relationships/package" Target="../embeddings/Microsoft_Excel_Worksheet382.xlsx"/></Relationships>
</file>

<file path=ppt/charts/_rels/chart383.xml.rels><?xml version='1.0' encoding='UTF-8' standalone='yes'?>
<Relationships xmlns="http://schemas.openxmlformats.org/package/2006/relationships"><Relationship Id="rId1" Type="http://schemas.openxmlformats.org/officeDocument/2006/relationships/package" Target="../embeddings/Microsoft_Excel_Worksheet383.xlsx"/></Relationships>
</file>

<file path=ppt/charts/_rels/chart384.xml.rels><?xml version='1.0' encoding='UTF-8' standalone='yes'?>
<Relationships xmlns="http://schemas.openxmlformats.org/package/2006/relationships"><Relationship Id="rId1" Type="http://schemas.openxmlformats.org/officeDocument/2006/relationships/package" Target="../embeddings/Microsoft_Excel_Worksheet384.xlsx"/></Relationships>
</file>

<file path=ppt/charts/_rels/chart385.xml.rels><?xml version='1.0' encoding='UTF-8' standalone='yes'?>
<Relationships xmlns="http://schemas.openxmlformats.org/package/2006/relationships"><Relationship Id="rId1" Type="http://schemas.openxmlformats.org/officeDocument/2006/relationships/package" Target="../embeddings/Microsoft_Excel_Worksheet385.xlsx"/></Relationships>
</file>

<file path=ppt/charts/_rels/chart386.xml.rels><?xml version='1.0' encoding='UTF-8' standalone='yes'?>
<Relationships xmlns="http://schemas.openxmlformats.org/package/2006/relationships"><Relationship Id="rId1" Type="http://schemas.openxmlformats.org/officeDocument/2006/relationships/package" Target="../embeddings/Microsoft_Excel_Worksheet386.xlsx"/></Relationships>
</file>

<file path=ppt/charts/_rels/chart393.xml.rels><?xml version='1.0' encoding='UTF-8' standalone='yes'?>
<Relationships xmlns="http://schemas.openxmlformats.org/package/2006/relationships"><Relationship Id="rId1" Type="http://schemas.openxmlformats.org/officeDocument/2006/relationships/package" Target="../embeddings/Microsoft_Excel_Worksheet393.xlsx"/></Relationships>
</file>

<file path=ppt/charts/_rels/chart394.xml.rels><?xml version='1.0' encoding='UTF-8' standalone='yes'?>
<Relationships xmlns="http://schemas.openxmlformats.org/package/2006/relationships"><Relationship Id="rId1" Type="http://schemas.openxmlformats.org/officeDocument/2006/relationships/package" Target="../embeddings/Microsoft_Excel_Worksheet394.xlsx"/></Relationships>
</file>

<file path=ppt/charts/_rels/chart395.xml.rels><?xml version='1.0' encoding='UTF-8' standalone='yes'?>
<Relationships xmlns="http://schemas.openxmlformats.org/package/2006/relationships"><Relationship Id="rId1" Type="http://schemas.openxmlformats.org/officeDocument/2006/relationships/package" Target="../embeddings/Microsoft_Excel_Worksheet395.xlsx"/></Relationships>
</file>

<file path=ppt/charts/_rels/chart396.xml.rels><?xml version='1.0' encoding='UTF-8' standalone='yes'?>
<Relationships xmlns="http://schemas.openxmlformats.org/package/2006/relationships"><Relationship Id="rId1" Type="http://schemas.openxmlformats.org/officeDocument/2006/relationships/package" Target="../embeddings/Microsoft_Excel_Worksheet396.xlsx"/></Relationships>
</file>

<file path=ppt/charts/_rels/chart397.xml.rels><?xml version='1.0' encoding='UTF-8' standalone='yes'?>
<Relationships xmlns="http://schemas.openxmlformats.org/package/2006/relationships"><Relationship Id="rId1" Type="http://schemas.openxmlformats.org/officeDocument/2006/relationships/package" Target="../embeddings/Microsoft_Excel_Worksheet397.xlsx"/></Relationships>
</file>

<file path=ppt/charts/_rels/chart398.xml.rels><?xml version='1.0' encoding='UTF-8' standalone='yes'?>
<Relationships xmlns="http://schemas.openxmlformats.org/package/2006/relationships"><Relationship Id="rId1" Type="http://schemas.openxmlformats.org/officeDocument/2006/relationships/package" Target="../embeddings/Microsoft_Excel_Worksheet398.xlsx"/></Relationships>
</file>

<file path=ppt/charts/_rels/chart399.xml.rels><?xml version='1.0' encoding='UTF-8' standalone='yes'?>
<Relationships xmlns="http://schemas.openxmlformats.org/package/2006/relationships"><Relationship Id="rId1" Type="http://schemas.openxmlformats.org/officeDocument/2006/relationships/package" Target="../embeddings/Microsoft_Excel_Worksheet399.xlsx"/></Relationships>
</file>

<file path=ppt/charts/_rels/chart400.xml.rels><?xml version='1.0' encoding='UTF-8' standalone='yes'?>
<Relationships xmlns="http://schemas.openxmlformats.org/package/2006/relationships"><Relationship Id="rId1" Type="http://schemas.openxmlformats.org/officeDocument/2006/relationships/package" Target="../embeddings/Microsoft_Excel_Worksheet400.xlsx"/></Relationships>
</file>

<file path=ppt/charts/_rels/chart401.xml.rels><?xml version='1.0' encoding='UTF-8' standalone='yes'?>
<Relationships xmlns="http://schemas.openxmlformats.org/package/2006/relationships"><Relationship Id="rId1" Type="http://schemas.openxmlformats.org/officeDocument/2006/relationships/package" Target="../embeddings/Microsoft_Excel_Worksheet401.xlsx"/></Relationships>
</file>

<file path=ppt/charts/_rels/chart402.xml.rels><?xml version='1.0' encoding='UTF-8' standalone='yes'?>
<Relationships xmlns="http://schemas.openxmlformats.org/package/2006/relationships"><Relationship Id="rId1" Type="http://schemas.openxmlformats.org/officeDocument/2006/relationships/package" Target="../embeddings/Microsoft_Excel_Worksheet402.xlsx"/></Relationships>
</file>

<file path=ppt/charts/_rels/chart403.xml.rels><?xml version='1.0' encoding='UTF-8' standalone='yes'?>
<Relationships xmlns="http://schemas.openxmlformats.org/package/2006/relationships"><Relationship Id="rId1" Type="http://schemas.openxmlformats.org/officeDocument/2006/relationships/package" Target="../embeddings/Microsoft_Excel_Worksheet403.xlsx"/></Relationships>
</file>

<file path=ppt/charts/_rels/chart404.xml.rels><?xml version='1.0' encoding='UTF-8' standalone='yes'?>
<Relationships xmlns="http://schemas.openxmlformats.org/package/2006/relationships"><Relationship Id="rId1" Type="http://schemas.openxmlformats.org/officeDocument/2006/relationships/package" Target="../embeddings/Microsoft_Excel_Worksheet404.xlsx"/></Relationships>
</file>

<file path=ppt/charts/_rels/chart405.xml.rels><?xml version='1.0' encoding='UTF-8' standalone='yes'?>
<Relationships xmlns="http://schemas.openxmlformats.org/package/2006/relationships"><Relationship Id="rId1" Type="http://schemas.openxmlformats.org/officeDocument/2006/relationships/package" Target="../embeddings/Microsoft_Excel_Worksheet405.xlsx"/></Relationships>
</file>

<file path=ppt/charts/_rels/chart406.xml.rels><?xml version='1.0' encoding='UTF-8' standalone='yes'?>
<Relationships xmlns="http://schemas.openxmlformats.org/package/2006/relationships"><Relationship Id="rId1" Type="http://schemas.openxmlformats.org/officeDocument/2006/relationships/package" Target="../embeddings/Microsoft_Excel_Worksheet406.xlsx"/></Relationships>
</file>

<file path=ppt/charts/_rels/chart407.xml.rels><?xml version='1.0' encoding='UTF-8' standalone='yes'?>
<Relationships xmlns="http://schemas.openxmlformats.org/package/2006/relationships"><Relationship Id="rId1" Type="http://schemas.openxmlformats.org/officeDocument/2006/relationships/package" Target="../embeddings/Microsoft_Excel_Worksheet407.xlsx"/></Relationships>
</file>

<file path=ppt/charts/_rels/chart408.xml.rels><?xml version='1.0' encoding='UTF-8' standalone='yes'?>
<Relationships xmlns="http://schemas.openxmlformats.org/package/2006/relationships"><Relationship Id="rId1" Type="http://schemas.openxmlformats.org/officeDocument/2006/relationships/package" Target="../embeddings/Microsoft_Excel_Worksheet408.xlsx"/></Relationships>
</file>

<file path=ppt/charts/_rels/chart409.xml.rels><?xml version='1.0' encoding='UTF-8' standalone='yes'?>
<Relationships xmlns="http://schemas.openxmlformats.org/package/2006/relationships"><Relationship Id="rId1" Type="http://schemas.openxmlformats.org/officeDocument/2006/relationships/package" Target="../embeddings/Microsoft_Excel_Worksheet409.xlsx"/></Relationships>
</file>

<file path=ppt/charts/_rels/chart410.xml.rels><?xml version='1.0' encoding='UTF-8' standalone='yes'?>
<Relationships xmlns="http://schemas.openxmlformats.org/package/2006/relationships"><Relationship Id="rId1" Type="http://schemas.openxmlformats.org/officeDocument/2006/relationships/package" Target="../embeddings/Microsoft_Excel_Worksheet410.xlsx"/></Relationships>
</file>

<file path=ppt/charts/_rels/chart411.xml.rels><?xml version='1.0' encoding='UTF-8' standalone='yes'?>
<Relationships xmlns="http://schemas.openxmlformats.org/package/2006/relationships"><Relationship Id="rId1" Type="http://schemas.openxmlformats.org/officeDocument/2006/relationships/package" Target="../embeddings/Microsoft_Excel_Worksheet411.xlsx"/></Relationships>
</file>

<file path=ppt/charts/_rels/chart412.xml.rels><?xml version='1.0' encoding='UTF-8' standalone='yes'?>
<Relationships xmlns="http://schemas.openxmlformats.org/package/2006/relationships"><Relationship Id="rId1" Type="http://schemas.openxmlformats.org/officeDocument/2006/relationships/package" Target="../embeddings/Microsoft_Excel_Worksheet412.xlsx"/></Relationships>
</file>

<file path=ppt/charts/_rels/chart419.xml.rels><?xml version='1.0' encoding='UTF-8' standalone='yes'?>
<Relationships xmlns="http://schemas.openxmlformats.org/package/2006/relationships"><Relationship Id="rId1" Type="http://schemas.openxmlformats.org/officeDocument/2006/relationships/package" Target="../embeddings/Microsoft_Excel_Worksheet419.xlsx"/></Relationships>
</file>

<file path=ppt/charts/_rels/chart420.xml.rels><?xml version='1.0' encoding='UTF-8' standalone='yes'?>
<Relationships xmlns="http://schemas.openxmlformats.org/package/2006/relationships"><Relationship Id="rId1" Type="http://schemas.openxmlformats.org/officeDocument/2006/relationships/package" Target="../embeddings/Microsoft_Excel_Worksheet420.xlsx"/></Relationships>
</file>

<file path=ppt/charts/_rels/chart421.xml.rels><?xml version='1.0' encoding='UTF-8' standalone='yes'?>
<Relationships xmlns="http://schemas.openxmlformats.org/package/2006/relationships"><Relationship Id="rId1" Type="http://schemas.openxmlformats.org/officeDocument/2006/relationships/package" Target="../embeddings/Microsoft_Excel_Worksheet421.xlsx"/></Relationships>
</file>

<file path=ppt/charts/_rels/chart422.xml.rels><?xml version='1.0' encoding='UTF-8' standalone='yes'?>
<Relationships xmlns="http://schemas.openxmlformats.org/package/2006/relationships"><Relationship Id="rId1" Type="http://schemas.openxmlformats.org/officeDocument/2006/relationships/package" Target="../embeddings/Microsoft_Excel_Worksheet422.xlsx"/></Relationships>
</file>

<file path=ppt/charts/_rels/chart423.xml.rels><?xml version='1.0' encoding='UTF-8' standalone='yes'?>
<Relationships xmlns="http://schemas.openxmlformats.org/package/2006/relationships"><Relationship Id="rId1" Type="http://schemas.openxmlformats.org/officeDocument/2006/relationships/package" Target="../embeddings/Microsoft_Excel_Worksheet423.xlsx"/></Relationships>
</file>

<file path=ppt/charts/_rels/chart424.xml.rels><?xml version='1.0' encoding='UTF-8' standalone='yes'?>
<Relationships xmlns="http://schemas.openxmlformats.org/package/2006/relationships"><Relationship Id="rId1" Type="http://schemas.openxmlformats.org/officeDocument/2006/relationships/package" Target="../embeddings/Microsoft_Excel_Worksheet424.xlsx"/></Relationships>
</file>

<file path=ppt/charts/_rels/chart425.xml.rels><?xml version='1.0' encoding='UTF-8' standalone='yes'?>
<Relationships xmlns="http://schemas.openxmlformats.org/package/2006/relationships"><Relationship Id="rId1" Type="http://schemas.openxmlformats.org/officeDocument/2006/relationships/package" Target="../embeddings/Microsoft_Excel_Worksheet425.xlsx"/></Relationships>
</file>

<file path=ppt/charts/_rels/chart426.xml.rels><?xml version='1.0' encoding='UTF-8' standalone='yes'?>
<Relationships xmlns="http://schemas.openxmlformats.org/package/2006/relationships"><Relationship Id="rId1" Type="http://schemas.openxmlformats.org/officeDocument/2006/relationships/package" Target="../embeddings/Microsoft_Excel_Worksheet426.xlsx"/></Relationships>
</file>

<file path=ppt/charts/_rels/chart427.xml.rels><?xml version='1.0' encoding='UTF-8' standalone='yes'?>
<Relationships xmlns="http://schemas.openxmlformats.org/package/2006/relationships"><Relationship Id="rId1" Type="http://schemas.openxmlformats.org/officeDocument/2006/relationships/package" Target="../embeddings/Microsoft_Excel_Worksheet427.xlsx"/></Relationships>
</file>

<file path=ppt/charts/_rels/chart428.xml.rels><?xml version='1.0' encoding='UTF-8' standalone='yes'?>
<Relationships xmlns="http://schemas.openxmlformats.org/package/2006/relationships"><Relationship Id="rId1" Type="http://schemas.openxmlformats.org/officeDocument/2006/relationships/package" Target="../embeddings/Microsoft_Excel_Worksheet428.xlsx"/></Relationships>
</file>

<file path=ppt/charts/_rels/chart429.xml.rels><?xml version='1.0' encoding='UTF-8' standalone='yes'?>
<Relationships xmlns="http://schemas.openxmlformats.org/package/2006/relationships"><Relationship Id="rId1" Type="http://schemas.openxmlformats.org/officeDocument/2006/relationships/package" Target="../embeddings/Microsoft_Excel_Worksheet429.xlsx"/></Relationships>
</file>

<file path=ppt/charts/_rels/chart430.xml.rels><?xml version='1.0' encoding='UTF-8' standalone='yes'?>
<Relationships xmlns="http://schemas.openxmlformats.org/package/2006/relationships"><Relationship Id="rId1" Type="http://schemas.openxmlformats.org/officeDocument/2006/relationships/package" Target="../embeddings/Microsoft_Excel_Worksheet430.xlsx"/></Relationships>
</file>

<file path=ppt/charts/_rels/chart431.xml.rels><?xml version='1.0' encoding='UTF-8' standalone='yes'?>
<Relationships xmlns="http://schemas.openxmlformats.org/package/2006/relationships"><Relationship Id="rId1" Type="http://schemas.openxmlformats.org/officeDocument/2006/relationships/package" Target="../embeddings/Microsoft_Excel_Worksheet431.xlsx"/></Relationships>
</file>

<file path=ppt/charts/_rels/chart432.xml.rels><?xml version='1.0' encoding='UTF-8' standalone='yes'?>
<Relationships xmlns="http://schemas.openxmlformats.org/package/2006/relationships"><Relationship Id="rId1" Type="http://schemas.openxmlformats.org/officeDocument/2006/relationships/package" Target="../embeddings/Microsoft_Excel_Worksheet432.xlsx"/></Relationships>
</file>

<file path=ppt/charts/_rels/chart433.xml.rels><?xml version='1.0' encoding='UTF-8' standalone='yes'?>
<Relationships xmlns="http://schemas.openxmlformats.org/package/2006/relationships"><Relationship Id="rId1" Type="http://schemas.openxmlformats.org/officeDocument/2006/relationships/package" Target="../embeddings/Microsoft_Excel_Worksheet433.xlsx"/></Relationships>
</file>

<file path=ppt/charts/_rels/chart434.xml.rels><?xml version='1.0' encoding='UTF-8' standalone='yes'?>
<Relationships xmlns="http://schemas.openxmlformats.org/package/2006/relationships"><Relationship Id="rId1" Type="http://schemas.openxmlformats.org/officeDocument/2006/relationships/package" Target="../embeddings/Microsoft_Excel_Worksheet434.xlsx"/></Relationships>
</file>

<file path=ppt/charts/_rels/chart435.xml.rels><?xml version='1.0' encoding='UTF-8' standalone='yes'?>
<Relationships xmlns="http://schemas.openxmlformats.org/package/2006/relationships"><Relationship Id="rId1" Type="http://schemas.openxmlformats.org/officeDocument/2006/relationships/package" Target="../embeddings/Microsoft_Excel_Worksheet435.xlsx"/></Relationships>
</file>

<file path=ppt/charts/_rels/chart436.xml.rels><?xml version='1.0' encoding='UTF-8' standalone='yes'?>
<Relationships xmlns="http://schemas.openxmlformats.org/package/2006/relationships"><Relationship Id="rId1" Type="http://schemas.openxmlformats.org/officeDocument/2006/relationships/package" Target="../embeddings/Microsoft_Excel_Worksheet436.xlsx"/></Relationships>
</file>

<file path=ppt/charts/_rels/chart437.xml.rels><?xml version='1.0' encoding='UTF-8' standalone='yes'?>
<Relationships xmlns="http://schemas.openxmlformats.org/package/2006/relationships"><Relationship Id="rId1" Type="http://schemas.openxmlformats.org/officeDocument/2006/relationships/package" Target="../embeddings/Microsoft_Excel_Worksheet437.xlsx"/></Relationships>
</file>

<file path=ppt/charts/_rels/chart438.xml.rels><?xml version='1.0' encoding='UTF-8' standalone='yes'?>
<Relationships xmlns="http://schemas.openxmlformats.org/package/2006/relationships"><Relationship Id="rId1" Type="http://schemas.openxmlformats.org/officeDocument/2006/relationships/package" Target="../embeddings/Microsoft_Excel_Worksheet438.xlsx"/></Relationships>
</file>

<file path=ppt/charts/_rels/chart445.xml.rels><?xml version='1.0' encoding='UTF-8' standalone='yes'?>
<Relationships xmlns="http://schemas.openxmlformats.org/package/2006/relationships"><Relationship Id="rId1" Type="http://schemas.openxmlformats.org/officeDocument/2006/relationships/package" Target="../embeddings/Microsoft_Excel_Worksheet445.xlsx"/></Relationships>
</file>

<file path=ppt/charts/_rels/chart446.xml.rels><?xml version='1.0' encoding='UTF-8' standalone='yes'?>
<Relationships xmlns="http://schemas.openxmlformats.org/package/2006/relationships"><Relationship Id="rId1" Type="http://schemas.openxmlformats.org/officeDocument/2006/relationships/package" Target="../embeddings/Microsoft_Excel_Worksheet446.xlsx"/></Relationships>
</file>

<file path=ppt/charts/_rels/chart447.xml.rels><?xml version='1.0' encoding='UTF-8' standalone='yes'?>
<Relationships xmlns="http://schemas.openxmlformats.org/package/2006/relationships"><Relationship Id="rId1" Type="http://schemas.openxmlformats.org/officeDocument/2006/relationships/package" Target="../embeddings/Microsoft_Excel_Worksheet447.xlsx"/></Relationships>
</file>

<file path=ppt/charts/_rels/chart448.xml.rels><?xml version='1.0' encoding='UTF-8' standalone='yes'?>
<Relationships xmlns="http://schemas.openxmlformats.org/package/2006/relationships"><Relationship Id="rId1" Type="http://schemas.openxmlformats.org/officeDocument/2006/relationships/package" Target="../embeddings/Microsoft_Excel_Worksheet448.xlsx"/></Relationships>
</file>

<file path=ppt/charts/_rels/chart449.xml.rels><?xml version='1.0' encoding='UTF-8' standalone='yes'?>
<Relationships xmlns="http://schemas.openxmlformats.org/package/2006/relationships"><Relationship Id="rId1" Type="http://schemas.openxmlformats.org/officeDocument/2006/relationships/package" Target="../embeddings/Microsoft_Excel_Worksheet449.xlsx"/></Relationships>
</file>

<file path=ppt/charts/_rels/chart450.xml.rels><?xml version='1.0' encoding='UTF-8' standalone='yes'?>
<Relationships xmlns="http://schemas.openxmlformats.org/package/2006/relationships"><Relationship Id="rId1" Type="http://schemas.openxmlformats.org/officeDocument/2006/relationships/package" Target="../embeddings/Microsoft_Excel_Worksheet450.xlsx"/></Relationships>
</file>

<file path=ppt/charts/_rels/chart451.xml.rels><?xml version='1.0' encoding='UTF-8' standalone='yes'?>
<Relationships xmlns="http://schemas.openxmlformats.org/package/2006/relationships"><Relationship Id="rId1" Type="http://schemas.openxmlformats.org/officeDocument/2006/relationships/package" Target="../embeddings/Microsoft_Excel_Worksheet451.xlsx"/></Relationships>
</file>

<file path=ppt/charts/_rels/chart452.xml.rels><?xml version='1.0' encoding='UTF-8' standalone='yes'?>
<Relationships xmlns="http://schemas.openxmlformats.org/package/2006/relationships"><Relationship Id="rId1" Type="http://schemas.openxmlformats.org/officeDocument/2006/relationships/package" Target="../embeddings/Microsoft_Excel_Worksheet452.xlsx"/></Relationships>
</file>

<file path=ppt/charts/_rels/chart453.xml.rels><?xml version='1.0' encoding='UTF-8' standalone='yes'?>
<Relationships xmlns="http://schemas.openxmlformats.org/package/2006/relationships"><Relationship Id="rId1" Type="http://schemas.openxmlformats.org/officeDocument/2006/relationships/package" Target="../embeddings/Microsoft_Excel_Worksheet453.xlsx"/></Relationships>
</file>

<file path=ppt/charts/_rels/chart454.xml.rels><?xml version='1.0' encoding='UTF-8' standalone='yes'?>
<Relationships xmlns="http://schemas.openxmlformats.org/package/2006/relationships"><Relationship Id="rId1" Type="http://schemas.openxmlformats.org/officeDocument/2006/relationships/package" Target="../embeddings/Microsoft_Excel_Worksheet454.xlsx"/></Relationships>
</file>

<file path=ppt/charts/_rels/chart455.xml.rels><?xml version='1.0' encoding='UTF-8' standalone='yes'?>
<Relationships xmlns="http://schemas.openxmlformats.org/package/2006/relationships"><Relationship Id="rId1" Type="http://schemas.openxmlformats.org/officeDocument/2006/relationships/package" Target="../embeddings/Microsoft_Excel_Worksheet455.xlsx"/></Relationships>
</file>

<file path=ppt/charts/_rels/chart456.xml.rels><?xml version='1.0' encoding='UTF-8' standalone='yes'?>
<Relationships xmlns="http://schemas.openxmlformats.org/package/2006/relationships"><Relationship Id="rId1" Type="http://schemas.openxmlformats.org/officeDocument/2006/relationships/package" Target="../embeddings/Microsoft_Excel_Worksheet456.xlsx"/></Relationships>
</file>

<file path=ppt/charts/_rels/chart457.xml.rels><?xml version='1.0' encoding='UTF-8' standalone='yes'?>
<Relationships xmlns="http://schemas.openxmlformats.org/package/2006/relationships"><Relationship Id="rId1" Type="http://schemas.openxmlformats.org/officeDocument/2006/relationships/package" Target="../embeddings/Microsoft_Excel_Worksheet457.xlsx"/></Relationships>
</file>

<file path=ppt/charts/_rels/chart458.xml.rels><?xml version='1.0' encoding='UTF-8' standalone='yes'?>
<Relationships xmlns="http://schemas.openxmlformats.org/package/2006/relationships"><Relationship Id="rId1" Type="http://schemas.openxmlformats.org/officeDocument/2006/relationships/package" Target="../embeddings/Microsoft_Excel_Worksheet458.xlsx"/></Relationships>
</file>

<file path=ppt/charts/_rels/chart459.xml.rels><?xml version='1.0' encoding='UTF-8' standalone='yes'?>
<Relationships xmlns="http://schemas.openxmlformats.org/package/2006/relationships"><Relationship Id="rId1" Type="http://schemas.openxmlformats.org/officeDocument/2006/relationships/package" Target="../embeddings/Microsoft_Excel_Worksheet459.xlsx"/></Relationships>
</file>

<file path=ppt/charts/_rels/chart460.xml.rels><?xml version='1.0' encoding='UTF-8' standalone='yes'?>
<Relationships xmlns="http://schemas.openxmlformats.org/package/2006/relationships"><Relationship Id="rId1" Type="http://schemas.openxmlformats.org/officeDocument/2006/relationships/package" Target="../embeddings/Microsoft_Excel_Worksheet460.xlsx"/></Relationships>
</file>

<file path=ppt/charts/_rels/chart461.xml.rels><?xml version='1.0' encoding='UTF-8' standalone='yes'?>
<Relationships xmlns="http://schemas.openxmlformats.org/package/2006/relationships"><Relationship Id="rId1" Type="http://schemas.openxmlformats.org/officeDocument/2006/relationships/package" Target="../embeddings/Microsoft_Excel_Worksheet461.xlsx"/></Relationships>
</file>

<file path=ppt/charts/_rels/chart462.xml.rels><?xml version='1.0' encoding='UTF-8' standalone='yes'?>
<Relationships xmlns="http://schemas.openxmlformats.org/package/2006/relationships"><Relationship Id="rId1" Type="http://schemas.openxmlformats.org/officeDocument/2006/relationships/package" Target="../embeddings/Microsoft_Excel_Worksheet462.xlsx"/></Relationships>
</file>

<file path=ppt/charts/_rels/chart463.xml.rels><?xml version='1.0' encoding='UTF-8' standalone='yes'?>
<Relationships xmlns="http://schemas.openxmlformats.org/package/2006/relationships"><Relationship Id="rId1" Type="http://schemas.openxmlformats.org/officeDocument/2006/relationships/package" Target="../embeddings/Microsoft_Excel_Worksheet463.xlsx"/></Relationships>
</file>

<file path=ppt/charts/_rels/chart464.xml.rels><?xml version='1.0' encoding='UTF-8' standalone='yes'?>
<Relationships xmlns="http://schemas.openxmlformats.org/package/2006/relationships"><Relationship Id="rId1" Type="http://schemas.openxmlformats.org/officeDocument/2006/relationships/package" Target="../embeddings/Microsoft_Excel_Worksheet464.xlsx"/></Relationships>
</file>

<file path=ppt/charts/_rels/chart471.xml.rels><?xml version='1.0' encoding='UTF-8' standalone='yes'?>
<Relationships xmlns="http://schemas.openxmlformats.org/package/2006/relationships"><Relationship Id="rId1" Type="http://schemas.openxmlformats.org/officeDocument/2006/relationships/package" Target="../embeddings/Microsoft_Excel_Worksheet471.xlsx"/></Relationships>
</file>

<file path=ppt/charts/_rels/chart472.xml.rels><?xml version='1.0' encoding='UTF-8' standalone='yes'?>
<Relationships xmlns="http://schemas.openxmlformats.org/package/2006/relationships"><Relationship Id="rId1" Type="http://schemas.openxmlformats.org/officeDocument/2006/relationships/package" Target="../embeddings/Microsoft_Excel_Worksheet472.xlsx"/></Relationships>
</file>

<file path=ppt/charts/_rels/chart473.xml.rels><?xml version='1.0' encoding='UTF-8' standalone='yes'?>
<Relationships xmlns="http://schemas.openxmlformats.org/package/2006/relationships"><Relationship Id="rId1" Type="http://schemas.openxmlformats.org/officeDocument/2006/relationships/package" Target="../embeddings/Microsoft_Excel_Worksheet473.xlsx"/></Relationships>
</file>

<file path=ppt/charts/_rels/chart474.xml.rels><?xml version='1.0' encoding='UTF-8' standalone='yes'?>
<Relationships xmlns="http://schemas.openxmlformats.org/package/2006/relationships"><Relationship Id="rId1" Type="http://schemas.openxmlformats.org/officeDocument/2006/relationships/package" Target="../embeddings/Microsoft_Excel_Worksheet474.xlsx"/></Relationships>
</file>

<file path=ppt/charts/_rels/chart475.xml.rels><?xml version='1.0' encoding='UTF-8' standalone='yes'?>
<Relationships xmlns="http://schemas.openxmlformats.org/package/2006/relationships"><Relationship Id="rId1" Type="http://schemas.openxmlformats.org/officeDocument/2006/relationships/package" Target="../embeddings/Microsoft_Excel_Worksheet475.xlsx"/></Relationships>
</file>

<file path=ppt/charts/_rels/chart476.xml.rels><?xml version='1.0' encoding='UTF-8' standalone='yes'?>
<Relationships xmlns="http://schemas.openxmlformats.org/package/2006/relationships"><Relationship Id="rId1" Type="http://schemas.openxmlformats.org/officeDocument/2006/relationships/package" Target="../embeddings/Microsoft_Excel_Worksheet476.xlsx"/></Relationships>
</file>

<file path=ppt/charts/_rels/chart477.xml.rels><?xml version='1.0' encoding='UTF-8' standalone='yes'?>
<Relationships xmlns="http://schemas.openxmlformats.org/package/2006/relationships"><Relationship Id="rId1" Type="http://schemas.openxmlformats.org/officeDocument/2006/relationships/package" Target="../embeddings/Microsoft_Excel_Worksheet477.xlsx"/></Relationships>
</file>

<file path=ppt/charts/_rels/chart478.xml.rels><?xml version='1.0' encoding='UTF-8' standalone='yes'?>
<Relationships xmlns="http://schemas.openxmlformats.org/package/2006/relationships"><Relationship Id="rId1" Type="http://schemas.openxmlformats.org/officeDocument/2006/relationships/package" Target="../embeddings/Microsoft_Excel_Worksheet478.xlsx"/></Relationships>
</file>

<file path=ppt/charts/_rels/chart479.xml.rels><?xml version='1.0' encoding='UTF-8' standalone='yes'?>
<Relationships xmlns="http://schemas.openxmlformats.org/package/2006/relationships"><Relationship Id="rId1" Type="http://schemas.openxmlformats.org/officeDocument/2006/relationships/package" Target="../embeddings/Microsoft_Excel_Worksheet479.xlsx"/></Relationships>
</file>

<file path=ppt/charts/_rels/chart480.xml.rels><?xml version='1.0' encoding='UTF-8' standalone='yes'?>
<Relationships xmlns="http://schemas.openxmlformats.org/package/2006/relationships"><Relationship Id="rId1" Type="http://schemas.openxmlformats.org/officeDocument/2006/relationships/package" Target="../embeddings/Microsoft_Excel_Worksheet480.xlsx"/></Relationships>
</file>

<file path=ppt/charts/_rels/chart481.xml.rels><?xml version='1.0' encoding='UTF-8' standalone='yes'?>
<Relationships xmlns="http://schemas.openxmlformats.org/package/2006/relationships"><Relationship Id="rId1" Type="http://schemas.openxmlformats.org/officeDocument/2006/relationships/package" Target="../embeddings/Microsoft_Excel_Worksheet481.xlsx"/></Relationships>
</file>

<file path=ppt/charts/_rels/chart482.xml.rels><?xml version='1.0' encoding='UTF-8' standalone='yes'?>
<Relationships xmlns="http://schemas.openxmlformats.org/package/2006/relationships"><Relationship Id="rId1" Type="http://schemas.openxmlformats.org/officeDocument/2006/relationships/package" Target="../embeddings/Microsoft_Excel_Worksheet482.xlsx"/></Relationships>
</file>

<file path=ppt/charts/_rels/chart483.xml.rels><?xml version='1.0' encoding='UTF-8' standalone='yes'?>
<Relationships xmlns="http://schemas.openxmlformats.org/package/2006/relationships"><Relationship Id="rId1" Type="http://schemas.openxmlformats.org/officeDocument/2006/relationships/package" Target="../embeddings/Microsoft_Excel_Worksheet483.xlsx"/></Relationships>
</file>

<file path=ppt/charts/_rels/chart484.xml.rels><?xml version='1.0' encoding='UTF-8' standalone='yes'?>
<Relationships xmlns="http://schemas.openxmlformats.org/package/2006/relationships"><Relationship Id="rId1" Type="http://schemas.openxmlformats.org/officeDocument/2006/relationships/package" Target="../embeddings/Microsoft_Excel_Worksheet484.xlsx"/></Relationships>
</file>

<file path=ppt/charts/_rels/chart485.xml.rels><?xml version='1.0' encoding='UTF-8' standalone='yes'?>
<Relationships xmlns="http://schemas.openxmlformats.org/package/2006/relationships"><Relationship Id="rId1" Type="http://schemas.openxmlformats.org/officeDocument/2006/relationships/package" Target="../embeddings/Microsoft_Excel_Worksheet485.xlsx"/></Relationships>
</file>

<file path=ppt/charts/_rels/chart486.xml.rels><?xml version='1.0' encoding='UTF-8' standalone='yes'?>
<Relationships xmlns="http://schemas.openxmlformats.org/package/2006/relationships"><Relationship Id="rId1" Type="http://schemas.openxmlformats.org/officeDocument/2006/relationships/package" Target="../embeddings/Microsoft_Excel_Worksheet486.xlsx"/></Relationships>
</file>

<file path=ppt/charts/_rels/chart487.xml.rels><?xml version='1.0' encoding='UTF-8' standalone='yes'?>
<Relationships xmlns="http://schemas.openxmlformats.org/package/2006/relationships"><Relationship Id="rId1" Type="http://schemas.openxmlformats.org/officeDocument/2006/relationships/package" Target="../embeddings/Microsoft_Excel_Worksheet487.xlsx"/></Relationships>
</file>

<file path=ppt/charts/_rels/chart488.xml.rels><?xml version='1.0' encoding='UTF-8' standalone='yes'?>
<Relationships xmlns="http://schemas.openxmlformats.org/package/2006/relationships"><Relationship Id="rId1" Type="http://schemas.openxmlformats.org/officeDocument/2006/relationships/package" Target="../embeddings/Microsoft_Excel_Worksheet488.xlsx"/></Relationships>
</file>

<file path=ppt/charts/_rels/chart489.xml.rels><?xml version='1.0' encoding='UTF-8' standalone='yes'?>
<Relationships xmlns="http://schemas.openxmlformats.org/package/2006/relationships"><Relationship Id="rId1" Type="http://schemas.openxmlformats.org/officeDocument/2006/relationships/package" Target="../embeddings/Microsoft_Excel_Worksheet489.xlsx"/></Relationships>
</file>

<file path=ppt/charts/_rels/chart490.xml.rels><?xml version='1.0' encoding='UTF-8' standalone='yes'?>
<Relationships xmlns="http://schemas.openxmlformats.org/package/2006/relationships"><Relationship Id="rId1" Type="http://schemas.openxmlformats.org/officeDocument/2006/relationships/package" Target="../embeddings/Microsoft_Excel_Worksheet490.xlsx"/></Relationships>
</file>

<file path=ppt/charts/_rels/chart497.xml.rels><?xml version='1.0' encoding='UTF-8' standalone='yes'?>
<Relationships xmlns="http://schemas.openxmlformats.org/package/2006/relationships"><Relationship Id="rId1" Type="http://schemas.openxmlformats.org/officeDocument/2006/relationships/package" Target="../embeddings/Microsoft_Excel_Worksheet497.xlsx"/></Relationships>
</file>

<file path=ppt/charts/_rels/chart498.xml.rels><?xml version='1.0' encoding='UTF-8' standalone='yes'?>
<Relationships xmlns="http://schemas.openxmlformats.org/package/2006/relationships"><Relationship Id="rId1" Type="http://schemas.openxmlformats.org/officeDocument/2006/relationships/package" Target="../embeddings/Microsoft_Excel_Worksheet498.xlsx"/></Relationships>
</file>

<file path=ppt/charts/_rels/chart499.xml.rels><?xml version='1.0' encoding='UTF-8' standalone='yes'?>
<Relationships xmlns="http://schemas.openxmlformats.org/package/2006/relationships"><Relationship Id="rId1" Type="http://schemas.openxmlformats.org/officeDocument/2006/relationships/package" Target="../embeddings/Microsoft_Excel_Worksheet499.xlsx"/></Relationships>
</file>

<file path=ppt/charts/_rels/chart500.xml.rels><?xml version='1.0' encoding='UTF-8' standalone='yes'?>
<Relationships xmlns="http://schemas.openxmlformats.org/package/2006/relationships"><Relationship Id="rId1" Type="http://schemas.openxmlformats.org/officeDocument/2006/relationships/package" Target="../embeddings/Microsoft_Excel_Worksheet500.xlsx"/></Relationships>
</file>

<file path=ppt/charts/_rels/chart501.xml.rels><?xml version='1.0' encoding='UTF-8' standalone='yes'?>
<Relationships xmlns="http://schemas.openxmlformats.org/package/2006/relationships"><Relationship Id="rId1" Type="http://schemas.openxmlformats.org/officeDocument/2006/relationships/package" Target="../embeddings/Microsoft_Excel_Worksheet501.xlsx"/></Relationships>
</file>

<file path=ppt/charts/_rels/chart502.xml.rels><?xml version='1.0' encoding='UTF-8' standalone='yes'?>
<Relationships xmlns="http://schemas.openxmlformats.org/package/2006/relationships"><Relationship Id="rId1" Type="http://schemas.openxmlformats.org/officeDocument/2006/relationships/package" Target="../embeddings/Microsoft_Excel_Worksheet502.xlsx"/></Relationships>
</file>

<file path=ppt/charts/_rels/chart503.xml.rels><?xml version='1.0' encoding='UTF-8' standalone='yes'?>
<Relationships xmlns="http://schemas.openxmlformats.org/package/2006/relationships"><Relationship Id="rId1" Type="http://schemas.openxmlformats.org/officeDocument/2006/relationships/package" Target="../embeddings/Microsoft_Excel_Worksheet503.xlsx"/></Relationships>
</file>

<file path=ppt/charts/_rels/chart504.xml.rels><?xml version='1.0' encoding='UTF-8' standalone='yes'?>
<Relationships xmlns="http://schemas.openxmlformats.org/package/2006/relationships"><Relationship Id="rId1" Type="http://schemas.openxmlformats.org/officeDocument/2006/relationships/package" Target="../embeddings/Microsoft_Excel_Worksheet504.xlsx"/></Relationships>
</file>

<file path=ppt/charts/_rels/chart505.xml.rels><?xml version='1.0' encoding='UTF-8' standalone='yes'?>
<Relationships xmlns="http://schemas.openxmlformats.org/package/2006/relationships"><Relationship Id="rId1" Type="http://schemas.openxmlformats.org/officeDocument/2006/relationships/package" Target="../embeddings/Microsoft_Excel_Worksheet505.xlsx"/></Relationships>
</file>

<file path=ppt/charts/_rels/chart506.xml.rels><?xml version='1.0' encoding='UTF-8' standalone='yes'?>
<Relationships xmlns="http://schemas.openxmlformats.org/package/2006/relationships"><Relationship Id="rId1" Type="http://schemas.openxmlformats.org/officeDocument/2006/relationships/package" Target="../embeddings/Microsoft_Excel_Worksheet506.xlsx"/></Relationships>
</file>

<file path=ppt/charts/_rels/chart507.xml.rels><?xml version='1.0' encoding='UTF-8' standalone='yes'?>
<Relationships xmlns="http://schemas.openxmlformats.org/package/2006/relationships"><Relationship Id="rId1" Type="http://schemas.openxmlformats.org/officeDocument/2006/relationships/package" Target="../embeddings/Microsoft_Excel_Worksheet507.xlsx"/></Relationships>
</file>

<file path=ppt/charts/_rels/chart508.xml.rels><?xml version='1.0' encoding='UTF-8' standalone='yes'?>
<Relationships xmlns="http://schemas.openxmlformats.org/package/2006/relationships"><Relationship Id="rId1" Type="http://schemas.openxmlformats.org/officeDocument/2006/relationships/package" Target="../embeddings/Microsoft_Excel_Worksheet508.xlsx"/></Relationships>
</file>

<file path=ppt/charts/_rels/chart509.xml.rels><?xml version='1.0' encoding='UTF-8' standalone='yes'?>
<Relationships xmlns="http://schemas.openxmlformats.org/package/2006/relationships"><Relationship Id="rId1" Type="http://schemas.openxmlformats.org/officeDocument/2006/relationships/package" Target="../embeddings/Microsoft_Excel_Worksheet509.xlsx"/></Relationships>
</file>

<file path=ppt/charts/_rels/chart510.xml.rels><?xml version='1.0' encoding='UTF-8' standalone='yes'?>
<Relationships xmlns="http://schemas.openxmlformats.org/package/2006/relationships"><Relationship Id="rId1" Type="http://schemas.openxmlformats.org/officeDocument/2006/relationships/package" Target="../embeddings/Microsoft_Excel_Worksheet510.xlsx"/></Relationships>
</file>

<file path=ppt/charts/_rels/chart511.xml.rels><?xml version='1.0' encoding='UTF-8' standalone='yes'?>
<Relationships xmlns="http://schemas.openxmlformats.org/package/2006/relationships"><Relationship Id="rId1" Type="http://schemas.openxmlformats.org/officeDocument/2006/relationships/package" Target="../embeddings/Microsoft_Excel_Worksheet511.xlsx"/></Relationships>
</file>

<file path=ppt/charts/_rels/chart512.xml.rels><?xml version='1.0' encoding='UTF-8' standalone='yes'?>
<Relationships xmlns="http://schemas.openxmlformats.org/package/2006/relationships"><Relationship Id="rId1" Type="http://schemas.openxmlformats.org/officeDocument/2006/relationships/package" Target="../embeddings/Microsoft_Excel_Worksheet512.xlsx"/></Relationships>
</file>

<file path=ppt/charts/_rels/chart513.xml.rels><?xml version='1.0' encoding='UTF-8' standalone='yes'?>
<Relationships xmlns="http://schemas.openxmlformats.org/package/2006/relationships"><Relationship Id="rId1" Type="http://schemas.openxmlformats.org/officeDocument/2006/relationships/package" Target="../embeddings/Microsoft_Excel_Worksheet513.xlsx"/></Relationships>
</file>

<file path=ppt/charts/_rels/chart514.xml.rels><?xml version='1.0' encoding='UTF-8' standalone='yes'?>
<Relationships xmlns="http://schemas.openxmlformats.org/package/2006/relationships"><Relationship Id="rId1" Type="http://schemas.openxmlformats.org/officeDocument/2006/relationships/package" Target="../embeddings/Microsoft_Excel_Worksheet514.xlsx"/></Relationships>
</file>

<file path=ppt/charts/_rels/chart515.xml.rels><?xml version='1.0' encoding='UTF-8' standalone='yes'?>
<Relationships xmlns="http://schemas.openxmlformats.org/package/2006/relationships"><Relationship Id="rId1" Type="http://schemas.openxmlformats.org/officeDocument/2006/relationships/package" Target="../embeddings/Microsoft_Excel_Worksheet515.xlsx"/></Relationships>
</file>

<file path=ppt/charts/_rels/chart516.xml.rels><?xml version='1.0' encoding='UTF-8' standalone='yes'?>
<Relationships xmlns="http://schemas.openxmlformats.org/package/2006/relationships"><Relationship Id="rId1" Type="http://schemas.openxmlformats.org/officeDocument/2006/relationships/package" Target="../embeddings/Microsoft_Excel_Worksheet516.xlsx"/></Relationships>
</file>

<file path=ppt/charts/_rels/chart523.xml.rels><?xml version='1.0' encoding='UTF-8' standalone='yes'?>
<Relationships xmlns="http://schemas.openxmlformats.org/package/2006/relationships"><Relationship Id="rId1" Type="http://schemas.openxmlformats.org/officeDocument/2006/relationships/package" Target="../embeddings/Microsoft_Excel_Worksheet523.xlsx"/></Relationships>
</file>

<file path=ppt/charts/_rels/chart524.xml.rels><?xml version='1.0' encoding='UTF-8' standalone='yes'?>
<Relationships xmlns="http://schemas.openxmlformats.org/package/2006/relationships"><Relationship Id="rId1" Type="http://schemas.openxmlformats.org/officeDocument/2006/relationships/package" Target="../embeddings/Microsoft_Excel_Worksheet524.xlsx"/></Relationships>
</file>

<file path=ppt/charts/_rels/chart525.xml.rels><?xml version='1.0' encoding='UTF-8' standalone='yes'?>
<Relationships xmlns="http://schemas.openxmlformats.org/package/2006/relationships"><Relationship Id="rId1" Type="http://schemas.openxmlformats.org/officeDocument/2006/relationships/package" Target="../embeddings/Microsoft_Excel_Worksheet525.xlsx"/></Relationships>
</file>

<file path=ppt/charts/_rels/chart526.xml.rels><?xml version='1.0' encoding='UTF-8' standalone='yes'?>
<Relationships xmlns="http://schemas.openxmlformats.org/package/2006/relationships"><Relationship Id="rId1" Type="http://schemas.openxmlformats.org/officeDocument/2006/relationships/package" Target="../embeddings/Microsoft_Excel_Worksheet526.xlsx"/></Relationships>
</file>

<file path=ppt/charts/_rels/chart527.xml.rels><?xml version='1.0' encoding='UTF-8' standalone='yes'?>
<Relationships xmlns="http://schemas.openxmlformats.org/package/2006/relationships"><Relationship Id="rId1" Type="http://schemas.openxmlformats.org/officeDocument/2006/relationships/package" Target="../embeddings/Microsoft_Excel_Worksheet527.xlsx"/></Relationships>
</file>

<file path=ppt/charts/_rels/chart528.xml.rels><?xml version='1.0' encoding='UTF-8' standalone='yes'?>
<Relationships xmlns="http://schemas.openxmlformats.org/package/2006/relationships"><Relationship Id="rId1" Type="http://schemas.openxmlformats.org/officeDocument/2006/relationships/package" Target="../embeddings/Microsoft_Excel_Worksheet528.xlsx"/></Relationships>
</file>

<file path=ppt/charts/_rels/chart529.xml.rels><?xml version='1.0' encoding='UTF-8' standalone='yes'?>
<Relationships xmlns="http://schemas.openxmlformats.org/package/2006/relationships"><Relationship Id="rId1" Type="http://schemas.openxmlformats.org/officeDocument/2006/relationships/package" Target="../embeddings/Microsoft_Excel_Worksheet529.xlsx"/></Relationships>
</file>

<file path=ppt/charts/_rels/chart530.xml.rels><?xml version='1.0' encoding='UTF-8' standalone='yes'?>
<Relationships xmlns="http://schemas.openxmlformats.org/package/2006/relationships"><Relationship Id="rId1" Type="http://schemas.openxmlformats.org/officeDocument/2006/relationships/package" Target="../embeddings/Microsoft_Excel_Worksheet530.xlsx"/></Relationships>
</file>

<file path=ppt/charts/_rels/chart531.xml.rels><?xml version='1.0' encoding='UTF-8' standalone='yes'?>
<Relationships xmlns="http://schemas.openxmlformats.org/package/2006/relationships"><Relationship Id="rId1" Type="http://schemas.openxmlformats.org/officeDocument/2006/relationships/package" Target="../embeddings/Microsoft_Excel_Worksheet531.xlsx"/></Relationships>
</file>

<file path=ppt/charts/_rels/chart532.xml.rels><?xml version='1.0' encoding='UTF-8' standalone='yes'?>
<Relationships xmlns="http://schemas.openxmlformats.org/package/2006/relationships"><Relationship Id="rId1" Type="http://schemas.openxmlformats.org/officeDocument/2006/relationships/package" Target="../embeddings/Microsoft_Excel_Worksheet532.xlsx"/></Relationships>
</file>

<file path=ppt/charts/_rels/chart533.xml.rels><?xml version='1.0' encoding='UTF-8' standalone='yes'?>
<Relationships xmlns="http://schemas.openxmlformats.org/package/2006/relationships"><Relationship Id="rId1" Type="http://schemas.openxmlformats.org/officeDocument/2006/relationships/package" Target="../embeddings/Microsoft_Excel_Worksheet533.xlsx"/></Relationships>
</file>

<file path=ppt/charts/_rels/chart534.xml.rels><?xml version='1.0' encoding='UTF-8' standalone='yes'?>
<Relationships xmlns="http://schemas.openxmlformats.org/package/2006/relationships"><Relationship Id="rId1" Type="http://schemas.openxmlformats.org/officeDocument/2006/relationships/package" Target="../embeddings/Microsoft_Excel_Worksheet534.xlsx"/></Relationships>
</file>

<file path=ppt/charts/_rels/chart535.xml.rels><?xml version='1.0' encoding='UTF-8' standalone='yes'?>
<Relationships xmlns="http://schemas.openxmlformats.org/package/2006/relationships"><Relationship Id="rId1" Type="http://schemas.openxmlformats.org/officeDocument/2006/relationships/package" Target="../embeddings/Microsoft_Excel_Worksheet535.xlsx"/></Relationships>
</file>

<file path=ppt/charts/_rels/chart536.xml.rels><?xml version='1.0' encoding='UTF-8' standalone='yes'?>
<Relationships xmlns="http://schemas.openxmlformats.org/package/2006/relationships"><Relationship Id="rId1" Type="http://schemas.openxmlformats.org/officeDocument/2006/relationships/package" Target="../embeddings/Microsoft_Excel_Worksheet536.xlsx"/></Relationships>
</file>

<file path=ppt/charts/_rels/chart537.xml.rels><?xml version='1.0' encoding='UTF-8' standalone='yes'?>
<Relationships xmlns="http://schemas.openxmlformats.org/package/2006/relationships"><Relationship Id="rId1" Type="http://schemas.openxmlformats.org/officeDocument/2006/relationships/package" Target="../embeddings/Microsoft_Excel_Worksheet537.xlsx"/></Relationships>
</file>

<file path=ppt/charts/_rels/chart538.xml.rels><?xml version='1.0' encoding='UTF-8' standalone='yes'?>
<Relationships xmlns="http://schemas.openxmlformats.org/package/2006/relationships"><Relationship Id="rId1" Type="http://schemas.openxmlformats.org/officeDocument/2006/relationships/package" Target="../embeddings/Microsoft_Excel_Worksheet538.xlsx"/></Relationships>
</file>

<file path=ppt/charts/_rels/chart539.xml.rels><?xml version='1.0' encoding='UTF-8' standalone='yes'?>
<Relationships xmlns="http://schemas.openxmlformats.org/package/2006/relationships"><Relationship Id="rId1" Type="http://schemas.openxmlformats.org/officeDocument/2006/relationships/package" Target="../embeddings/Microsoft_Excel_Worksheet539.xlsx"/></Relationships>
</file>

<file path=ppt/charts/_rels/chart540.xml.rels><?xml version='1.0' encoding='UTF-8' standalone='yes'?>
<Relationships xmlns="http://schemas.openxmlformats.org/package/2006/relationships"><Relationship Id="rId1" Type="http://schemas.openxmlformats.org/officeDocument/2006/relationships/package" Target="../embeddings/Microsoft_Excel_Worksheet540.xlsx"/></Relationships>
</file>

<file path=ppt/charts/_rels/chart541.xml.rels><?xml version='1.0' encoding='UTF-8' standalone='yes'?>
<Relationships xmlns="http://schemas.openxmlformats.org/package/2006/relationships"><Relationship Id="rId1" Type="http://schemas.openxmlformats.org/officeDocument/2006/relationships/package" Target="../embeddings/Microsoft_Excel_Worksheet541.xlsx"/></Relationships>
</file>

<file path=ppt/charts/_rels/chart542.xml.rels><?xml version='1.0' encoding='UTF-8' standalone='yes'?>
<Relationships xmlns="http://schemas.openxmlformats.org/package/2006/relationships"><Relationship Id="rId1" Type="http://schemas.openxmlformats.org/officeDocument/2006/relationships/package" Target="../embeddings/Microsoft_Excel_Worksheet542.xlsx"/></Relationships>
</file>

<file path=ppt/charts/_rels/chart553.xml.rels><?xml version='1.0' encoding='UTF-8' standalone='yes'?>
<Relationships xmlns="http://schemas.openxmlformats.org/package/2006/relationships"><Relationship Id="rId1" Type="http://schemas.openxmlformats.org/officeDocument/2006/relationships/package" Target="../embeddings/Microsoft_Excel_Worksheet553.xlsx"/></Relationships>
</file>

<file path=ppt/charts/_rels/chart554.xml.rels><?xml version='1.0' encoding='UTF-8' standalone='yes'?>
<Relationships xmlns="http://schemas.openxmlformats.org/package/2006/relationships"><Relationship Id="rId1" Type="http://schemas.openxmlformats.org/officeDocument/2006/relationships/package" Target="../embeddings/Microsoft_Excel_Worksheet554.xlsx"/></Relationships>
</file>

<file path=ppt/charts/_rels/chart555.xml.rels><?xml version='1.0' encoding='UTF-8' standalone='yes'?>
<Relationships xmlns="http://schemas.openxmlformats.org/package/2006/relationships"><Relationship Id="rId1" Type="http://schemas.openxmlformats.org/officeDocument/2006/relationships/package" Target="../embeddings/Microsoft_Excel_Worksheet555.xlsx"/></Relationships>
</file>

<file path=ppt/charts/_rels/chart556.xml.rels><?xml version='1.0' encoding='UTF-8' standalone='yes'?>
<Relationships xmlns="http://schemas.openxmlformats.org/package/2006/relationships"><Relationship Id="rId1" Type="http://schemas.openxmlformats.org/officeDocument/2006/relationships/package" Target="../embeddings/Microsoft_Excel_Worksheet556.xlsx"/></Relationships>
</file>

<file path=ppt/charts/_rels/chart557.xml.rels><?xml version='1.0' encoding='UTF-8' standalone='yes'?>
<Relationships xmlns="http://schemas.openxmlformats.org/package/2006/relationships"><Relationship Id="rId1" Type="http://schemas.openxmlformats.org/officeDocument/2006/relationships/package" Target="../embeddings/Microsoft_Excel_Worksheet557.xlsx"/></Relationships>
</file>

<file path=ppt/charts/_rels/chart558.xml.rels><?xml version='1.0' encoding='UTF-8' standalone='yes'?>
<Relationships xmlns="http://schemas.openxmlformats.org/package/2006/relationships"><Relationship Id="rId1" Type="http://schemas.openxmlformats.org/officeDocument/2006/relationships/package" Target="../embeddings/Microsoft_Excel_Worksheet558.xlsx"/></Relationships>
</file>

<file path=ppt/charts/_rels/chart559.xml.rels><?xml version='1.0' encoding='UTF-8' standalone='yes'?>
<Relationships xmlns="http://schemas.openxmlformats.org/package/2006/relationships"><Relationship Id="rId1" Type="http://schemas.openxmlformats.org/officeDocument/2006/relationships/package" Target="../embeddings/Microsoft_Excel_Worksheet559.xlsx"/></Relationships>
</file>

<file path=ppt/charts/_rels/chart560.xml.rels><?xml version='1.0' encoding='UTF-8' standalone='yes'?>
<Relationships xmlns="http://schemas.openxmlformats.org/package/2006/relationships"><Relationship Id="rId1" Type="http://schemas.openxmlformats.org/officeDocument/2006/relationships/package" Target="../embeddings/Microsoft_Excel_Worksheet560.xlsx"/></Relationships>
</file>

<file path=ppt/charts/_rels/chart561.xml.rels><?xml version='1.0' encoding='UTF-8' standalone='yes'?>
<Relationships xmlns="http://schemas.openxmlformats.org/package/2006/relationships"><Relationship Id="rId1" Type="http://schemas.openxmlformats.org/officeDocument/2006/relationships/package" Target="../embeddings/Microsoft_Excel_Worksheet561.xlsx"/></Relationships>
</file>

<file path=ppt/charts/_rels/chart562.xml.rels><?xml version='1.0' encoding='UTF-8' standalone='yes'?>
<Relationships xmlns="http://schemas.openxmlformats.org/package/2006/relationships"><Relationship Id="rId1" Type="http://schemas.openxmlformats.org/officeDocument/2006/relationships/package" Target="../embeddings/Microsoft_Excel_Worksheet562.xlsx"/></Relationships>
</file>

<file path=ppt/charts/_rels/chart563.xml.rels><?xml version='1.0' encoding='UTF-8' standalone='yes'?>
<Relationships xmlns="http://schemas.openxmlformats.org/package/2006/relationships"><Relationship Id="rId1" Type="http://schemas.openxmlformats.org/officeDocument/2006/relationships/package" Target="../embeddings/Microsoft_Excel_Worksheet563.xlsx"/></Relationships>
</file>

<file path=ppt/charts/_rels/chart564.xml.rels><?xml version='1.0' encoding='UTF-8' standalone='yes'?>
<Relationships xmlns="http://schemas.openxmlformats.org/package/2006/relationships"><Relationship Id="rId1" Type="http://schemas.openxmlformats.org/officeDocument/2006/relationships/package" Target="../embeddings/Microsoft_Excel_Worksheet564.xlsx"/></Relationships>
</file>

<file path=ppt/charts/_rels/chart565.xml.rels><?xml version='1.0' encoding='UTF-8' standalone='yes'?>
<Relationships xmlns="http://schemas.openxmlformats.org/package/2006/relationships"><Relationship Id="rId1" Type="http://schemas.openxmlformats.org/officeDocument/2006/relationships/package" Target="../embeddings/Microsoft_Excel_Worksheet565.xlsx"/></Relationships>
</file>

<file path=ppt/charts/_rels/chart566.xml.rels><?xml version='1.0' encoding='UTF-8' standalone='yes'?>
<Relationships xmlns="http://schemas.openxmlformats.org/package/2006/relationships"><Relationship Id="rId1" Type="http://schemas.openxmlformats.org/officeDocument/2006/relationships/package" Target="../embeddings/Microsoft_Excel_Worksheet566.xlsx"/></Relationships>
</file>

<file path=ppt/charts/_rels/chart567.xml.rels><?xml version='1.0' encoding='UTF-8' standalone='yes'?>
<Relationships xmlns="http://schemas.openxmlformats.org/package/2006/relationships"><Relationship Id="rId1" Type="http://schemas.openxmlformats.org/officeDocument/2006/relationships/package" Target="../embeddings/Microsoft_Excel_Worksheet567.xlsx"/></Relationships>
</file>

<file path=ppt/charts/_rels/chart568.xml.rels><?xml version='1.0' encoding='UTF-8' standalone='yes'?>
<Relationships xmlns="http://schemas.openxmlformats.org/package/2006/relationships"><Relationship Id="rId1" Type="http://schemas.openxmlformats.org/officeDocument/2006/relationships/package" Target="../embeddings/Microsoft_Excel_Worksheet568.xlsx"/></Relationships>
</file>

<file path=ppt/charts/_rels/chart569.xml.rels><?xml version='1.0' encoding='UTF-8' standalone='yes'?>
<Relationships xmlns="http://schemas.openxmlformats.org/package/2006/relationships"><Relationship Id="rId1" Type="http://schemas.openxmlformats.org/officeDocument/2006/relationships/package" Target="../embeddings/Microsoft_Excel_Worksheet569.xlsx"/></Relationships>
</file>

<file path=ppt/charts/_rels/chart570.xml.rels><?xml version='1.0' encoding='UTF-8' standalone='yes'?>
<Relationships xmlns="http://schemas.openxmlformats.org/package/2006/relationships"><Relationship Id="rId1" Type="http://schemas.openxmlformats.org/officeDocument/2006/relationships/package" Target="../embeddings/Microsoft_Excel_Worksheet570.xlsx"/></Relationships>
</file>

<file path=ppt/charts/_rels/chart571.xml.rels><?xml version='1.0' encoding='UTF-8' standalone='yes'?>
<Relationships xmlns="http://schemas.openxmlformats.org/package/2006/relationships"><Relationship Id="rId1" Type="http://schemas.openxmlformats.org/officeDocument/2006/relationships/package" Target="../embeddings/Microsoft_Excel_Worksheet571.xlsx"/></Relationships>
</file>

<file path=ppt/charts/_rels/chart572.xml.rels><?xml version='1.0' encoding='UTF-8' standalone='yes'?>
<Relationships xmlns="http://schemas.openxmlformats.org/package/2006/relationships"><Relationship Id="rId1" Type="http://schemas.openxmlformats.org/officeDocument/2006/relationships/package" Target="../embeddings/Microsoft_Excel_Worksheet572.xlsx"/></Relationships>
</file>

<file path=ppt/charts/_rels/chart581.xml.rels><?xml version='1.0' encoding='UTF-8' standalone='yes'?>
<Relationships xmlns="http://schemas.openxmlformats.org/package/2006/relationships"><Relationship Id="rId1" Type="http://schemas.openxmlformats.org/officeDocument/2006/relationships/package" Target="../embeddings/Microsoft_Excel_Worksheet581.xlsx"/></Relationships>
</file>

<file path=ppt/charts/_rels/chart582.xml.rels><?xml version='1.0' encoding='UTF-8' standalone='yes'?>
<Relationships xmlns="http://schemas.openxmlformats.org/package/2006/relationships"><Relationship Id="rId1" Type="http://schemas.openxmlformats.org/officeDocument/2006/relationships/package" Target="../embeddings/Microsoft_Excel_Worksheet582.xlsx"/></Relationships>
</file>

<file path=ppt/charts/_rels/chart583.xml.rels><?xml version='1.0' encoding='UTF-8' standalone='yes'?>
<Relationships xmlns="http://schemas.openxmlformats.org/package/2006/relationships"><Relationship Id="rId1" Type="http://schemas.openxmlformats.org/officeDocument/2006/relationships/package" Target="../embeddings/Microsoft_Excel_Worksheet583.xlsx"/></Relationships>
</file>

<file path=ppt/charts/_rels/chart584.xml.rels><?xml version='1.0' encoding='UTF-8' standalone='yes'?>
<Relationships xmlns="http://schemas.openxmlformats.org/package/2006/relationships"><Relationship Id="rId1" Type="http://schemas.openxmlformats.org/officeDocument/2006/relationships/package" Target="../embeddings/Microsoft_Excel_Worksheet584.xlsx"/></Relationships>
</file>

<file path=ppt/charts/_rels/chart585.xml.rels><?xml version='1.0' encoding='UTF-8' standalone='yes'?>
<Relationships xmlns="http://schemas.openxmlformats.org/package/2006/relationships"><Relationship Id="rId1" Type="http://schemas.openxmlformats.org/officeDocument/2006/relationships/package" Target="../embeddings/Microsoft_Excel_Worksheet585.xlsx"/></Relationships>
</file>

<file path=ppt/charts/_rels/chart586.xml.rels><?xml version='1.0' encoding='UTF-8' standalone='yes'?>
<Relationships xmlns="http://schemas.openxmlformats.org/package/2006/relationships"><Relationship Id="rId1" Type="http://schemas.openxmlformats.org/officeDocument/2006/relationships/package" Target="../embeddings/Microsoft_Excel_Worksheet586.xlsx"/></Relationships>
</file>

<file path=ppt/charts/_rels/chart587.xml.rels><?xml version='1.0' encoding='UTF-8' standalone='yes'?>
<Relationships xmlns="http://schemas.openxmlformats.org/package/2006/relationships"><Relationship Id="rId1" Type="http://schemas.openxmlformats.org/officeDocument/2006/relationships/package" Target="../embeddings/Microsoft_Excel_Worksheet587.xlsx"/></Relationships>
</file>

<file path=ppt/charts/_rels/chart588.xml.rels><?xml version='1.0' encoding='UTF-8' standalone='yes'?>
<Relationships xmlns="http://schemas.openxmlformats.org/package/2006/relationships"><Relationship Id="rId1" Type="http://schemas.openxmlformats.org/officeDocument/2006/relationships/package" Target="../embeddings/Microsoft_Excel_Worksheet588.xlsx"/></Relationships>
</file>

<file path=ppt/charts/_rels/chart589.xml.rels><?xml version='1.0' encoding='UTF-8' standalone='yes'?>
<Relationships xmlns="http://schemas.openxmlformats.org/package/2006/relationships"><Relationship Id="rId1" Type="http://schemas.openxmlformats.org/officeDocument/2006/relationships/package" Target="../embeddings/Microsoft_Excel_Worksheet589.xlsx"/></Relationships>
</file>

<file path=ppt/charts/_rels/chart590.xml.rels><?xml version='1.0' encoding='UTF-8' standalone='yes'?>
<Relationships xmlns="http://schemas.openxmlformats.org/package/2006/relationships"><Relationship Id="rId1" Type="http://schemas.openxmlformats.org/officeDocument/2006/relationships/package" Target="../embeddings/Microsoft_Excel_Worksheet590.xlsx"/></Relationships>
</file>

<file path=ppt/charts/_rels/chart591.xml.rels><?xml version='1.0' encoding='UTF-8' standalone='yes'?>
<Relationships xmlns="http://schemas.openxmlformats.org/package/2006/relationships"><Relationship Id="rId1" Type="http://schemas.openxmlformats.org/officeDocument/2006/relationships/package" Target="../embeddings/Microsoft_Excel_Worksheet591.xlsx"/></Relationships>
</file>

<file path=ppt/charts/_rels/chart592.xml.rels><?xml version='1.0' encoding='UTF-8' standalone='yes'?>
<Relationships xmlns="http://schemas.openxmlformats.org/package/2006/relationships"><Relationship Id="rId1" Type="http://schemas.openxmlformats.org/officeDocument/2006/relationships/package" Target="../embeddings/Microsoft_Excel_Worksheet592.xlsx"/></Relationships>
</file>

<file path=ppt/charts/_rels/chart593.xml.rels><?xml version='1.0' encoding='UTF-8' standalone='yes'?>
<Relationships xmlns="http://schemas.openxmlformats.org/package/2006/relationships"><Relationship Id="rId1" Type="http://schemas.openxmlformats.org/officeDocument/2006/relationships/package" Target="../embeddings/Microsoft_Excel_Worksheet593.xlsx"/></Relationships>
</file>

<file path=ppt/charts/_rels/chart594.xml.rels><?xml version='1.0' encoding='UTF-8' standalone='yes'?>
<Relationships xmlns="http://schemas.openxmlformats.org/package/2006/relationships"><Relationship Id="rId1" Type="http://schemas.openxmlformats.org/officeDocument/2006/relationships/package" Target="../embeddings/Microsoft_Excel_Worksheet594.xlsx"/></Relationships>
</file>

<file path=ppt/charts/_rels/chart595.xml.rels><?xml version='1.0' encoding='UTF-8' standalone='yes'?>
<Relationships xmlns="http://schemas.openxmlformats.org/package/2006/relationships"><Relationship Id="rId1" Type="http://schemas.openxmlformats.org/officeDocument/2006/relationships/package" Target="../embeddings/Microsoft_Excel_Worksheet595.xlsx"/></Relationships>
</file>

<file path=ppt/charts/_rels/chart596.xml.rels><?xml version='1.0' encoding='UTF-8' standalone='yes'?>
<Relationships xmlns="http://schemas.openxmlformats.org/package/2006/relationships"><Relationship Id="rId1" Type="http://schemas.openxmlformats.org/officeDocument/2006/relationships/package" Target="../embeddings/Microsoft_Excel_Worksheet596.xlsx"/></Relationships>
</file>

<file path=ppt/charts/_rels/chart597.xml.rels><?xml version='1.0' encoding='UTF-8' standalone='yes'?>
<Relationships xmlns="http://schemas.openxmlformats.org/package/2006/relationships"><Relationship Id="rId1" Type="http://schemas.openxmlformats.org/officeDocument/2006/relationships/package" Target="../embeddings/Microsoft_Excel_Worksheet597.xlsx"/></Relationships>
</file>

<file path=ppt/charts/_rels/chart598.xml.rels><?xml version='1.0' encoding='UTF-8' standalone='yes'?>
<Relationships xmlns="http://schemas.openxmlformats.org/package/2006/relationships"><Relationship Id="rId1" Type="http://schemas.openxmlformats.org/officeDocument/2006/relationships/package" Target="../embeddings/Microsoft_Excel_Worksheet598.xlsx"/></Relationships>
</file>

<file path=ppt/charts/_rels/chart599.xml.rels><?xml version='1.0' encoding='UTF-8' standalone='yes'?>
<Relationships xmlns="http://schemas.openxmlformats.org/package/2006/relationships"><Relationship Id="rId1" Type="http://schemas.openxmlformats.org/officeDocument/2006/relationships/package" Target="../embeddings/Microsoft_Excel_Worksheet599.xlsx"/></Relationships>
</file>

<file path=ppt/charts/_rels/chart600.xml.rels><?xml version='1.0' encoding='UTF-8' standalone='yes'?>
<Relationships xmlns="http://schemas.openxmlformats.org/package/2006/relationships"><Relationship Id="rId1" Type="http://schemas.openxmlformats.org/officeDocument/2006/relationships/package" Target="../embeddings/Microsoft_Excel_Worksheet600.xlsx"/></Relationships>
</file>

<file path=ppt/charts/_rels/chart607.xml.rels><?xml version='1.0' encoding='UTF-8' standalone='yes'?>
<Relationships xmlns="http://schemas.openxmlformats.org/package/2006/relationships"><Relationship Id="rId1" Type="http://schemas.openxmlformats.org/officeDocument/2006/relationships/package" Target="../embeddings/Microsoft_Excel_Worksheet607.xlsx"/></Relationships>
</file>

<file path=ppt/charts/_rels/chart608.xml.rels><?xml version='1.0' encoding='UTF-8' standalone='yes'?>
<Relationships xmlns="http://schemas.openxmlformats.org/package/2006/relationships"><Relationship Id="rId1" Type="http://schemas.openxmlformats.org/officeDocument/2006/relationships/package" Target="../embeddings/Microsoft_Excel_Worksheet608.xlsx"/></Relationships>
</file>

<file path=ppt/charts/_rels/chart609.xml.rels><?xml version='1.0' encoding='UTF-8' standalone='yes'?>
<Relationships xmlns="http://schemas.openxmlformats.org/package/2006/relationships"><Relationship Id="rId1" Type="http://schemas.openxmlformats.org/officeDocument/2006/relationships/package" Target="../embeddings/Microsoft_Excel_Worksheet609.xlsx"/></Relationships>
</file>

<file path=ppt/charts/_rels/chart610.xml.rels><?xml version='1.0' encoding='UTF-8' standalone='yes'?>
<Relationships xmlns="http://schemas.openxmlformats.org/package/2006/relationships"><Relationship Id="rId1" Type="http://schemas.openxmlformats.org/officeDocument/2006/relationships/package" Target="../embeddings/Microsoft_Excel_Worksheet610.xlsx"/></Relationships>
</file>

<file path=ppt/charts/_rels/chart611.xml.rels><?xml version='1.0' encoding='UTF-8' standalone='yes'?>
<Relationships xmlns="http://schemas.openxmlformats.org/package/2006/relationships"><Relationship Id="rId1" Type="http://schemas.openxmlformats.org/officeDocument/2006/relationships/package" Target="../embeddings/Microsoft_Excel_Worksheet611.xlsx"/></Relationships>
</file>

<file path=ppt/charts/_rels/chart612.xml.rels><?xml version='1.0' encoding='UTF-8' standalone='yes'?>
<Relationships xmlns="http://schemas.openxmlformats.org/package/2006/relationships"><Relationship Id="rId1" Type="http://schemas.openxmlformats.org/officeDocument/2006/relationships/package" Target="../embeddings/Microsoft_Excel_Worksheet612.xlsx"/></Relationships>
</file>

<file path=ppt/charts/_rels/chart613.xml.rels><?xml version='1.0' encoding='UTF-8' standalone='yes'?>
<Relationships xmlns="http://schemas.openxmlformats.org/package/2006/relationships"><Relationship Id="rId1" Type="http://schemas.openxmlformats.org/officeDocument/2006/relationships/package" Target="../embeddings/Microsoft_Excel_Worksheet613.xlsx"/></Relationships>
</file>

<file path=ppt/charts/_rels/chart614.xml.rels><?xml version='1.0' encoding='UTF-8' standalone='yes'?>
<Relationships xmlns="http://schemas.openxmlformats.org/package/2006/relationships"><Relationship Id="rId1" Type="http://schemas.openxmlformats.org/officeDocument/2006/relationships/package" Target="../embeddings/Microsoft_Excel_Worksheet614.xlsx"/></Relationships>
</file>

<file path=ppt/charts/_rels/chart615.xml.rels><?xml version='1.0' encoding='UTF-8' standalone='yes'?>
<Relationships xmlns="http://schemas.openxmlformats.org/package/2006/relationships"><Relationship Id="rId1" Type="http://schemas.openxmlformats.org/officeDocument/2006/relationships/package" Target="../embeddings/Microsoft_Excel_Worksheet615.xlsx"/></Relationships>
</file>

<file path=ppt/charts/_rels/chart616.xml.rels><?xml version='1.0' encoding='UTF-8' standalone='yes'?>
<Relationships xmlns="http://schemas.openxmlformats.org/package/2006/relationships"><Relationship Id="rId1" Type="http://schemas.openxmlformats.org/officeDocument/2006/relationships/package" Target="../embeddings/Microsoft_Excel_Worksheet616.xlsx"/></Relationships>
</file>

<file path=ppt/charts/_rels/chart617.xml.rels><?xml version='1.0' encoding='UTF-8' standalone='yes'?>
<Relationships xmlns="http://schemas.openxmlformats.org/package/2006/relationships"><Relationship Id="rId1" Type="http://schemas.openxmlformats.org/officeDocument/2006/relationships/package" Target="../embeddings/Microsoft_Excel_Worksheet617.xlsx"/></Relationships>
</file>

<file path=ppt/charts/_rels/chart618.xml.rels><?xml version='1.0' encoding='UTF-8' standalone='yes'?>
<Relationships xmlns="http://schemas.openxmlformats.org/package/2006/relationships"><Relationship Id="rId1" Type="http://schemas.openxmlformats.org/officeDocument/2006/relationships/package" Target="../embeddings/Microsoft_Excel_Worksheet618.xlsx"/></Relationships>
</file>

<file path=ppt/charts/_rels/chart619.xml.rels><?xml version='1.0' encoding='UTF-8' standalone='yes'?>
<Relationships xmlns="http://schemas.openxmlformats.org/package/2006/relationships"><Relationship Id="rId1" Type="http://schemas.openxmlformats.org/officeDocument/2006/relationships/package" Target="../embeddings/Microsoft_Excel_Worksheet619.xlsx"/></Relationships>
</file>

<file path=ppt/charts/_rels/chart620.xml.rels><?xml version='1.0' encoding='UTF-8' standalone='yes'?>
<Relationships xmlns="http://schemas.openxmlformats.org/package/2006/relationships"><Relationship Id="rId1" Type="http://schemas.openxmlformats.org/officeDocument/2006/relationships/package" Target="../embeddings/Microsoft_Excel_Worksheet620.xlsx"/></Relationships>
</file>

<file path=ppt/charts/_rels/chart621.xml.rels><?xml version='1.0' encoding='UTF-8' standalone='yes'?>
<Relationships xmlns="http://schemas.openxmlformats.org/package/2006/relationships"><Relationship Id="rId1" Type="http://schemas.openxmlformats.org/officeDocument/2006/relationships/package" Target="../embeddings/Microsoft_Excel_Worksheet621.xlsx"/></Relationships>
</file>

<file path=ppt/charts/_rels/chart622.xml.rels><?xml version='1.0' encoding='UTF-8' standalone='yes'?>
<Relationships xmlns="http://schemas.openxmlformats.org/package/2006/relationships"><Relationship Id="rId1" Type="http://schemas.openxmlformats.org/officeDocument/2006/relationships/package" Target="../embeddings/Microsoft_Excel_Worksheet622.xlsx"/></Relationships>
</file>

<file path=ppt/charts/_rels/chart623.xml.rels><?xml version='1.0' encoding='UTF-8' standalone='yes'?>
<Relationships xmlns="http://schemas.openxmlformats.org/package/2006/relationships"><Relationship Id="rId1" Type="http://schemas.openxmlformats.org/officeDocument/2006/relationships/package" Target="../embeddings/Microsoft_Excel_Worksheet623.xlsx"/></Relationships>
</file>

<file path=ppt/charts/_rels/chart624.xml.rels><?xml version='1.0' encoding='UTF-8' standalone='yes'?>
<Relationships xmlns="http://schemas.openxmlformats.org/package/2006/relationships"><Relationship Id="rId1" Type="http://schemas.openxmlformats.org/officeDocument/2006/relationships/package" Target="../embeddings/Microsoft_Excel_Worksheet624.xlsx"/></Relationships>
</file>

<file path=ppt/charts/_rels/chart625.xml.rels><?xml version='1.0' encoding='UTF-8' standalone='yes'?>
<Relationships xmlns="http://schemas.openxmlformats.org/package/2006/relationships"><Relationship Id="rId1" Type="http://schemas.openxmlformats.org/officeDocument/2006/relationships/package" Target="../embeddings/Microsoft_Excel_Worksheet625.xlsx"/></Relationships>
</file>

<file path=ppt/charts/_rels/chart626.xml.rels><?xml version='1.0' encoding='UTF-8' standalone='yes'?>
<Relationships xmlns="http://schemas.openxmlformats.org/package/2006/relationships"><Relationship Id="rId1" Type="http://schemas.openxmlformats.org/officeDocument/2006/relationships/package" Target="../embeddings/Microsoft_Excel_Worksheet626.xlsx"/></Relationships>
</file>

<file path=ppt/charts/_rels/chart633.xml.rels><?xml version='1.0' encoding='UTF-8' standalone='yes'?>
<Relationships xmlns="http://schemas.openxmlformats.org/package/2006/relationships"><Relationship Id="rId1" Type="http://schemas.openxmlformats.org/officeDocument/2006/relationships/package" Target="../embeddings/Microsoft_Excel_Worksheet633.xlsx"/></Relationships>
</file>

<file path=ppt/charts/_rels/chart634.xml.rels><?xml version='1.0' encoding='UTF-8' standalone='yes'?>
<Relationships xmlns="http://schemas.openxmlformats.org/package/2006/relationships"><Relationship Id="rId1" Type="http://schemas.openxmlformats.org/officeDocument/2006/relationships/package" Target="../embeddings/Microsoft_Excel_Worksheet634.xlsx"/></Relationships>
</file>

<file path=ppt/charts/_rels/chart635.xml.rels><?xml version='1.0' encoding='UTF-8' standalone='yes'?>
<Relationships xmlns="http://schemas.openxmlformats.org/package/2006/relationships"><Relationship Id="rId1" Type="http://schemas.openxmlformats.org/officeDocument/2006/relationships/package" Target="../embeddings/Microsoft_Excel_Worksheet635.xlsx"/></Relationships>
</file>

<file path=ppt/charts/_rels/chart636.xml.rels><?xml version='1.0' encoding='UTF-8' standalone='yes'?>
<Relationships xmlns="http://schemas.openxmlformats.org/package/2006/relationships"><Relationship Id="rId1" Type="http://schemas.openxmlformats.org/officeDocument/2006/relationships/package" Target="../embeddings/Microsoft_Excel_Worksheet636.xlsx"/></Relationships>
</file>

<file path=ppt/charts/_rels/chart637.xml.rels><?xml version='1.0' encoding='UTF-8' standalone='yes'?>
<Relationships xmlns="http://schemas.openxmlformats.org/package/2006/relationships"><Relationship Id="rId1" Type="http://schemas.openxmlformats.org/officeDocument/2006/relationships/package" Target="../embeddings/Microsoft_Excel_Worksheet637.xlsx"/></Relationships>
</file>

<file path=ppt/charts/_rels/chart638.xml.rels><?xml version='1.0' encoding='UTF-8' standalone='yes'?>
<Relationships xmlns="http://schemas.openxmlformats.org/package/2006/relationships"><Relationship Id="rId1" Type="http://schemas.openxmlformats.org/officeDocument/2006/relationships/package" Target="../embeddings/Microsoft_Excel_Worksheet638.xlsx"/></Relationships>
</file>

<file path=ppt/charts/_rels/chart639.xml.rels><?xml version='1.0' encoding='UTF-8' standalone='yes'?>
<Relationships xmlns="http://schemas.openxmlformats.org/package/2006/relationships"><Relationship Id="rId1" Type="http://schemas.openxmlformats.org/officeDocument/2006/relationships/package" Target="../embeddings/Microsoft_Excel_Worksheet639.xlsx"/></Relationships>
</file>

<file path=ppt/charts/_rels/chart640.xml.rels><?xml version='1.0' encoding='UTF-8' standalone='yes'?>
<Relationships xmlns="http://schemas.openxmlformats.org/package/2006/relationships"><Relationship Id="rId1" Type="http://schemas.openxmlformats.org/officeDocument/2006/relationships/package" Target="../embeddings/Microsoft_Excel_Worksheet640.xlsx"/></Relationships>
</file>

<file path=ppt/charts/_rels/chart641.xml.rels><?xml version='1.0' encoding='UTF-8' standalone='yes'?>
<Relationships xmlns="http://schemas.openxmlformats.org/package/2006/relationships"><Relationship Id="rId1" Type="http://schemas.openxmlformats.org/officeDocument/2006/relationships/package" Target="../embeddings/Microsoft_Excel_Worksheet641.xlsx"/></Relationships>
</file>

<file path=ppt/charts/_rels/chart642.xml.rels><?xml version='1.0' encoding='UTF-8' standalone='yes'?>
<Relationships xmlns="http://schemas.openxmlformats.org/package/2006/relationships"><Relationship Id="rId1" Type="http://schemas.openxmlformats.org/officeDocument/2006/relationships/package" Target="../embeddings/Microsoft_Excel_Worksheet642.xlsx"/></Relationships>
</file>

<file path=ppt/charts/_rels/chart643.xml.rels><?xml version='1.0' encoding='UTF-8' standalone='yes'?>
<Relationships xmlns="http://schemas.openxmlformats.org/package/2006/relationships"><Relationship Id="rId1" Type="http://schemas.openxmlformats.org/officeDocument/2006/relationships/package" Target="../embeddings/Microsoft_Excel_Worksheet643.xlsx"/></Relationships>
</file>

<file path=ppt/charts/_rels/chart644.xml.rels><?xml version='1.0' encoding='UTF-8' standalone='yes'?>
<Relationships xmlns="http://schemas.openxmlformats.org/package/2006/relationships"><Relationship Id="rId1" Type="http://schemas.openxmlformats.org/officeDocument/2006/relationships/package" Target="../embeddings/Microsoft_Excel_Worksheet644.xlsx"/></Relationships>
</file>

<file path=ppt/charts/_rels/chart645.xml.rels><?xml version='1.0' encoding='UTF-8' standalone='yes'?>
<Relationships xmlns="http://schemas.openxmlformats.org/package/2006/relationships"><Relationship Id="rId1" Type="http://schemas.openxmlformats.org/officeDocument/2006/relationships/package" Target="../embeddings/Microsoft_Excel_Worksheet645.xlsx"/></Relationships>
</file>

<file path=ppt/charts/_rels/chart646.xml.rels><?xml version='1.0' encoding='UTF-8' standalone='yes'?>
<Relationships xmlns="http://schemas.openxmlformats.org/package/2006/relationships"><Relationship Id="rId1" Type="http://schemas.openxmlformats.org/officeDocument/2006/relationships/package" Target="../embeddings/Microsoft_Excel_Worksheet646.xlsx"/></Relationships>
</file>

<file path=ppt/charts/_rels/chart647.xml.rels><?xml version='1.0' encoding='UTF-8' standalone='yes'?>
<Relationships xmlns="http://schemas.openxmlformats.org/package/2006/relationships"><Relationship Id="rId1" Type="http://schemas.openxmlformats.org/officeDocument/2006/relationships/package" Target="../embeddings/Microsoft_Excel_Worksheet647.xlsx"/></Relationships>
</file>

<file path=ppt/charts/_rels/chart648.xml.rels><?xml version='1.0' encoding='UTF-8' standalone='yes'?>
<Relationships xmlns="http://schemas.openxmlformats.org/package/2006/relationships"><Relationship Id="rId1" Type="http://schemas.openxmlformats.org/officeDocument/2006/relationships/package" Target="../embeddings/Microsoft_Excel_Worksheet648.xlsx"/></Relationships>
</file>

<file path=ppt/charts/_rels/chart649.xml.rels><?xml version='1.0' encoding='UTF-8' standalone='yes'?>
<Relationships xmlns="http://schemas.openxmlformats.org/package/2006/relationships"><Relationship Id="rId1" Type="http://schemas.openxmlformats.org/officeDocument/2006/relationships/package" Target="../embeddings/Microsoft_Excel_Worksheet649.xlsx"/></Relationships>
</file>

<file path=ppt/charts/_rels/chart650.xml.rels><?xml version='1.0' encoding='UTF-8' standalone='yes'?>
<Relationships xmlns="http://schemas.openxmlformats.org/package/2006/relationships"><Relationship Id="rId1" Type="http://schemas.openxmlformats.org/officeDocument/2006/relationships/package" Target="../embeddings/Microsoft_Excel_Worksheet650.xlsx"/></Relationships>
</file>

<file path=ppt/charts/_rels/chart651.xml.rels><?xml version='1.0' encoding='UTF-8' standalone='yes'?>
<Relationships xmlns="http://schemas.openxmlformats.org/package/2006/relationships"><Relationship Id="rId1" Type="http://schemas.openxmlformats.org/officeDocument/2006/relationships/package" Target="../embeddings/Microsoft_Excel_Worksheet651.xlsx"/></Relationships>
</file>

<file path=ppt/charts/_rels/chart652.xml.rels><?xml version='1.0' encoding='UTF-8' standalone='yes'?>
<Relationships xmlns="http://schemas.openxmlformats.org/package/2006/relationships"><Relationship Id="rId1" Type="http://schemas.openxmlformats.org/officeDocument/2006/relationships/package" Target="../embeddings/Microsoft_Excel_Worksheet652.xlsx"/></Relationships>
</file>

<file path=ppt/charts/_rels/chart659.xml.rels><?xml version='1.0' encoding='UTF-8' standalone='yes'?>
<Relationships xmlns="http://schemas.openxmlformats.org/package/2006/relationships"><Relationship Id="rId1" Type="http://schemas.openxmlformats.org/officeDocument/2006/relationships/package" Target="../embeddings/Microsoft_Excel_Worksheet659.xlsx"/></Relationships>
</file>

<file path=ppt/charts/_rels/chart660.xml.rels><?xml version='1.0' encoding='UTF-8' standalone='yes'?>
<Relationships xmlns="http://schemas.openxmlformats.org/package/2006/relationships"><Relationship Id="rId1" Type="http://schemas.openxmlformats.org/officeDocument/2006/relationships/package" Target="../embeddings/Microsoft_Excel_Worksheet660.xlsx"/></Relationships>
</file>

<file path=ppt/charts/_rels/chart661.xml.rels><?xml version='1.0' encoding='UTF-8' standalone='yes'?>
<Relationships xmlns="http://schemas.openxmlformats.org/package/2006/relationships"><Relationship Id="rId1" Type="http://schemas.openxmlformats.org/officeDocument/2006/relationships/package" Target="../embeddings/Microsoft_Excel_Worksheet661.xlsx"/></Relationships>
</file>

<file path=ppt/charts/_rels/chart662.xml.rels><?xml version='1.0' encoding='UTF-8' standalone='yes'?>
<Relationships xmlns="http://schemas.openxmlformats.org/package/2006/relationships"><Relationship Id="rId1" Type="http://schemas.openxmlformats.org/officeDocument/2006/relationships/package" Target="../embeddings/Microsoft_Excel_Worksheet662.xlsx"/></Relationships>
</file>

<file path=ppt/charts/_rels/chart663.xml.rels><?xml version='1.0' encoding='UTF-8' standalone='yes'?>
<Relationships xmlns="http://schemas.openxmlformats.org/package/2006/relationships"><Relationship Id="rId1" Type="http://schemas.openxmlformats.org/officeDocument/2006/relationships/package" Target="../embeddings/Microsoft_Excel_Worksheet663.xlsx"/></Relationships>
</file>

<file path=ppt/charts/_rels/chart664.xml.rels><?xml version='1.0' encoding='UTF-8' standalone='yes'?>
<Relationships xmlns="http://schemas.openxmlformats.org/package/2006/relationships"><Relationship Id="rId1" Type="http://schemas.openxmlformats.org/officeDocument/2006/relationships/package" Target="../embeddings/Microsoft_Excel_Worksheet664.xlsx"/></Relationships>
</file>

<file path=ppt/charts/_rels/chart665.xml.rels><?xml version='1.0' encoding='UTF-8' standalone='yes'?>
<Relationships xmlns="http://schemas.openxmlformats.org/package/2006/relationships"><Relationship Id="rId1" Type="http://schemas.openxmlformats.org/officeDocument/2006/relationships/package" Target="../embeddings/Microsoft_Excel_Worksheet665.xlsx"/></Relationships>
</file>

<file path=ppt/charts/_rels/chart666.xml.rels><?xml version='1.0' encoding='UTF-8' standalone='yes'?>
<Relationships xmlns="http://schemas.openxmlformats.org/package/2006/relationships"><Relationship Id="rId1" Type="http://schemas.openxmlformats.org/officeDocument/2006/relationships/package" Target="../embeddings/Microsoft_Excel_Worksheet666.xlsx"/></Relationships>
</file>

<file path=ppt/charts/_rels/chart667.xml.rels><?xml version='1.0' encoding='UTF-8' standalone='yes'?>
<Relationships xmlns="http://schemas.openxmlformats.org/package/2006/relationships"><Relationship Id="rId1" Type="http://schemas.openxmlformats.org/officeDocument/2006/relationships/package" Target="../embeddings/Microsoft_Excel_Worksheet667.xlsx"/></Relationships>
</file>

<file path=ppt/charts/_rels/chart668.xml.rels><?xml version='1.0' encoding='UTF-8' standalone='yes'?>
<Relationships xmlns="http://schemas.openxmlformats.org/package/2006/relationships"><Relationship Id="rId1" Type="http://schemas.openxmlformats.org/officeDocument/2006/relationships/package" Target="../embeddings/Microsoft_Excel_Worksheet668.xlsx"/></Relationships>
</file>

<file path=ppt/charts/_rels/chart669.xml.rels><?xml version='1.0' encoding='UTF-8' standalone='yes'?>
<Relationships xmlns="http://schemas.openxmlformats.org/package/2006/relationships"><Relationship Id="rId1" Type="http://schemas.openxmlformats.org/officeDocument/2006/relationships/package" Target="../embeddings/Microsoft_Excel_Worksheet669.xlsx"/></Relationships>
</file>

<file path=ppt/charts/_rels/chart670.xml.rels><?xml version='1.0' encoding='UTF-8' standalone='yes'?>
<Relationships xmlns="http://schemas.openxmlformats.org/package/2006/relationships"><Relationship Id="rId1" Type="http://schemas.openxmlformats.org/officeDocument/2006/relationships/package" Target="../embeddings/Microsoft_Excel_Worksheet670.xlsx"/></Relationships>
</file>

<file path=ppt/charts/_rels/chart671.xml.rels><?xml version='1.0' encoding='UTF-8' standalone='yes'?>
<Relationships xmlns="http://schemas.openxmlformats.org/package/2006/relationships"><Relationship Id="rId1" Type="http://schemas.openxmlformats.org/officeDocument/2006/relationships/package" Target="../embeddings/Microsoft_Excel_Worksheet671.xlsx"/></Relationships>
</file>

<file path=ppt/charts/_rels/chart672.xml.rels><?xml version='1.0' encoding='UTF-8' standalone='yes'?>
<Relationships xmlns="http://schemas.openxmlformats.org/package/2006/relationships"><Relationship Id="rId1" Type="http://schemas.openxmlformats.org/officeDocument/2006/relationships/package" Target="../embeddings/Microsoft_Excel_Worksheet672.xlsx"/></Relationships>
</file>

<file path=ppt/charts/_rels/chart673.xml.rels><?xml version='1.0' encoding='UTF-8' standalone='yes'?>
<Relationships xmlns="http://schemas.openxmlformats.org/package/2006/relationships"><Relationship Id="rId1" Type="http://schemas.openxmlformats.org/officeDocument/2006/relationships/package" Target="../embeddings/Microsoft_Excel_Worksheet673.xlsx"/></Relationships>
</file>

<file path=ppt/charts/_rels/chart674.xml.rels><?xml version='1.0' encoding='UTF-8' standalone='yes'?>
<Relationships xmlns="http://schemas.openxmlformats.org/package/2006/relationships"><Relationship Id="rId1" Type="http://schemas.openxmlformats.org/officeDocument/2006/relationships/package" Target="../embeddings/Microsoft_Excel_Worksheet674.xlsx"/></Relationships>
</file>

<file path=ppt/charts/_rels/chart675.xml.rels><?xml version='1.0' encoding='UTF-8' standalone='yes'?>
<Relationships xmlns="http://schemas.openxmlformats.org/package/2006/relationships"><Relationship Id="rId1" Type="http://schemas.openxmlformats.org/officeDocument/2006/relationships/package" Target="../embeddings/Microsoft_Excel_Worksheet675.xlsx"/></Relationships>
</file>

<file path=ppt/charts/_rels/chart676.xml.rels><?xml version='1.0' encoding='UTF-8' standalone='yes'?>
<Relationships xmlns="http://schemas.openxmlformats.org/package/2006/relationships"><Relationship Id="rId1" Type="http://schemas.openxmlformats.org/officeDocument/2006/relationships/package" Target="../embeddings/Microsoft_Excel_Worksheet676.xlsx"/></Relationships>
</file>

<file path=ppt/charts/_rels/chart677.xml.rels><?xml version='1.0' encoding='UTF-8' standalone='yes'?>
<Relationships xmlns="http://schemas.openxmlformats.org/package/2006/relationships"><Relationship Id="rId1" Type="http://schemas.openxmlformats.org/officeDocument/2006/relationships/package" Target="../embeddings/Microsoft_Excel_Worksheet677.xlsx"/></Relationships>
</file>

<file path=ppt/charts/_rels/chart678.xml.rels><?xml version='1.0' encoding='UTF-8' standalone='yes'?>
<Relationships xmlns="http://schemas.openxmlformats.org/package/2006/relationships"><Relationship Id="rId1" Type="http://schemas.openxmlformats.org/officeDocument/2006/relationships/package" Target="../embeddings/Microsoft_Excel_Worksheet678.xlsx"/></Relationships>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673214.4099999999</c:v>
                </c:pt>
                <c:pt idx="1">
                  <c:v>667043.93</c:v>
                </c:pt>
                <c:pt idx="2">
                  <c:v>660698.5700000001</c:v>
                </c:pt>
                <c:pt idx="3">
                  <c:v>783779.69</c:v>
                </c:pt>
                <c:pt idx="4">
                  <c:v>686251.59</c:v>
                </c:pt>
                <c:pt idx="5">
                  <c:v>762803.78</c:v>
                </c:pt>
                <c:pt idx="6">
                  <c:v>862929.99</c:v>
                </c:pt>
                <c:pt idx="7">
                  <c:v>726104.11</c:v>
                </c:pt>
                <c:pt idx="8">
                  <c:v>591602.85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745844.09</c:v>
                </c:pt>
                <c:pt idx="1">
                  <c:v>786979.38</c:v>
                </c:pt>
                <c:pt idx="2">
                  <c:v>853584.5199999999</c:v>
                </c:pt>
                <c:pt idx="3">
                  <c:v>886019.2000000001</c:v>
                </c:pt>
                <c:pt idx="4">
                  <c:v>848389.89</c:v>
                </c:pt>
                <c:pt idx="5">
                  <c:v>907975.3200000001</c:v>
                </c:pt>
                <c:pt idx="6">
                  <c:v>953945.6100000001</c:v>
                </c:pt>
                <c:pt idx="7">
                  <c:v>919011.0900000001</c:v>
                </c:pt>
                <c:pt idx="8">
                  <c:v>928518.6799999999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82933.0308000001"/>
          <c:min val="562615.42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426367.52</c:v>
                </c:pt>
                <c:pt idx="1">
                  <c:v>359449.32999999996</c:v>
                </c:pt>
                <c:pt idx="2">
                  <c:v>344941.30000000005</c:v>
                </c:pt>
                <c:pt idx="3">
                  <c:v>467680.61</c:v>
                </c:pt>
                <c:pt idx="4">
                  <c:v>501380.55</c:v>
                </c:pt>
                <c:pt idx="5">
                  <c:v>528913.37</c:v>
                </c:pt>
                <c:pt idx="6">
                  <c:v>498520.88</c:v>
                </c:pt>
                <c:pt idx="7">
                  <c:v>533962.25</c:v>
                </c:pt>
                <c:pt idx="8">
                  <c:v>445357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631319.72</c:v>
                </c:pt>
                <c:pt idx="1">
                  <c:v>546833.85</c:v>
                </c:pt>
                <c:pt idx="2">
                  <c:v>542606.93</c:v>
                </c:pt>
                <c:pt idx="3">
                  <c:v>590782.32</c:v>
                </c:pt>
                <c:pt idx="4">
                  <c:v>414490.05</c:v>
                </c:pt>
                <c:pt idx="5">
                  <c:v>470078.17000000004</c:v>
                </c:pt>
                <c:pt idx="6">
                  <c:v>746155.96</c:v>
                </c:pt>
                <c:pt idx="7">
                  <c:v>500529.55</c:v>
                </c:pt>
                <c:pt idx="8">
                  <c:v>502102.01999999996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78253.1327999999"/>
          <c:min val="312844.127200000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174589.61</c:v>
                </c:pt>
                <c:pt idx="1">
                  <c:v>95405.77</c:v>
                </c:pt>
                <c:pt idx="2">
                  <c:v>140625.01</c:v>
                </c:pt>
                <c:pt idx="3">
                  <c:v>203321.24</c:v>
                </c:pt>
                <c:pt idx="4">
                  <c:v>219850.85</c:v>
                </c:pt>
                <c:pt idx="5">
                  <c:v>252107.89</c:v>
                </c:pt>
                <c:pt idx="6">
                  <c:v>232479.66</c:v>
                </c:pt>
                <c:pt idx="7">
                  <c:v>295546.51</c:v>
                </c:pt>
                <c:pt idx="8">
                  <c:v>218835.64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249580.28</c:v>
                </c:pt>
                <c:pt idx="1">
                  <c:v>274924.13</c:v>
                </c:pt>
                <c:pt idx="2">
                  <c:v>284945.48</c:v>
                </c:pt>
                <c:pt idx="3">
                  <c:v>417111.44</c:v>
                </c:pt>
                <c:pt idx="4">
                  <c:v>224022.98</c:v>
                </c:pt>
                <c:pt idx="5">
                  <c:v>244327.32</c:v>
                </c:pt>
                <c:pt idx="6">
                  <c:v>316671.08999999997</c:v>
                </c:pt>
                <c:pt idx="7">
                  <c:v>338493.80000000005</c:v>
                </c:pt>
                <c:pt idx="8">
                  <c:v>248463.19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42847.8936"/>
          <c:min val="69669.3164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584689.0700000001</c:v>
                </c:pt>
                <c:pt idx="1">
                  <c:v>558117.13</c:v>
                </c:pt>
                <c:pt idx="2">
                  <c:v>703874.1499999999</c:v>
                </c:pt>
                <c:pt idx="3">
                  <c:v>556698.45</c:v>
                </c:pt>
                <c:pt idx="4">
                  <c:v>677884.43</c:v>
                </c:pt>
                <c:pt idx="5">
                  <c:v>614133.19</c:v>
                </c:pt>
                <c:pt idx="6">
                  <c:v>611029.54</c:v>
                </c:pt>
                <c:pt idx="7">
                  <c:v>629549.39</c:v>
                </c:pt>
                <c:pt idx="8">
                  <c:v>450419.98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573373.03</c:v>
                </c:pt>
                <c:pt idx="1">
                  <c:v>430536.70999999996</c:v>
                </c:pt>
                <c:pt idx="2">
                  <c:v>753650.69</c:v>
                </c:pt>
                <c:pt idx="3">
                  <c:v>652757.3</c:v>
                </c:pt>
                <c:pt idx="4">
                  <c:v>679631.37</c:v>
                </c:pt>
                <c:pt idx="5">
                  <c:v>813403.42</c:v>
                </c:pt>
                <c:pt idx="6">
                  <c:v>825379.6699999999</c:v>
                </c:pt>
                <c:pt idx="7">
                  <c:v>692141.1499999999</c:v>
                </c:pt>
                <c:pt idx="8">
                  <c:v>657769.0599999999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56967.1068"/>
          <c:min val="398949.273199999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-26463.230000000003</c:v>
                </c:pt>
                <c:pt idx="1">
                  <c:v>-44186.57</c:v>
                </c:pt>
                <c:pt idx="2">
                  <c:v>-12549.57</c:v>
                </c:pt>
                <c:pt idx="3">
                  <c:v>-31739.4</c:v>
                </c:pt>
                <c:pt idx="4">
                  <c:v>-31558.960000000003</c:v>
                </c:pt>
                <c:pt idx="5">
                  <c:v>-68943.1</c:v>
                </c:pt>
                <c:pt idx="6">
                  <c:v>-52091.22</c:v>
                </c:pt>
                <c:pt idx="7">
                  <c:v>-26663.800000000003</c:v>
                </c:pt>
                <c:pt idx="8">
                  <c:v>-95108.88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-6470.57</c:v>
                </c:pt>
                <c:pt idx="1">
                  <c:v>-6038.219999999999</c:v>
                </c:pt>
                <c:pt idx="2">
                  <c:v>26901.36</c:v>
                </c:pt>
                <c:pt idx="3">
                  <c:v>372.7600000000002</c:v>
                </c:pt>
                <c:pt idx="4">
                  <c:v>-24119.12000000001</c:v>
                </c:pt>
                <c:pt idx="5">
                  <c:v>-15411.61</c:v>
                </c:pt>
                <c:pt idx="6">
                  <c:v>33968.16</c:v>
                </c:pt>
                <c:pt idx="7">
                  <c:v>42532.58</c:v>
                </c:pt>
                <c:pt idx="8">
                  <c:v>42694.33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3718.586800000005"/>
          <c:min val="-106133.1368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245650.74</c:v>
                </c:pt>
                <c:pt idx="1">
                  <c:v>205123.04</c:v>
                </c:pt>
                <c:pt idx="2">
                  <c:v>363576.81</c:v>
                </c:pt>
                <c:pt idx="3">
                  <c:v>412964.21</c:v>
                </c:pt>
                <c:pt idx="4">
                  <c:v>375704.95</c:v>
                </c:pt>
                <c:pt idx="5">
                  <c:v>294757.57</c:v>
                </c:pt>
                <c:pt idx="6">
                  <c:v>348013.7</c:v>
                </c:pt>
                <c:pt idx="7">
                  <c:v>340023.29000000004</c:v>
                </c:pt>
                <c:pt idx="8">
                  <c:v>324492.52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121855.7</c:v>
                </c:pt>
                <c:pt idx="1">
                  <c:v>156572.78</c:v>
                </c:pt>
                <c:pt idx="2">
                  <c:v>264672.1</c:v>
                </c:pt>
                <c:pt idx="3">
                  <c:v>340203.34</c:v>
                </c:pt>
                <c:pt idx="4">
                  <c:v>215194.3</c:v>
                </c:pt>
                <c:pt idx="5">
                  <c:v>286901.52</c:v>
                </c:pt>
                <c:pt idx="6">
                  <c:v>407732.62</c:v>
                </c:pt>
                <c:pt idx="7">
                  <c:v>244529.28999999998</c:v>
                </c:pt>
                <c:pt idx="8">
                  <c:v>229306.31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36252.89080000005"/>
          <c:min val="98567.01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120502.33</c:v>
                </c:pt>
                <c:pt idx="1">
                  <c:v>137723.4</c:v>
                </c:pt>
                <c:pt idx="2">
                  <c:v>146104.6</c:v>
                </c:pt>
                <c:pt idx="3">
                  <c:v>105201.39</c:v>
                </c:pt>
                <c:pt idx="4">
                  <c:v>223669.27000000002</c:v>
                </c:pt>
                <c:pt idx="5">
                  <c:v>209534.28999999998</c:v>
                </c:pt>
                <c:pt idx="6">
                  <c:v>220370.36000000002</c:v>
                </c:pt>
                <c:pt idx="7">
                  <c:v>220706.81</c:v>
                </c:pt>
                <c:pt idx="8">
                  <c:v>164187.72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140485.17</c:v>
                </c:pt>
                <c:pt idx="1">
                  <c:v>80036.92</c:v>
                </c:pt>
                <c:pt idx="2">
                  <c:v>90158.89</c:v>
                </c:pt>
                <c:pt idx="3">
                  <c:v>132751.79</c:v>
                </c:pt>
                <c:pt idx="4">
                  <c:v>138796.77</c:v>
                </c:pt>
                <c:pt idx="5">
                  <c:v>130956.01000000001</c:v>
                </c:pt>
                <c:pt idx="6">
                  <c:v>162421.52</c:v>
                </c:pt>
                <c:pt idx="7">
                  <c:v>120607.87</c:v>
                </c:pt>
                <c:pt idx="8">
                  <c:v>94286.11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5159.858"/>
          <c:min val="68546.3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170486.2</c:v>
                </c:pt>
                <c:pt idx="1">
                  <c:v>142584.58</c:v>
                </c:pt>
                <c:pt idx="2">
                  <c:v>169880.13</c:v>
                </c:pt>
                <c:pt idx="3">
                  <c:v>98520.33</c:v>
                </c:pt>
                <c:pt idx="4">
                  <c:v>128191.81</c:v>
                </c:pt>
                <c:pt idx="5">
                  <c:v>56035.07000000001</c:v>
                </c:pt>
                <c:pt idx="6">
                  <c:v>114671.90000000001</c:v>
                </c:pt>
                <c:pt idx="7">
                  <c:v>49038.1900000001</c:v>
                </c:pt>
                <c:pt idx="8">
                  <c:v>37765.13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48124.9100000001</c:v>
                </c:pt>
                <c:pt idx="1">
                  <c:v>67628.62</c:v>
                </c:pt>
                <c:pt idx="2">
                  <c:v>85568.91</c:v>
                </c:pt>
                <c:pt idx="3">
                  <c:v>74715.74</c:v>
                </c:pt>
                <c:pt idx="4">
                  <c:v>77653.98000000001</c:v>
                </c:pt>
                <c:pt idx="5">
                  <c:v>96905.8</c:v>
                </c:pt>
                <c:pt idx="6">
                  <c:v>150361.94</c:v>
                </c:pt>
                <c:pt idx="7">
                  <c:v>56361.46</c:v>
                </c:pt>
                <c:pt idx="8">
                  <c:v>42003.899999999994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1103.8856"/>
          <c:min val="27147.4443999999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37716.71</c:v>
                </c:pt>
                <c:pt idx="1">
                  <c:v>4642.220000000001</c:v>
                </c:pt>
                <c:pt idx="2">
                  <c:v>11060.24</c:v>
                </c:pt>
                <c:pt idx="3">
                  <c:v>44582.18</c:v>
                </c:pt>
                <c:pt idx="4">
                  <c:v>21382.129999999997</c:v>
                </c:pt>
                <c:pt idx="5">
                  <c:v>10339.22999999999</c:v>
                </c:pt>
                <c:pt idx="6">
                  <c:v>8475.94</c:v>
                </c:pt>
                <c:pt idx="7">
                  <c:v>17071.07</c:v>
                </c:pt>
                <c:pt idx="8">
                  <c:v>-1812.039999999999</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8050.36</c:v>
                </c:pt>
                <c:pt idx="1">
                  <c:v>-18682.78</c:v>
                </c:pt>
                <c:pt idx="2">
                  <c:v>-51.42000000000007</c:v>
                </c:pt>
                <c:pt idx="3">
                  <c:v>1084.6799999999994</c:v>
                </c:pt>
                <c:pt idx="4">
                  <c:v>-34679.21</c:v>
                </c:pt>
                <c:pt idx="5">
                  <c:v>8947.710000000001</c:v>
                </c:pt>
                <c:pt idx="6">
                  <c:v>11240.54</c:v>
                </c:pt>
                <c:pt idx="7">
                  <c:v>-30117.020000000004</c:v>
                </c:pt>
                <c:pt idx="8">
                  <c:v>-4436.4000000000015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0923.0912"/>
          <c:min val="-41020.12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219802.3</c:v>
                </c:pt>
                <c:pt idx="1">
                  <c:v>211892.04</c:v>
                </c:pt>
                <c:pt idx="2">
                  <c:v>214300.62</c:v>
                </c:pt>
                <c:pt idx="3">
                  <c:v>228246.07</c:v>
                </c:pt>
                <c:pt idx="4">
                  <c:v>229116.99000000002</c:v>
                </c:pt>
                <c:pt idx="5">
                  <c:v>274971.16000000003</c:v>
                </c:pt>
                <c:pt idx="6">
                  <c:v>253016.14</c:v>
                </c:pt>
                <c:pt idx="7">
                  <c:v>182040.11</c:v>
                </c:pt>
                <c:pt idx="8">
                  <c:v>179843.81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222426</c:v>
                </c:pt>
                <c:pt idx="1">
                  <c:v>169870.58000000002</c:v>
                </c:pt>
                <c:pt idx="2">
                  <c:v>242438.32</c:v>
                </c:pt>
                <c:pt idx="3">
                  <c:v>154932.47999999998</c:v>
                </c:pt>
                <c:pt idx="4">
                  <c:v>212075.43</c:v>
                </c:pt>
                <c:pt idx="5">
                  <c:v>253409.36</c:v>
                </c:pt>
                <c:pt idx="6">
                  <c:v>176333.12</c:v>
                </c:pt>
                <c:pt idx="7">
                  <c:v>218003.21</c:v>
                </c:pt>
                <c:pt idx="8">
                  <c:v>166067.97999999998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84574.25440000003"/>
          <c:min val="145329.385599999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585853.4766666667</c:v>
                </c:pt>
                <c:pt idx="1">
                  <c:v>585853.4766666667</c:v>
                </c:pt>
                <c:pt idx="2">
                  <c:v>585853.4766666667</c:v>
                </c:pt>
                <c:pt idx="3">
                  <c:v>585853.4766666667</c:v>
                </c:pt>
                <c:pt idx="4">
                  <c:v>585853.4766666667</c:v>
                </c:pt>
                <c:pt idx="5">
                  <c:v>585853.4766666667</c:v>
                </c:pt>
                <c:pt idx="6">
                  <c:v>585853.4766666667</c:v>
                </c:pt>
                <c:pt idx="7">
                  <c:v>585853.4766666667</c:v>
                </c:pt>
                <c:pt idx="8">
                  <c:v>585853.4766666667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56967.1068"/>
          <c:min val="398949.273199999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573373.03</c:v>
                </c:pt>
                <c:pt idx="1">
                  <c:v>430536.70999999996</c:v>
                </c:pt>
                <c:pt idx="2">
                  <c:v>753650.69</c:v>
                </c:pt>
                <c:pt idx="3">
                  <c:v>652757.3</c:v>
                </c:pt>
                <c:pt idx="4">
                  <c:v>679631.37</c:v>
                </c:pt>
                <c:pt idx="5">
                  <c:v>813403.42</c:v>
                </c:pt>
                <c:pt idx="6">
                  <c:v>825379.6699999999</c:v>
                </c:pt>
                <c:pt idx="7">
                  <c:v>692141.1499999999</c:v>
                </c:pt>
                <c:pt idx="8">
                  <c:v>657769.0599999999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56967.1068"/>
          <c:min val="398949.273199999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795469.33</c:v>
                </c:pt>
                <c:pt idx="1">
                  <c:v>795469.33</c:v>
                </c:pt>
                <c:pt idx="2">
                  <c:v>795469.33</c:v>
                </c:pt>
                <c:pt idx="3">
                  <c:v>795469.33</c:v>
                </c:pt>
                <c:pt idx="4">
                  <c:v>795469.33</c:v>
                </c:pt>
                <c:pt idx="5">
                  <c:v>795469.33</c:v>
                </c:pt>
                <c:pt idx="6">
                  <c:v>795469.33</c:v>
                </c:pt>
                <c:pt idx="7">
                  <c:v>795469.33</c:v>
                </c:pt>
                <c:pt idx="8">
                  <c:v>795469.33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70593.7316"/>
          <c:min val="729195.96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745844.09</c:v>
                </c:pt>
                <c:pt idx="1">
                  <c:v>786979.38</c:v>
                </c:pt>
                <c:pt idx="2">
                  <c:v>853584.5199999999</c:v>
                </c:pt>
                <c:pt idx="3">
                  <c:v>886019.2000000001</c:v>
                </c:pt>
                <c:pt idx="4">
                  <c:v>848389.89</c:v>
                </c:pt>
                <c:pt idx="5">
                  <c:v>907975.3200000001</c:v>
                </c:pt>
                <c:pt idx="6">
                  <c:v>953945.6100000001</c:v>
                </c:pt>
                <c:pt idx="7">
                  <c:v>919011.0900000001</c:v>
                </c:pt>
                <c:pt idx="8">
                  <c:v>928518.6799999999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70593.7316"/>
          <c:min val="729195.96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181033.52666666667</c:v>
                </c:pt>
                <c:pt idx="1">
                  <c:v>181033.52666666667</c:v>
                </c:pt>
                <c:pt idx="2">
                  <c:v>181033.52666666667</c:v>
                </c:pt>
                <c:pt idx="3">
                  <c:v>181033.52666666667</c:v>
                </c:pt>
                <c:pt idx="4">
                  <c:v>181033.52666666667</c:v>
                </c:pt>
                <c:pt idx="5">
                  <c:v>181033.52666666667</c:v>
                </c:pt>
                <c:pt idx="6">
                  <c:v>181033.52666666667</c:v>
                </c:pt>
                <c:pt idx="7">
                  <c:v>181033.52666666667</c:v>
                </c:pt>
                <c:pt idx="8">
                  <c:v>181033.52666666667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30602.7736"/>
          <c:min val="98985.5463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121855.7</c:v>
                </c:pt>
                <c:pt idx="1">
                  <c:v>156572.78</c:v>
                </c:pt>
                <c:pt idx="2">
                  <c:v>264672.1</c:v>
                </c:pt>
                <c:pt idx="3">
                  <c:v>340203.34</c:v>
                </c:pt>
                <c:pt idx="4">
                  <c:v>215194.3</c:v>
                </c:pt>
                <c:pt idx="5">
                  <c:v>286901.52</c:v>
                </c:pt>
                <c:pt idx="6">
                  <c:v>407732.62</c:v>
                </c:pt>
                <c:pt idx="7">
                  <c:v>244529.28999999998</c:v>
                </c:pt>
                <c:pt idx="8">
                  <c:v>229306.31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30602.7736"/>
          <c:min val="98985.5463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315935.0233333333</c:v>
                </c:pt>
                <c:pt idx="1">
                  <c:v>315935.0233333333</c:v>
                </c:pt>
                <c:pt idx="2">
                  <c:v>315935.0233333333</c:v>
                </c:pt>
                <c:pt idx="3">
                  <c:v>315935.0233333333</c:v>
                </c:pt>
                <c:pt idx="4">
                  <c:v>315935.0233333333</c:v>
                </c:pt>
                <c:pt idx="5">
                  <c:v>315935.0233333333</c:v>
                </c:pt>
                <c:pt idx="6">
                  <c:v>315935.0233333333</c:v>
                </c:pt>
                <c:pt idx="7">
                  <c:v>315935.0233333333</c:v>
                </c:pt>
                <c:pt idx="8">
                  <c:v>315935.0233333333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35617.74279999995"/>
          <c:min val="261792.42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273780.38</c:v>
                </c:pt>
                <c:pt idx="1">
                  <c:v>309944.18</c:v>
                </c:pt>
                <c:pt idx="2">
                  <c:v>364080.51</c:v>
                </c:pt>
                <c:pt idx="3">
                  <c:v>354687.55</c:v>
                </c:pt>
                <c:pt idx="4">
                  <c:v>371375.56</c:v>
                </c:pt>
                <c:pt idx="5">
                  <c:v>423629.79</c:v>
                </c:pt>
                <c:pt idx="6">
                  <c:v>394775.23</c:v>
                </c:pt>
                <c:pt idx="7">
                  <c:v>408930.12</c:v>
                </c:pt>
                <c:pt idx="8">
                  <c:v>420860.37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35617.74279999995"/>
          <c:min val="261792.42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70601.78333333333</c:v>
                </c:pt>
                <c:pt idx="1">
                  <c:v>70601.78333333333</c:v>
                </c:pt>
                <c:pt idx="2">
                  <c:v>70601.78333333333</c:v>
                </c:pt>
                <c:pt idx="3">
                  <c:v>70601.78333333333</c:v>
                </c:pt>
                <c:pt idx="4">
                  <c:v>70601.78333333333</c:v>
                </c:pt>
                <c:pt idx="5">
                  <c:v>70601.78333333333</c:v>
                </c:pt>
                <c:pt idx="6">
                  <c:v>70601.78333333333</c:v>
                </c:pt>
                <c:pt idx="7">
                  <c:v>70601.78333333333</c:v>
                </c:pt>
                <c:pt idx="8">
                  <c:v>70601.78333333333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5098.6772"/>
          <c:min val="12853.7327999999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47136.119999999995</c:v>
                </c:pt>
                <c:pt idx="1">
                  <c:v>26801.659999999996</c:v>
                </c:pt>
                <c:pt idx="2">
                  <c:v>137867.57</c:v>
                </c:pt>
                <c:pt idx="3">
                  <c:v>112157.02</c:v>
                </c:pt>
                <c:pt idx="4">
                  <c:v>82989.38</c:v>
                </c:pt>
                <c:pt idx="5">
                  <c:v>113482.47</c:v>
                </c:pt>
                <c:pt idx="6">
                  <c:v>112178.77</c:v>
                </c:pt>
                <c:pt idx="7">
                  <c:v>151377.61</c:v>
                </c:pt>
                <c:pt idx="8">
                  <c:v>201150.75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5098.6772"/>
          <c:min val="12853.7327999999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136708.57</c:v>
                </c:pt>
                <c:pt idx="1">
                  <c:v>112824.28</c:v>
                </c:pt>
                <c:pt idx="2">
                  <c:v>111636.20999999999</c:v>
                </c:pt>
                <c:pt idx="3">
                  <c:v>138557</c:v>
                </c:pt>
                <c:pt idx="4">
                  <c:v>102306.09</c:v>
                </c:pt>
                <c:pt idx="5">
                  <c:v>110209.59</c:v>
                </c:pt>
                <c:pt idx="6">
                  <c:v>167539.66999999998</c:v>
                </c:pt>
                <c:pt idx="7">
                  <c:v>130883.47</c:v>
                </c:pt>
                <c:pt idx="8">
                  <c:v>120116.82999999999</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122685.44</c:v>
                </c:pt>
                <c:pt idx="1">
                  <c:v>170274.09</c:v>
                </c:pt>
                <c:pt idx="2">
                  <c:v>181574.05</c:v>
                </c:pt>
                <c:pt idx="3">
                  <c:v>159002.65</c:v>
                </c:pt>
                <c:pt idx="4">
                  <c:v>158555.92</c:v>
                </c:pt>
                <c:pt idx="5">
                  <c:v>177958.81</c:v>
                </c:pt>
                <c:pt idx="6">
                  <c:v>206377.29</c:v>
                </c:pt>
                <c:pt idx="7">
                  <c:v>179348.7</c:v>
                </c:pt>
                <c:pt idx="8">
                  <c:v>179494.38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4702.986"/>
          <c:min val="93980.3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279158.61</c:v>
                </c:pt>
                <c:pt idx="1">
                  <c:v>246299.61</c:v>
                </c:pt>
                <c:pt idx="2">
                  <c:v>277949.06</c:v>
                </c:pt>
                <c:pt idx="3">
                  <c:v>257326.83000000002</c:v>
                </c:pt>
                <c:pt idx="4">
                  <c:v>261986.21</c:v>
                </c:pt>
                <c:pt idx="5">
                  <c:v>230101.88</c:v>
                </c:pt>
                <c:pt idx="6">
                  <c:v>240805.24</c:v>
                </c:pt>
                <c:pt idx="7">
                  <c:v>274478.65</c:v>
                </c:pt>
                <c:pt idx="8">
                  <c:v>196527.96000000002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318330.82</c:v>
                </c:pt>
                <c:pt idx="1">
                  <c:v>312431.39</c:v>
                </c:pt>
                <c:pt idx="2">
                  <c:v>357803.52999999997</c:v>
                </c:pt>
                <c:pt idx="3">
                  <c:v>316035.44</c:v>
                </c:pt>
                <c:pt idx="4">
                  <c:v>297229.79000000004</c:v>
                </c:pt>
                <c:pt idx="5">
                  <c:v>310532.31</c:v>
                </c:pt>
                <c:pt idx="6">
                  <c:v>341103.91000000003</c:v>
                </c:pt>
                <c:pt idx="7">
                  <c:v>359225.20999999996</c:v>
                </c:pt>
                <c:pt idx="8">
                  <c:v>369333.19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3157.6084"/>
          <c:min val="182703.541600000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340480.1</c:v>
                </c:pt>
                <c:pt idx="1">
                  <c:v>275067.74</c:v>
                </c:pt>
                <c:pt idx="2">
                  <c:v>379293.83</c:v>
                </c:pt>
                <c:pt idx="3">
                  <c:v>394725.16000000003</c:v>
                </c:pt>
                <c:pt idx="4">
                  <c:v>367038.15</c:v>
                </c:pt>
                <c:pt idx="5">
                  <c:v>351035.32</c:v>
                </c:pt>
                <c:pt idx="6">
                  <c:v>419932</c:v>
                </c:pt>
                <c:pt idx="7">
                  <c:v>404285.91000000003</c:v>
                </c:pt>
                <c:pt idx="8">
                  <c:v>449602.85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439181.49</c:v>
                </c:pt>
                <c:pt idx="1">
                  <c:v>416904.62</c:v>
                </c:pt>
                <c:pt idx="2">
                  <c:v>459207.05</c:v>
                </c:pt>
                <c:pt idx="3">
                  <c:v>457504.79</c:v>
                </c:pt>
                <c:pt idx="4">
                  <c:v>496653.73</c:v>
                </c:pt>
                <c:pt idx="5">
                  <c:v>485200.04000000004</c:v>
                </c:pt>
                <c:pt idx="6">
                  <c:v>480320.26</c:v>
                </c:pt>
                <c:pt idx="7">
                  <c:v>447921.62</c:v>
                </c:pt>
                <c:pt idx="8">
                  <c:v>462303.26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14380.6092"/>
          <c:min val="257340.86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1233307.13</c:v>
                </c:pt>
                <c:pt idx="1">
                  <c:v>1076185.69</c:v>
                </c:pt>
                <c:pt idx="2">
                  <c:v>1033434.47</c:v>
                </c:pt>
                <c:pt idx="3">
                  <c:v>1191040.44</c:v>
                </c:pt>
                <c:pt idx="4">
                  <c:v>1162337.33</c:v>
                </c:pt>
                <c:pt idx="5">
                  <c:v>1239673.18</c:v>
                </c:pt>
                <c:pt idx="6">
                  <c:v>1220020.68</c:v>
                </c:pt>
                <c:pt idx="7">
                  <c:v>1281204.26</c:v>
                </c:pt>
                <c:pt idx="8">
                  <c:v>1198190.77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1385055.3800000001</c:v>
                </c:pt>
                <c:pt idx="1">
                  <c:v>1353588.3</c:v>
                </c:pt>
                <c:pt idx="2">
                  <c:v>1379665.18</c:v>
                </c:pt>
                <c:pt idx="3">
                  <c:v>1452085.1400000001</c:v>
                </c:pt>
                <c:pt idx="4">
                  <c:v>1180106.69</c:v>
                </c:pt>
                <c:pt idx="5">
                  <c:v>1305129.98</c:v>
                </c:pt>
                <c:pt idx="6">
                  <c:v>1604751.2200000002</c:v>
                </c:pt>
                <c:pt idx="7">
                  <c:v>1291680.98</c:v>
                </c:pt>
                <c:pt idx="8">
                  <c:v>1388194.07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50456.5600000003"/>
          <c:min val="987729.1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263231.52</c:v>
                </c:pt>
                <c:pt idx="1">
                  <c:v>234356.07</c:v>
                </c:pt>
                <c:pt idx="2">
                  <c:v>241304.58000000002</c:v>
                </c:pt>
                <c:pt idx="3">
                  <c:v>349118.76</c:v>
                </c:pt>
                <c:pt idx="4">
                  <c:v>243181.2</c:v>
                </c:pt>
                <c:pt idx="5">
                  <c:v>248700.12</c:v>
                </c:pt>
                <c:pt idx="6">
                  <c:v>258834.46000000002</c:v>
                </c:pt>
                <c:pt idx="7">
                  <c:v>251010.46000000002</c:v>
                </c:pt>
                <c:pt idx="8">
                  <c:v>242456.11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281179.99</c:v>
                </c:pt>
                <c:pt idx="1">
                  <c:v>278749.47</c:v>
                </c:pt>
                <c:pt idx="2">
                  <c:v>304104.73</c:v>
                </c:pt>
                <c:pt idx="3">
                  <c:v>354141.44</c:v>
                </c:pt>
                <c:pt idx="4">
                  <c:v>274184</c:v>
                </c:pt>
                <c:pt idx="5">
                  <c:v>316107.88</c:v>
                </c:pt>
                <c:pt idx="6">
                  <c:v>317699.21</c:v>
                </c:pt>
                <c:pt idx="7">
                  <c:v>270325.27</c:v>
                </c:pt>
                <c:pt idx="8">
                  <c:v>303744.64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63724.2696"/>
          <c:min val="224773.24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566830.23</c:v>
                </c:pt>
                <c:pt idx="1">
                  <c:v>504828.86</c:v>
                </c:pt>
                <c:pt idx="2">
                  <c:v>482747.35</c:v>
                </c:pt>
                <c:pt idx="3">
                  <c:v>372562.69999999995</c:v>
                </c:pt>
                <c:pt idx="4">
                  <c:v>307076.6</c:v>
                </c:pt>
                <c:pt idx="5">
                  <c:v>275196.9</c:v>
                </c:pt>
                <c:pt idx="6">
                  <c:v>261415.97000000003</c:v>
                </c:pt>
                <c:pt idx="7">
                  <c:v>340682.17</c:v>
                </c:pt>
                <c:pt idx="8">
                  <c:v>298596.23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292739.36</c:v>
                </c:pt>
                <c:pt idx="1">
                  <c:v>331018.14</c:v>
                </c:pt>
                <c:pt idx="2">
                  <c:v>334322.33</c:v>
                </c:pt>
                <c:pt idx="3">
                  <c:v>331403.36</c:v>
                </c:pt>
                <c:pt idx="4">
                  <c:v>350644.58</c:v>
                </c:pt>
                <c:pt idx="5">
                  <c:v>338879.20999999996</c:v>
                </c:pt>
                <c:pt idx="6">
                  <c:v>288153.72</c:v>
                </c:pt>
                <c:pt idx="7">
                  <c:v>329076.15</c:v>
                </c:pt>
                <c:pt idx="8">
                  <c:v>296912.56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91263.3708"/>
          <c:min val="236982.829200000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159983.26</c:v>
                </c:pt>
                <c:pt idx="1">
                  <c:v>115519.44</c:v>
                </c:pt>
                <c:pt idx="2">
                  <c:v>118670.86</c:v>
                </c:pt>
                <c:pt idx="3">
                  <c:v>148822.94</c:v>
                </c:pt>
                <c:pt idx="4">
                  <c:v>126158.02</c:v>
                </c:pt>
                <c:pt idx="5">
                  <c:v>119292.35</c:v>
                </c:pt>
                <c:pt idx="6">
                  <c:v>122834.16999999998</c:v>
                </c:pt>
                <c:pt idx="7">
                  <c:v>123783.98999999999</c:v>
                </c:pt>
                <c:pt idx="8">
                  <c:v>95798.85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117493.94</c:v>
                </c:pt>
                <c:pt idx="1">
                  <c:v>82680.94</c:v>
                </c:pt>
                <c:pt idx="2">
                  <c:v>100488.31</c:v>
                </c:pt>
                <c:pt idx="3">
                  <c:v>115559.59</c:v>
                </c:pt>
                <c:pt idx="4">
                  <c:v>93798.13</c:v>
                </c:pt>
                <c:pt idx="5">
                  <c:v>131122.11</c:v>
                </c:pt>
                <c:pt idx="6">
                  <c:v>127210.19</c:v>
                </c:pt>
                <c:pt idx="7">
                  <c:v>99536.29</c:v>
                </c:pt>
                <c:pt idx="8">
                  <c:v>100128.37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6167.4456"/>
          <c:min val="76496.75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548417.28</c:v>
                </c:pt>
                <c:pt idx="1">
                  <c:v>545274.66</c:v>
                </c:pt>
                <c:pt idx="2">
                  <c:v>605611.99</c:v>
                </c:pt>
                <c:pt idx="3">
                  <c:v>542256.23</c:v>
                </c:pt>
                <c:pt idx="4">
                  <c:v>678618.97</c:v>
                </c:pt>
                <c:pt idx="5">
                  <c:v>662986.98</c:v>
                </c:pt>
                <c:pt idx="6">
                  <c:v>675535.23</c:v>
                </c:pt>
                <c:pt idx="7">
                  <c:v>684367.38</c:v>
                </c:pt>
                <c:pt idx="8">
                  <c:v>608424.47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583117.07</c:v>
                </c:pt>
                <c:pt idx="1">
                  <c:v>477083.23</c:v>
                </c:pt>
                <c:pt idx="2">
                  <c:v>515173.79</c:v>
                </c:pt>
                <c:pt idx="3">
                  <c:v>519619.25</c:v>
                </c:pt>
                <c:pt idx="4">
                  <c:v>526372.95</c:v>
                </c:pt>
                <c:pt idx="5">
                  <c:v>562682.6900000001</c:v>
                </c:pt>
                <c:pt idx="6">
                  <c:v>573702.03</c:v>
                </c:pt>
                <c:pt idx="7">
                  <c:v>538592.21</c:v>
                </c:pt>
                <c:pt idx="8">
                  <c:v>493957.77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00950.112"/>
          <c:min val="460500.497999999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602429.89</c:v>
                </c:pt>
                <c:pt idx="1">
                  <c:v>528244.79</c:v>
                </c:pt>
                <c:pt idx="2">
                  <c:v>543139.92</c:v>
                </c:pt>
                <c:pt idx="3">
                  <c:v>574849.89</c:v>
                </c:pt>
                <c:pt idx="4">
                  <c:v>558181.46</c:v>
                </c:pt>
                <c:pt idx="5">
                  <c:v>599446.3400000001</c:v>
                </c:pt>
                <c:pt idx="6">
                  <c:v>598329.81</c:v>
                </c:pt>
                <c:pt idx="7">
                  <c:v>508799.77</c:v>
                </c:pt>
                <c:pt idx="8">
                  <c:v>466259.57000000007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505116.31999999995</c:v>
                </c:pt>
                <c:pt idx="1">
                  <c:v>425545.19</c:v>
                </c:pt>
                <c:pt idx="2">
                  <c:v>523117.75</c:v>
                </c:pt>
                <c:pt idx="3">
                  <c:v>472803.14</c:v>
                </c:pt>
                <c:pt idx="4">
                  <c:v>489370.4</c:v>
                </c:pt>
                <c:pt idx="5">
                  <c:v>563912.45</c:v>
                </c:pt>
                <c:pt idx="6">
                  <c:v>490899.11</c:v>
                </c:pt>
                <c:pt idx="7">
                  <c:v>527163.38</c:v>
                </c:pt>
                <c:pt idx="8">
                  <c:v>461908.64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16580.666"/>
          <c:min val="411394.4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967920.61</c:v>
                </c:pt>
                <c:pt idx="1">
                  <c:v>1023151.2</c:v>
                </c:pt>
                <c:pt idx="2">
                  <c:v>1114411.58</c:v>
                </c:pt>
                <c:pt idx="3">
                  <c:v>1115767.1</c:v>
                </c:pt>
                <c:pt idx="4">
                  <c:v>1023812.82</c:v>
                </c:pt>
                <c:pt idx="5">
                  <c:v>1082853.6099999999</c:v>
                </c:pt>
                <c:pt idx="6">
                  <c:v>1152022.0899999999</c:v>
                </c:pt>
                <c:pt idx="7">
                  <c:v>1064155.92</c:v>
                </c:pt>
                <c:pt idx="8">
                  <c:v>912177.99</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871632.61</c:v>
                </c:pt>
                <c:pt idx="1">
                  <c:v>837180.61</c:v>
                </c:pt>
                <c:pt idx="2">
                  <c:v>938652.87</c:v>
                </c:pt>
                <c:pt idx="3">
                  <c:v>935728.03</c:v>
                </c:pt>
                <c:pt idx="4">
                  <c:v>926666.1399999999</c:v>
                </c:pt>
                <c:pt idx="5">
                  <c:v>1030137.8499999999</c:v>
                </c:pt>
                <c:pt idx="6">
                  <c:v>979647.22</c:v>
                </c:pt>
                <c:pt idx="7">
                  <c:v>1033811.8300000001</c:v>
                </c:pt>
                <c:pt idx="8">
                  <c:v>1062924.72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77209.4083999998"/>
          <c:min val="811993.29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313194.3666666667</c:v>
                </c:pt>
                <c:pt idx="1">
                  <c:v>313194.3666666667</c:v>
                </c:pt>
                <c:pt idx="2">
                  <c:v>313194.3666666667</c:v>
                </c:pt>
                <c:pt idx="3">
                  <c:v>313194.3666666667</c:v>
                </c:pt>
                <c:pt idx="4">
                  <c:v>313194.3666666667</c:v>
                </c:pt>
                <c:pt idx="5">
                  <c:v>313194.3666666667</c:v>
                </c:pt>
                <c:pt idx="6">
                  <c:v>313194.3666666667</c:v>
                </c:pt>
                <c:pt idx="7">
                  <c:v>313194.3666666667</c:v>
                </c:pt>
                <c:pt idx="8">
                  <c:v>313194.3666666667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23499.21200000006"/>
          <c:min val="223451.6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312195.81</c:v>
                </c:pt>
                <c:pt idx="1">
                  <c:v>244144.63</c:v>
                </c:pt>
                <c:pt idx="2">
                  <c:v>383242.66000000003</c:v>
                </c:pt>
                <c:pt idx="3">
                  <c:v>370587.38</c:v>
                </c:pt>
                <c:pt idx="4">
                  <c:v>346514.70999999996</c:v>
                </c:pt>
                <c:pt idx="5">
                  <c:v>373696.75</c:v>
                </c:pt>
                <c:pt idx="6">
                  <c:v>354810.52</c:v>
                </c:pt>
                <c:pt idx="7">
                  <c:v>417024.20999999996</c:v>
                </c:pt>
                <c:pt idx="8">
                  <c:v>502806.28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23499.21200000006"/>
          <c:min val="223451.6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227106.68333333335</c:v>
                </c:pt>
                <c:pt idx="1">
                  <c:v>227106.68333333335</c:v>
                </c:pt>
                <c:pt idx="2">
                  <c:v>227106.68333333335</c:v>
                </c:pt>
                <c:pt idx="3">
                  <c:v>227106.68333333335</c:v>
                </c:pt>
                <c:pt idx="4">
                  <c:v>227106.68333333335</c:v>
                </c:pt>
                <c:pt idx="5">
                  <c:v>227106.68333333335</c:v>
                </c:pt>
                <c:pt idx="6">
                  <c:v>227106.68333333335</c:v>
                </c:pt>
                <c:pt idx="7">
                  <c:v>227106.68333333335</c:v>
                </c:pt>
                <c:pt idx="8">
                  <c:v>227106.68333333335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9166.5412"/>
          <c:min val="212049.298800000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220126.35</c:v>
                </c:pt>
                <c:pt idx="1">
                  <c:v>225929.27000000002</c:v>
                </c:pt>
                <c:pt idx="2">
                  <c:v>235264.43</c:v>
                </c:pt>
                <c:pt idx="3">
                  <c:v>268052.81</c:v>
                </c:pt>
                <c:pt idx="4">
                  <c:v>236399.33000000002</c:v>
                </c:pt>
                <c:pt idx="5">
                  <c:v>246286.1</c:v>
                </c:pt>
                <c:pt idx="6">
                  <c:v>321089.49</c:v>
                </c:pt>
                <c:pt idx="7">
                  <c:v>286186.58</c:v>
                </c:pt>
                <c:pt idx="8">
                  <c:v>296614.76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9166.5412"/>
          <c:min val="212049.298800000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332331.74333333335</c:v>
                </c:pt>
                <c:pt idx="1">
                  <c:v>332331.74333333335</c:v>
                </c:pt>
                <c:pt idx="2">
                  <c:v>332331.74333333335</c:v>
                </c:pt>
                <c:pt idx="3">
                  <c:v>332331.74333333335</c:v>
                </c:pt>
                <c:pt idx="4">
                  <c:v>332331.74333333335</c:v>
                </c:pt>
                <c:pt idx="5">
                  <c:v>332331.74333333335</c:v>
                </c:pt>
                <c:pt idx="6">
                  <c:v>332331.74333333335</c:v>
                </c:pt>
                <c:pt idx="7">
                  <c:v>332331.74333333335</c:v>
                </c:pt>
                <c:pt idx="8">
                  <c:v>332331.74333333335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43070.14239999995"/>
          <c:min val="310778.48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319902.05</c:v>
                </c:pt>
                <c:pt idx="1">
                  <c:v>332719.38</c:v>
                </c:pt>
                <c:pt idx="2">
                  <c:v>344373.8</c:v>
                </c:pt>
                <c:pt idx="3">
                  <c:v>411838.2</c:v>
                </c:pt>
                <c:pt idx="4">
                  <c:v>359315.94</c:v>
                </c:pt>
                <c:pt idx="5">
                  <c:v>360807.55</c:v>
                </c:pt>
                <c:pt idx="6">
                  <c:v>433946.57999999996</c:v>
                </c:pt>
                <c:pt idx="7">
                  <c:v>424949.79000000004</c:v>
                </c:pt>
                <c:pt idx="8">
                  <c:v>428298.29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43070.14239999995"/>
          <c:min val="310778.48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363728.57333333336</c:v>
                </c:pt>
                <c:pt idx="1">
                  <c:v>363728.57333333336</c:v>
                </c:pt>
                <c:pt idx="2">
                  <c:v>363728.57333333336</c:v>
                </c:pt>
                <c:pt idx="3">
                  <c:v>363728.57333333336</c:v>
                </c:pt>
                <c:pt idx="4">
                  <c:v>363728.57333333336</c:v>
                </c:pt>
                <c:pt idx="5">
                  <c:v>363728.57333333336</c:v>
                </c:pt>
                <c:pt idx="6">
                  <c:v>363728.57333333336</c:v>
                </c:pt>
                <c:pt idx="7">
                  <c:v>363728.57333333336</c:v>
                </c:pt>
                <c:pt idx="8">
                  <c:v>363728.57333333336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92949.4132"/>
          <c:min val="319810.666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386437.18000000005</c:v>
                </c:pt>
                <c:pt idx="1">
                  <c:v>337833.08</c:v>
                </c:pt>
                <c:pt idx="2">
                  <c:v>366915.45999999996</c:v>
                </c:pt>
                <c:pt idx="3">
                  <c:v>331751.27</c:v>
                </c:pt>
                <c:pt idx="4">
                  <c:v>365252.67</c:v>
                </c:pt>
                <c:pt idx="5">
                  <c:v>420496.47</c:v>
                </c:pt>
                <c:pt idx="6">
                  <c:v>481008.81</c:v>
                </c:pt>
                <c:pt idx="7">
                  <c:v>465497.61</c:v>
                </c:pt>
                <c:pt idx="8">
                  <c:v>397956.2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92949.4132"/>
          <c:min val="319810.666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158177.86</c:v>
                </c:pt>
                <c:pt idx="1">
                  <c:v>158177.86</c:v>
                </c:pt>
                <c:pt idx="2">
                  <c:v>158177.86</c:v>
                </c:pt>
                <c:pt idx="3">
                  <c:v>158177.86</c:v>
                </c:pt>
                <c:pt idx="4">
                  <c:v>158177.86</c:v>
                </c:pt>
                <c:pt idx="5">
                  <c:v>158177.86</c:v>
                </c:pt>
                <c:pt idx="6">
                  <c:v>158177.86</c:v>
                </c:pt>
                <c:pt idx="7">
                  <c:v>158177.86</c:v>
                </c:pt>
                <c:pt idx="8">
                  <c:v>158177.86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3072.638"/>
          <c:min val="115990.0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122685.44</c:v>
                </c:pt>
                <c:pt idx="1">
                  <c:v>170274.09</c:v>
                </c:pt>
                <c:pt idx="2">
                  <c:v>181574.05</c:v>
                </c:pt>
                <c:pt idx="3">
                  <c:v>159002.65</c:v>
                </c:pt>
                <c:pt idx="4">
                  <c:v>158555.92</c:v>
                </c:pt>
                <c:pt idx="5">
                  <c:v>177958.81</c:v>
                </c:pt>
                <c:pt idx="6">
                  <c:v>206377.29</c:v>
                </c:pt>
                <c:pt idx="7">
                  <c:v>179348.7</c:v>
                </c:pt>
                <c:pt idx="8">
                  <c:v>179494.38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3072.638"/>
          <c:min val="115990.0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69798.23</c:v>
                </c:pt>
                <c:pt idx="1">
                  <c:v>71904.48</c:v>
                </c:pt>
                <c:pt idx="2">
                  <c:v>59129.22</c:v>
                </c:pt>
                <c:pt idx="3">
                  <c:v>91421.93</c:v>
                </c:pt>
                <c:pt idx="4">
                  <c:v>64530.06</c:v>
                </c:pt>
                <c:pt idx="5">
                  <c:v>59551.19</c:v>
                </c:pt>
                <c:pt idx="6">
                  <c:v>95630.58</c:v>
                </c:pt>
                <c:pt idx="7">
                  <c:v>70250.86</c:v>
                </c:pt>
                <c:pt idx="8">
                  <c:v>65453.38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69682.41</c:v>
                </c:pt>
                <c:pt idx="1">
                  <c:v>92272.03</c:v>
                </c:pt>
                <c:pt idx="2">
                  <c:v>125178.68</c:v>
                </c:pt>
                <c:pt idx="3">
                  <c:v>95472.62</c:v>
                </c:pt>
                <c:pt idx="4">
                  <c:v>106105.6</c:v>
                </c:pt>
                <c:pt idx="5">
                  <c:v>118651.26</c:v>
                </c:pt>
                <c:pt idx="6">
                  <c:v>142107.98</c:v>
                </c:pt>
                <c:pt idx="7">
                  <c:v>123108.19</c:v>
                </c:pt>
                <c:pt idx="8">
                  <c:v>119981.01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8746.2808"/>
          <c:min val="52490.9192000000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202262.9</c:v>
                </c:pt>
                <c:pt idx="1">
                  <c:v>182948.08</c:v>
                </c:pt>
                <c:pt idx="2">
                  <c:v>203100.59</c:v>
                </c:pt>
                <c:pt idx="3">
                  <c:v>183103.26</c:v>
                </c:pt>
                <c:pt idx="4">
                  <c:v>191403.86</c:v>
                </c:pt>
                <c:pt idx="5">
                  <c:v>164166.47</c:v>
                </c:pt>
                <c:pt idx="6">
                  <c:v>165192.98</c:v>
                </c:pt>
                <c:pt idx="7">
                  <c:v>178976.28</c:v>
                </c:pt>
                <c:pt idx="8">
                  <c:v>139572.17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220081.2</c:v>
                </c:pt>
                <c:pt idx="1">
                  <c:v>219688.36</c:v>
                </c:pt>
                <c:pt idx="2">
                  <c:v>242099.99</c:v>
                </c:pt>
                <c:pt idx="3">
                  <c:v>225354.2</c:v>
                </c:pt>
                <c:pt idx="4">
                  <c:v>211300.66</c:v>
                </c:pt>
                <c:pt idx="5">
                  <c:v>220497.88</c:v>
                </c:pt>
                <c:pt idx="6">
                  <c:v>237136.14</c:v>
                </c:pt>
                <c:pt idx="7">
                  <c:v>246949.08</c:v>
                </c:pt>
                <c:pt idx="8">
                  <c:v>262460.99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2292.0956"/>
          <c:min val="129741.064400000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216918.34</c:v>
                </c:pt>
                <c:pt idx="1">
                  <c:v>168250.31</c:v>
                </c:pt>
                <c:pt idx="2">
                  <c:v>264333.21</c:v>
                </c:pt>
                <c:pt idx="3">
                  <c:v>282688.96</c:v>
                </c:pt>
                <c:pt idx="4">
                  <c:v>256619.26</c:v>
                </c:pt>
                <c:pt idx="5">
                  <c:v>238233.6</c:v>
                </c:pt>
                <c:pt idx="6">
                  <c:v>281263.05</c:v>
                </c:pt>
                <c:pt idx="7">
                  <c:v>276144.77</c:v>
                </c:pt>
                <c:pt idx="8">
                  <c:v>326475.32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328408.31</c:v>
                </c:pt>
                <c:pt idx="1">
                  <c:v>305255.29</c:v>
                </c:pt>
                <c:pt idx="2">
                  <c:v>340713.51</c:v>
                </c:pt>
                <c:pt idx="3">
                  <c:v>321010.17</c:v>
                </c:pt>
                <c:pt idx="4">
                  <c:v>342497.71</c:v>
                </c:pt>
                <c:pt idx="5">
                  <c:v>334870.15</c:v>
                </c:pt>
                <c:pt idx="6">
                  <c:v>330217.21</c:v>
                </c:pt>
                <c:pt idx="7">
                  <c:v>314456.25</c:v>
                </c:pt>
                <c:pt idx="8">
                  <c:v>332821.98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6437.50200000004"/>
          <c:min val="154310.517999999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121245.48</c:v>
                </c:pt>
                <c:pt idx="1">
                  <c:v>113928.38</c:v>
                </c:pt>
                <c:pt idx="2">
                  <c:v>119209.34</c:v>
                </c:pt>
                <c:pt idx="3">
                  <c:v>128224.83</c:v>
                </c:pt>
                <c:pt idx="4">
                  <c:v>136494.92</c:v>
                </c:pt>
                <c:pt idx="5">
                  <c:v>151095.11</c:v>
                </c:pt>
                <c:pt idx="6">
                  <c:v>142830.91</c:v>
                </c:pt>
                <c:pt idx="7">
                  <c:v>93867.8</c:v>
                </c:pt>
                <c:pt idx="8">
                  <c:v>136634.43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154644.19</c:v>
                </c:pt>
                <c:pt idx="1">
                  <c:v>143432.3</c:v>
                </c:pt>
                <c:pt idx="2">
                  <c:v>170167.88</c:v>
                </c:pt>
                <c:pt idx="3">
                  <c:v>169885.52</c:v>
                </c:pt>
                <c:pt idx="4">
                  <c:v>143686.51</c:v>
                </c:pt>
                <c:pt idx="5">
                  <c:v>158003.55</c:v>
                </c:pt>
                <c:pt idx="6">
                  <c:v>172735.07</c:v>
                </c:pt>
                <c:pt idx="7">
                  <c:v>166546.76</c:v>
                </c:pt>
                <c:pt idx="8">
                  <c:v>179392.89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6234.8972"/>
          <c:min val="87025.79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327013.44</c:v>
                </c:pt>
                <c:pt idx="1">
                  <c:v>293779.76</c:v>
                </c:pt>
                <c:pt idx="2">
                  <c:v>302078.84</c:v>
                </c:pt>
                <c:pt idx="3">
                  <c:v>349051.56</c:v>
                </c:pt>
                <c:pt idx="4">
                  <c:v>333755.03</c:v>
                </c:pt>
                <c:pt idx="5">
                  <c:v>355036.92</c:v>
                </c:pt>
                <c:pt idx="6">
                  <c:v>346479.07</c:v>
                </c:pt>
                <c:pt idx="7">
                  <c:v>360176.95</c:v>
                </c:pt>
                <c:pt idx="8">
                  <c:v>345809.44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355402.02</c:v>
                </c:pt>
                <c:pt idx="1">
                  <c:v>376148.84</c:v>
                </c:pt>
                <c:pt idx="2">
                  <c:v>397129.01</c:v>
                </c:pt>
                <c:pt idx="3">
                  <c:v>463124.14</c:v>
                </c:pt>
                <c:pt idx="4">
                  <c:v>405826.33</c:v>
                </c:pt>
                <c:pt idx="5">
                  <c:v>413300.11</c:v>
                </c:pt>
                <c:pt idx="6">
                  <c:v>425693.34</c:v>
                </c:pt>
                <c:pt idx="7">
                  <c:v>407256.91</c:v>
                </c:pt>
                <c:pt idx="8">
                  <c:v>388411.02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76671.6904"/>
          <c:min val="280232.20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353275.54</c:v>
                </c:pt>
                <c:pt idx="1">
                  <c:v>314975.53</c:v>
                </c:pt>
                <c:pt idx="2">
                  <c:v>314604.76</c:v>
                </c:pt>
                <c:pt idx="3">
                  <c:v>270945.17</c:v>
                </c:pt>
                <c:pt idx="4">
                  <c:v>236041.07</c:v>
                </c:pt>
                <c:pt idx="5">
                  <c:v>209056.48</c:v>
                </c:pt>
                <c:pt idx="6">
                  <c:v>181741.73</c:v>
                </c:pt>
                <c:pt idx="7">
                  <c:v>237104.9</c:v>
                </c:pt>
                <c:pt idx="8">
                  <c:v>207834.25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194970.43</c:v>
                </c:pt>
                <c:pt idx="1">
                  <c:v>238617.46</c:v>
                </c:pt>
                <c:pt idx="2">
                  <c:v>233128.95</c:v>
                </c:pt>
                <c:pt idx="3">
                  <c:v>222241.48</c:v>
                </c:pt>
                <c:pt idx="4">
                  <c:v>228299.88</c:v>
                </c:pt>
                <c:pt idx="5">
                  <c:v>217804.65</c:v>
                </c:pt>
                <c:pt idx="6">
                  <c:v>180347.34</c:v>
                </c:pt>
                <c:pt idx="7">
                  <c:v>197623.48</c:v>
                </c:pt>
                <c:pt idx="8">
                  <c:v>174623.32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67567.7176"/>
          <c:min val="160331.14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102033.74</c:v>
                </c:pt>
                <c:pt idx="1">
                  <c:v>76401</c:v>
                </c:pt>
                <c:pt idx="2">
                  <c:v>76469</c:v>
                </c:pt>
                <c:pt idx="3">
                  <c:v>97849.57</c:v>
                </c:pt>
                <c:pt idx="4">
                  <c:v>76957.35</c:v>
                </c:pt>
                <c:pt idx="5">
                  <c:v>80529.47</c:v>
                </c:pt>
                <c:pt idx="6">
                  <c:v>75751.65</c:v>
                </c:pt>
                <c:pt idx="7">
                  <c:v>76285.47</c:v>
                </c:pt>
                <c:pt idx="8">
                  <c:v>61238.72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77148.21</c:v>
                </c:pt>
                <c:pt idx="1">
                  <c:v>50714.3</c:v>
                </c:pt>
                <c:pt idx="2">
                  <c:v>62970.27</c:v>
                </c:pt>
                <c:pt idx="3">
                  <c:v>69943.09</c:v>
                </c:pt>
                <c:pt idx="4">
                  <c:v>57099.67</c:v>
                </c:pt>
                <c:pt idx="5">
                  <c:v>81302.86</c:v>
                </c:pt>
                <c:pt idx="6">
                  <c:v>71072.87</c:v>
                </c:pt>
                <c:pt idx="7">
                  <c:v>57804.52</c:v>
                </c:pt>
                <c:pt idx="8">
                  <c:v>60424.61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6139.29520000001"/>
          <c:min val="46608.74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391793.32</c:v>
                </c:pt>
                <c:pt idx="1">
                  <c:v>381151.32</c:v>
                </c:pt>
                <c:pt idx="2">
                  <c:v>436075.66</c:v>
                </c:pt>
                <c:pt idx="3">
                  <c:v>404816.51</c:v>
                </c:pt>
                <c:pt idx="4">
                  <c:v>482371.2</c:v>
                </c:pt>
                <c:pt idx="5">
                  <c:v>481502.62</c:v>
                </c:pt>
                <c:pt idx="6">
                  <c:v>517873.69</c:v>
                </c:pt>
                <c:pt idx="7">
                  <c:v>518472.34</c:v>
                </c:pt>
                <c:pt idx="8">
                  <c:v>435666.96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440569.72</c:v>
                </c:pt>
                <c:pt idx="1">
                  <c:v>353021.73</c:v>
                </c:pt>
                <c:pt idx="2">
                  <c:v>386548.74</c:v>
                </c:pt>
                <c:pt idx="3">
                  <c:v>386837.05</c:v>
                </c:pt>
                <c:pt idx="4">
                  <c:v>393064.84</c:v>
                </c:pt>
                <c:pt idx="5">
                  <c:v>409975.28</c:v>
                </c:pt>
                <c:pt idx="6">
                  <c:v>412383.09</c:v>
                </c:pt>
                <c:pt idx="7">
                  <c:v>379293.05</c:v>
                </c:pt>
                <c:pt idx="8">
                  <c:v>340820.23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32684.5088000001"/>
          <c:min val="326608.06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673827.96</c:v>
                </c:pt>
                <c:pt idx="1">
                  <c:v>749491.65</c:v>
                </c:pt>
                <c:pt idx="2">
                  <c:v>806776.87</c:v>
                </c:pt>
                <c:pt idx="3">
                  <c:v>790655.95</c:v>
                </c:pt>
                <c:pt idx="4">
                  <c:v>716533.45</c:v>
                </c:pt>
                <c:pt idx="5">
                  <c:v>747376.46</c:v>
                </c:pt>
                <c:pt idx="6">
                  <c:v>805503.98</c:v>
                </c:pt>
                <c:pt idx="7">
                  <c:v>712082.62</c:v>
                </c:pt>
                <c:pt idx="8">
                  <c:v>611615.1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606190.88</c:v>
                </c:pt>
                <c:pt idx="1">
                  <c:v>576206.27</c:v>
                </c:pt>
                <c:pt idx="2">
                  <c:v>654753.34</c:v>
                </c:pt>
                <c:pt idx="3">
                  <c:v>632216.13</c:v>
                </c:pt>
                <c:pt idx="4">
                  <c:v>647585.46</c:v>
                </c:pt>
                <c:pt idx="5">
                  <c:v>705023.44</c:v>
                </c:pt>
                <c:pt idx="6">
                  <c:v>662392.5</c:v>
                </c:pt>
                <c:pt idx="7">
                  <c:v>723575.54</c:v>
                </c:pt>
                <c:pt idx="8">
                  <c:v>711304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25222.518"/>
          <c:min val="557760.6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388690.59</c:v>
                </c:pt>
                <c:pt idx="1">
                  <c:v>340253.4</c:v>
                </c:pt>
                <c:pt idx="2">
                  <c:v>363438.9</c:v>
                </c:pt>
                <c:pt idx="3">
                  <c:v>368519.12</c:v>
                </c:pt>
                <c:pt idx="4">
                  <c:v>366273.39</c:v>
                </c:pt>
                <c:pt idx="5">
                  <c:v>387754.64</c:v>
                </c:pt>
                <c:pt idx="6">
                  <c:v>399942.95</c:v>
                </c:pt>
                <c:pt idx="7">
                  <c:v>343979.42</c:v>
                </c:pt>
                <c:pt idx="8">
                  <c:v>273370.84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352982.92</c:v>
                </c:pt>
                <c:pt idx="1">
                  <c:v>257357.28</c:v>
                </c:pt>
                <c:pt idx="2">
                  <c:v>359403.52</c:v>
                </c:pt>
                <c:pt idx="3">
                  <c:v>338905.35</c:v>
                </c:pt>
                <c:pt idx="4">
                  <c:v>339820.26</c:v>
                </c:pt>
                <c:pt idx="5">
                  <c:v>386529.52</c:v>
                </c:pt>
                <c:pt idx="6">
                  <c:v>334867.23</c:v>
                </c:pt>
                <c:pt idx="7">
                  <c:v>353652.99</c:v>
                </c:pt>
                <c:pt idx="8">
                  <c:v>316777.81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11349.8036"/>
          <c:min val="245950.42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199414.9533333333</c:v>
                </c:pt>
                <c:pt idx="1">
                  <c:v>199414.9533333333</c:v>
                </c:pt>
                <c:pt idx="2">
                  <c:v>199414.9533333333</c:v>
                </c:pt>
                <c:pt idx="3">
                  <c:v>199414.9533333333</c:v>
                </c:pt>
                <c:pt idx="4">
                  <c:v>199414.9533333333</c:v>
                </c:pt>
                <c:pt idx="5">
                  <c:v>199414.9533333333</c:v>
                </c:pt>
                <c:pt idx="6">
                  <c:v>199414.9533333333</c:v>
                </c:pt>
                <c:pt idx="7">
                  <c:v>199414.9533333333</c:v>
                </c:pt>
                <c:pt idx="8">
                  <c:v>199414.9533333333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13970.87"/>
          <c:min val="147030.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200653.06</c:v>
                </c:pt>
                <c:pt idx="1">
                  <c:v>158543.21</c:v>
                </c:pt>
                <c:pt idx="2">
                  <c:v>239048.59</c:v>
                </c:pt>
                <c:pt idx="3">
                  <c:v>229696.39</c:v>
                </c:pt>
                <c:pt idx="4">
                  <c:v>230043.21</c:v>
                </c:pt>
                <c:pt idx="5">
                  <c:v>228281.59</c:v>
                </c:pt>
                <c:pt idx="6">
                  <c:v>237882.27</c:v>
                </c:pt>
                <c:pt idx="7">
                  <c:v>285444.13</c:v>
                </c:pt>
                <c:pt idx="8">
                  <c:v>302457.71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13970.87"/>
          <c:min val="147030.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132477.43333333335</c:v>
                </c:pt>
                <c:pt idx="1">
                  <c:v>132477.43333333335</c:v>
                </c:pt>
                <c:pt idx="2">
                  <c:v>132477.43333333335</c:v>
                </c:pt>
                <c:pt idx="3">
                  <c:v>132477.43333333335</c:v>
                </c:pt>
                <c:pt idx="4">
                  <c:v>132477.43333333335</c:v>
                </c:pt>
                <c:pt idx="5">
                  <c:v>132477.43333333335</c:v>
                </c:pt>
                <c:pt idx="6">
                  <c:v>132477.43333333335</c:v>
                </c:pt>
                <c:pt idx="7">
                  <c:v>132477.43333333335</c:v>
                </c:pt>
                <c:pt idx="8">
                  <c:v>132477.43333333335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2198.226"/>
          <c:min val="120486.7940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125432.41</c:v>
                </c:pt>
                <c:pt idx="1">
                  <c:v>134497.26</c:v>
                </c:pt>
                <c:pt idx="2">
                  <c:v>137502.63</c:v>
                </c:pt>
                <c:pt idx="3">
                  <c:v>157909.72</c:v>
                </c:pt>
                <c:pt idx="4">
                  <c:v>150491.06</c:v>
                </c:pt>
                <c:pt idx="5">
                  <c:v>154136.1</c:v>
                </c:pt>
                <c:pt idx="6">
                  <c:v>187252.61</c:v>
                </c:pt>
                <c:pt idx="7">
                  <c:v>171149.75</c:v>
                </c:pt>
                <c:pt idx="8">
                  <c:v>176195.28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2198.226"/>
          <c:min val="120486.7940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95711.04000000001</c:v>
                </c:pt>
                <c:pt idx="1">
                  <c:v>95711.04000000001</c:v>
                </c:pt>
                <c:pt idx="2">
                  <c:v>95711.04000000001</c:v>
                </c:pt>
                <c:pt idx="3">
                  <c:v>95711.04000000001</c:v>
                </c:pt>
                <c:pt idx="4">
                  <c:v>95711.04000000001</c:v>
                </c:pt>
                <c:pt idx="5">
                  <c:v>95711.04000000001</c:v>
                </c:pt>
                <c:pt idx="6">
                  <c:v>95711.04000000001</c:v>
                </c:pt>
                <c:pt idx="7">
                  <c:v>95711.04000000001</c:v>
                </c:pt>
                <c:pt idx="8">
                  <c:v>95711.04000000001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7902.02560000002"/>
          <c:min val="63888.36440000000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69682.41</c:v>
                </c:pt>
                <c:pt idx="1">
                  <c:v>92272.03</c:v>
                </c:pt>
                <c:pt idx="2">
                  <c:v>125178.68</c:v>
                </c:pt>
                <c:pt idx="3">
                  <c:v>95472.62</c:v>
                </c:pt>
                <c:pt idx="4">
                  <c:v>106105.6</c:v>
                </c:pt>
                <c:pt idx="5">
                  <c:v>118651.26</c:v>
                </c:pt>
                <c:pt idx="6">
                  <c:v>142107.98</c:v>
                </c:pt>
                <c:pt idx="7">
                  <c:v>123108.19</c:v>
                </c:pt>
                <c:pt idx="8">
                  <c:v>119981.01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7902.02560000002"/>
          <c:min val="63888.36440000000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205994.71333333332</c:v>
                </c:pt>
                <c:pt idx="1">
                  <c:v>205994.71333333332</c:v>
                </c:pt>
                <c:pt idx="2">
                  <c:v>205994.71333333332</c:v>
                </c:pt>
                <c:pt idx="3">
                  <c:v>205994.71333333332</c:v>
                </c:pt>
                <c:pt idx="4">
                  <c:v>205994.71333333332</c:v>
                </c:pt>
                <c:pt idx="5">
                  <c:v>205994.71333333332</c:v>
                </c:pt>
                <c:pt idx="6">
                  <c:v>205994.71333333332</c:v>
                </c:pt>
                <c:pt idx="7">
                  <c:v>205994.71333333332</c:v>
                </c:pt>
                <c:pt idx="8">
                  <c:v>205994.71333333332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87801.7684"/>
          <c:min val="193418.10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199927.32</c:v>
                </c:pt>
                <c:pt idx="1">
                  <c:v>200794.5</c:v>
                </c:pt>
                <c:pt idx="2">
                  <c:v>217262.32</c:v>
                </c:pt>
                <c:pt idx="3">
                  <c:v>260817.67</c:v>
                </c:pt>
                <c:pt idx="4">
                  <c:v>226404.32</c:v>
                </c:pt>
                <c:pt idx="5">
                  <c:v>217622.84</c:v>
                </c:pt>
                <c:pt idx="6">
                  <c:v>260714.22</c:v>
                </c:pt>
                <c:pt idx="7">
                  <c:v>275924.76</c:v>
                </c:pt>
                <c:pt idx="8">
                  <c:v>281292.55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87801.7684"/>
          <c:min val="193418.10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235718.37</c:v>
                </c:pt>
                <c:pt idx="1">
                  <c:v>235718.37</c:v>
                </c:pt>
                <c:pt idx="2">
                  <c:v>235718.37</c:v>
                </c:pt>
                <c:pt idx="3">
                  <c:v>235718.37</c:v>
                </c:pt>
                <c:pt idx="4">
                  <c:v>235718.37</c:v>
                </c:pt>
                <c:pt idx="5">
                  <c:v>235718.37</c:v>
                </c:pt>
                <c:pt idx="6">
                  <c:v>235718.37</c:v>
                </c:pt>
                <c:pt idx="7">
                  <c:v>235718.37</c:v>
                </c:pt>
                <c:pt idx="8">
                  <c:v>235718.37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0068.2588"/>
          <c:min val="201845.86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248354.23</c:v>
                </c:pt>
                <c:pt idx="1">
                  <c:v>217565.48</c:v>
                </c:pt>
                <c:pt idx="2">
                  <c:v>241235.4</c:v>
                </c:pt>
                <c:pt idx="3">
                  <c:v>209999.13</c:v>
                </c:pt>
                <c:pt idx="4">
                  <c:v>235363.8</c:v>
                </c:pt>
                <c:pt idx="5">
                  <c:v>273739.86</c:v>
                </c:pt>
                <c:pt idx="6">
                  <c:v>311914.99</c:v>
                </c:pt>
                <c:pt idx="7">
                  <c:v>296487.01</c:v>
                </c:pt>
                <c:pt idx="8">
                  <c:v>260612.17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0068.2588"/>
          <c:min val="201845.86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76895.71</c:v>
                </c:pt>
                <c:pt idx="1">
                  <c:v>63351.53</c:v>
                </c:pt>
                <c:pt idx="2">
                  <c:v>74848.47</c:v>
                </c:pt>
                <c:pt idx="3">
                  <c:v>74223.57</c:v>
                </c:pt>
                <c:pt idx="4">
                  <c:v>70582.35</c:v>
                </c:pt>
                <c:pt idx="5">
                  <c:v>65935.41</c:v>
                </c:pt>
                <c:pt idx="6">
                  <c:v>75612.26</c:v>
                </c:pt>
                <c:pt idx="7">
                  <c:v>95502.37</c:v>
                </c:pt>
                <c:pt idx="8">
                  <c:v>56955.79</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98249.62</c:v>
                </c:pt>
                <c:pt idx="1">
                  <c:v>92743.03</c:v>
                </c:pt>
                <c:pt idx="2">
                  <c:v>115703.54</c:v>
                </c:pt>
                <c:pt idx="3">
                  <c:v>90681.24</c:v>
                </c:pt>
                <c:pt idx="4">
                  <c:v>85929.13</c:v>
                </c:pt>
                <c:pt idx="5">
                  <c:v>90034.43</c:v>
                </c:pt>
                <c:pt idx="6">
                  <c:v>103967.77</c:v>
                </c:pt>
                <c:pt idx="7">
                  <c:v>112276.13</c:v>
                </c:pt>
                <c:pt idx="8">
                  <c:v>106872.2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0403.35999999999"/>
          <c:min val="52255.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288780.22</c:v>
                </c:pt>
                <c:pt idx="1">
                  <c:v>287893.23</c:v>
                </c:pt>
                <c:pt idx="2">
                  <c:v>277157.05</c:v>
                </c:pt>
                <c:pt idx="3">
                  <c:v>249244.4</c:v>
                </c:pt>
                <c:pt idx="4">
                  <c:v>267904.23</c:v>
                </c:pt>
                <c:pt idx="5">
                  <c:v>262698.23</c:v>
                </c:pt>
                <c:pt idx="6">
                  <c:v>247923.28</c:v>
                </c:pt>
                <c:pt idx="7">
                  <c:v>263121.6</c:v>
                </c:pt>
                <c:pt idx="8">
                  <c:v>274470.91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329503.49</c:v>
                </c:pt>
                <c:pt idx="1">
                  <c:v>348356.24</c:v>
                </c:pt>
                <c:pt idx="2">
                  <c:v>317317.02</c:v>
                </c:pt>
                <c:pt idx="3">
                  <c:v>377563.15</c:v>
                </c:pt>
                <c:pt idx="4">
                  <c:v>339869.98</c:v>
                </c:pt>
                <c:pt idx="5">
                  <c:v>330694.3</c:v>
                </c:pt>
                <c:pt idx="6">
                  <c:v>375385.77</c:v>
                </c:pt>
                <c:pt idx="7">
                  <c:v>343496.27</c:v>
                </c:pt>
                <c:pt idx="8">
                  <c:v>345080.68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7934.3396"/>
          <c:min val="237552.09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106094.58</c:v>
                </c:pt>
                <c:pt idx="1">
                  <c:v>104588.12</c:v>
                </c:pt>
                <c:pt idx="2">
                  <c:v>102498.93</c:v>
                </c:pt>
                <c:pt idx="3">
                  <c:v>144262.77</c:v>
                </c:pt>
                <c:pt idx="4">
                  <c:v>109208.44</c:v>
                </c:pt>
                <c:pt idx="5">
                  <c:v>115148.29</c:v>
                </c:pt>
                <c:pt idx="6">
                  <c:v>123631.65</c:v>
                </c:pt>
                <c:pt idx="7">
                  <c:v>123522.18</c:v>
                </c:pt>
                <c:pt idx="8">
                  <c:v>114266.37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133304.69</c:v>
                </c:pt>
                <c:pt idx="1">
                  <c:v>132944.95</c:v>
                </c:pt>
                <c:pt idx="2">
                  <c:v>145709.43</c:v>
                </c:pt>
                <c:pt idx="3">
                  <c:v>156186.31</c:v>
                </c:pt>
                <c:pt idx="4">
                  <c:v>124661.75</c:v>
                </c:pt>
                <c:pt idx="5">
                  <c:v>174470.39</c:v>
                </c:pt>
                <c:pt idx="6">
                  <c:v>166389.2</c:v>
                </c:pt>
                <c:pt idx="7">
                  <c:v>137675.38</c:v>
                </c:pt>
                <c:pt idx="8">
                  <c:v>142608.93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0228.1068"/>
          <c:min val="96741.2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105679.38</c:v>
                </c:pt>
                <c:pt idx="1">
                  <c:v>102851.51</c:v>
                </c:pt>
                <c:pt idx="2">
                  <c:v>104744.98</c:v>
                </c:pt>
                <c:pt idx="3">
                  <c:v>105578.74</c:v>
                </c:pt>
                <c:pt idx="4">
                  <c:v>100630.41</c:v>
                </c:pt>
                <c:pt idx="5">
                  <c:v>100219.16</c:v>
                </c:pt>
                <c:pt idx="6">
                  <c:v>94972.94</c:v>
                </c:pt>
                <c:pt idx="7">
                  <c:v>116597.05</c:v>
                </c:pt>
                <c:pt idx="8">
                  <c:v>101160.83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121412.31</c:v>
                </c:pt>
                <c:pt idx="1">
                  <c:v>108389.47</c:v>
                </c:pt>
                <c:pt idx="2">
                  <c:v>122300.81</c:v>
                </c:pt>
                <c:pt idx="3">
                  <c:v>147987.17</c:v>
                </c:pt>
                <c:pt idx="4">
                  <c:v>116051.34</c:v>
                </c:pt>
                <c:pt idx="5">
                  <c:v>116244.06</c:v>
                </c:pt>
                <c:pt idx="6">
                  <c:v>139933.37</c:v>
                </c:pt>
                <c:pt idx="7">
                  <c:v>108019.33</c:v>
                </c:pt>
                <c:pt idx="8">
                  <c:v>110304.77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2228.3084"/>
          <c:min val="90731.80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113737.77</c:v>
                </c:pt>
                <c:pt idx="1">
                  <c:v>92891.17</c:v>
                </c:pt>
                <c:pt idx="2">
                  <c:v>92995.13</c:v>
                </c:pt>
                <c:pt idx="3">
                  <c:v>167767.17</c:v>
                </c:pt>
                <c:pt idx="4">
                  <c:v>94503.26</c:v>
                </c:pt>
                <c:pt idx="5">
                  <c:v>92028.9</c:v>
                </c:pt>
                <c:pt idx="6">
                  <c:v>102948.71</c:v>
                </c:pt>
                <c:pt idx="7">
                  <c:v>97165.98</c:v>
                </c:pt>
                <c:pt idx="8">
                  <c:v>93491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117746.86</c:v>
                </c:pt>
                <c:pt idx="1">
                  <c:v>97316.61</c:v>
                </c:pt>
                <c:pt idx="2">
                  <c:v>118434.99</c:v>
                </c:pt>
                <c:pt idx="3">
                  <c:v>166645.04</c:v>
                </c:pt>
                <c:pt idx="4">
                  <c:v>101829.87</c:v>
                </c:pt>
                <c:pt idx="5">
                  <c:v>137816.89</c:v>
                </c:pt>
                <c:pt idx="6">
                  <c:v>128869.76</c:v>
                </c:pt>
                <c:pt idx="7">
                  <c:v>110127.71</c:v>
                </c:pt>
                <c:pt idx="8">
                  <c:v>120083.47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3826.23160000003"/>
          <c:min val="85969.83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124816.87</c:v>
                </c:pt>
                <c:pt idx="1">
                  <c:v>93804.02</c:v>
                </c:pt>
                <c:pt idx="2">
                  <c:v>99730.27</c:v>
                </c:pt>
                <c:pt idx="3">
                  <c:v>108477.44</c:v>
                </c:pt>
                <c:pt idx="4">
                  <c:v>142761.56</c:v>
                </c:pt>
                <c:pt idx="5">
                  <c:v>109804.29</c:v>
                </c:pt>
                <c:pt idx="6">
                  <c:v>120024.28</c:v>
                </c:pt>
                <c:pt idx="7">
                  <c:v>128308.9</c:v>
                </c:pt>
                <c:pt idx="8">
                  <c:v>125710.97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96449.16</c:v>
                </c:pt>
                <c:pt idx="1">
                  <c:v>70961.75</c:v>
                </c:pt>
                <c:pt idx="2">
                  <c:v>91530.65</c:v>
                </c:pt>
                <c:pt idx="3">
                  <c:v>103342.66</c:v>
                </c:pt>
                <c:pt idx="4">
                  <c:v>94616.02</c:v>
                </c:pt>
                <c:pt idx="5">
                  <c:v>86731.08</c:v>
                </c:pt>
                <c:pt idx="6">
                  <c:v>76610.72</c:v>
                </c:pt>
                <c:pt idx="7">
                  <c:v>97999.31</c:v>
                </c:pt>
                <c:pt idx="8">
                  <c:v>108420.24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8505.5448"/>
          <c:min val="65217.76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9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213739.3</c:v>
                </c:pt>
                <c:pt idx="1">
                  <c:v>187991.39</c:v>
                </c:pt>
                <c:pt idx="2">
                  <c:v>179701.02</c:v>
                </c:pt>
                <c:pt idx="3">
                  <c:v>206330.77</c:v>
                </c:pt>
                <c:pt idx="4">
                  <c:v>191908.07</c:v>
                </c:pt>
                <c:pt idx="5">
                  <c:v>211691.7</c:v>
                </c:pt>
                <c:pt idx="6">
                  <c:v>198386.86</c:v>
                </c:pt>
                <c:pt idx="7">
                  <c:v>164820.35</c:v>
                </c:pt>
                <c:pt idx="8">
                  <c:v>192888.73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152133.4</c:v>
                </c:pt>
                <c:pt idx="1">
                  <c:v>168187.91</c:v>
                </c:pt>
                <c:pt idx="2">
                  <c:v>163714.23</c:v>
                </c:pt>
                <c:pt idx="3">
                  <c:v>133897.79</c:v>
                </c:pt>
                <c:pt idx="4">
                  <c:v>149550.14</c:v>
                </c:pt>
                <c:pt idx="5">
                  <c:v>177382.93</c:v>
                </c:pt>
                <c:pt idx="6">
                  <c:v>156031.88</c:v>
                </c:pt>
                <c:pt idx="7">
                  <c:v>173510.39</c:v>
                </c:pt>
                <c:pt idx="8">
                  <c:v>145130.83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0126.62079999998"/>
          <c:min val="127510.46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9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156623.96</c:v>
                </c:pt>
                <c:pt idx="1">
                  <c:v>164123.34</c:v>
                </c:pt>
                <c:pt idx="2">
                  <c:v>169536.33</c:v>
                </c:pt>
                <c:pt idx="3">
                  <c:v>137439.72</c:v>
                </c:pt>
                <c:pt idx="4">
                  <c:v>196247.77</c:v>
                </c:pt>
                <c:pt idx="5">
                  <c:v>181484.36</c:v>
                </c:pt>
                <c:pt idx="6">
                  <c:v>157661.54</c:v>
                </c:pt>
                <c:pt idx="7">
                  <c:v>165895.04</c:v>
                </c:pt>
                <c:pt idx="8">
                  <c:v>172757.51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142547.35</c:v>
                </c:pt>
                <c:pt idx="1">
                  <c:v>124061.5</c:v>
                </c:pt>
                <c:pt idx="2">
                  <c:v>128625.05</c:v>
                </c:pt>
                <c:pt idx="3">
                  <c:v>132782.2</c:v>
                </c:pt>
                <c:pt idx="4">
                  <c:v>133308.11</c:v>
                </c:pt>
                <c:pt idx="5">
                  <c:v>152707.41</c:v>
                </c:pt>
                <c:pt idx="6">
                  <c:v>161318.94</c:v>
                </c:pt>
                <c:pt idx="7">
                  <c:v>159299.16</c:v>
                </c:pt>
                <c:pt idx="8">
                  <c:v>153137.54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2022.6716"/>
          <c:min val="118286.59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9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165373.29</c:v>
                </c:pt>
                <c:pt idx="1">
                  <c:v>127959.29</c:v>
                </c:pt>
                <c:pt idx="2">
                  <c:v>168950.19</c:v>
                </c:pt>
                <c:pt idx="3">
                  <c:v>161259.98</c:v>
                </c:pt>
                <c:pt idx="4">
                  <c:v>170584.57</c:v>
                </c:pt>
                <c:pt idx="5">
                  <c:v>143951.24</c:v>
                </c:pt>
                <c:pt idx="6">
                  <c:v>154984.9</c:v>
                </c:pt>
                <c:pt idx="7">
                  <c:v>173262.56</c:v>
                </c:pt>
                <c:pt idx="8">
                  <c:v>137460.66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138082.95</c:v>
                </c:pt>
                <c:pt idx="1">
                  <c:v>120267.6</c:v>
                </c:pt>
                <c:pt idx="2">
                  <c:v>125680.06</c:v>
                </c:pt>
                <c:pt idx="3">
                  <c:v>121752.14</c:v>
                </c:pt>
                <c:pt idx="4">
                  <c:v>129888.87</c:v>
                </c:pt>
                <c:pt idx="5">
                  <c:v>146756.61</c:v>
                </c:pt>
                <c:pt idx="6">
                  <c:v>169093.82</c:v>
                </c:pt>
                <c:pt idx="7">
                  <c:v>169010.6</c:v>
                </c:pt>
                <c:pt idx="8">
                  <c:v>137344.03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7502.1568"/>
          <c:min val="116028.00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9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226281.23</c:v>
                </c:pt>
                <c:pt idx="1">
                  <c:v>258519.3</c:v>
                </c:pt>
                <c:pt idx="2">
                  <c:v>248326.62</c:v>
                </c:pt>
                <c:pt idx="3">
                  <c:v>276231.51</c:v>
                </c:pt>
                <c:pt idx="4">
                  <c:v>238657.58</c:v>
                </c:pt>
                <c:pt idx="5">
                  <c:v>230114.84</c:v>
                </c:pt>
                <c:pt idx="6">
                  <c:v>230559.94</c:v>
                </c:pt>
                <c:pt idx="7">
                  <c:v>272192.33</c:v>
                </c:pt>
                <c:pt idx="8">
                  <c:v>287599.6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250162.74</c:v>
                </c:pt>
                <c:pt idx="1">
                  <c:v>194615.76</c:v>
                </c:pt>
                <c:pt idx="2">
                  <c:v>261520.03</c:v>
                </c:pt>
                <c:pt idx="3">
                  <c:v>246342.75</c:v>
                </c:pt>
                <c:pt idx="4">
                  <c:v>215201.81</c:v>
                </c:pt>
                <c:pt idx="5">
                  <c:v>241079.74</c:v>
                </c:pt>
                <c:pt idx="6">
                  <c:v>249640.6</c:v>
                </c:pt>
                <c:pt idx="7">
                  <c:v>207349.13</c:v>
                </c:pt>
                <c:pt idx="8">
                  <c:v>235394.39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5038.3072"/>
          <c:min val="187177.05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9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338994.64333333337</c:v>
                </c:pt>
                <c:pt idx="1">
                  <c:v>338994.64333333337</c:v>
                </c:pt>
                <c:pt idx="2">
                  <c:v>338994.64333333337</c:v>
                </c:pt>
                <c:pt idx="3">
                  <c:v>338994.64333333337</c:v>
                </c:pt>
                <c:pt idx="4">
                  <c:v>338994.64333333337</c:v>
                </c:pt>
                <c:pt idx="5">
                  <c:v>338994.64333333337</c:v>
                </c:pt>
                <c:pt idx="6">
                  <c:v>338994.64333333337</c:v>
                </c:pt>
                <c:pt idx="7">
                  <c:v>338994.64333333337</c:v>
                </c:pt>
                <c:pt idx="8">
                  <c:v>338994.64333333337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16656.1460000001"/>
          <c:min val="244660.734000000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330069.84</c:v>
                </c:pt>
                <c:pt idx="1">
                  <c:v>328865.04</c:v>
                </c:pt>
                <c:pt idx="2">
                  <c:v>358049.05</c:v>
                </c:pt>
                <c:pt idx="3">
                  <c:v>400948.54</c:v>
                </c:pt>
                <c:pt idx="4">
                  <c:v>270315.59</c:v>
                </c:pt>
                <c:pt idx="5">
                  <c:v>392703.12</c:v>
                </c:pt>
                <c:pt idx="6">
                  <c:v>591001.29</c:v>
                </c:pt>
                <c:pt idx="7">
                  <c:v>406582.71</c:v>
                </c:pt>
                <c:pt idx="8">
                  <c:v>460969.91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16656.1460000001"/>
          <c:min val="244660.734000000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9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113779.41333333333</c:v>
                </c:pt>
                <c:pt idx="1">
                  <c:v>113779.41333333333</c:v>
                </c:pt>
                <c:pt idx="2">
                  <c:v>113779.41333333333</c:v>
                </c:pt>
                <c:pt idx="3">
                  <c:v>113779.41333333333</c:v>
                </c:pt>
                <c:pt idx="4">
                  <c:v>113779.41333333333</c:v>
                </c:pt>
                <c:pt idx="5">
                  <c:v>113779.41333333333</c:v>
                </c:pt>
                <c:pt idx="6">
                  <c:v>113779.41333333333</c:v>
                </c:pt>
                <c:pt idx="7">
                  <c:v>113779.41333333333</c:v>
                </c:pt>
                <c:pt idx="8">
                  <c:v>113779.41333333333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9528.342"/>
          <c:min val="76421.6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111542.75</c:v>
                </c:pt>
                <c:pt idx="1">
                  <c:v>85601.42</c:v>
                </c:pt>
                <c:pt idx="2">
                  <c:v>144194.07</c:v>
                </c:pt>
                <c:pt idx="3">
                  <c:v>140890.99</c:v>
                </c:pt>
                <c:pt idx="4">
                  <c:v>116471.5</c:v>
                </c:pt>
                <c:pt idx="5">
                  <c:v>145415.16</c:v>
                </c:pt>
                <c:pt idx="6">
                  <c:v>116928.25</c:v>
                </c:pt>
                <c:pt idx="7">
                  <c:v>131580.08</c:v>
                </c:pt>
                <c:pt idx="8">
                  <c:v>200348.57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9528.342"/>
          <c:min val="76421.6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9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51867.87666666666</c:v>
                </c:pt>
                <c:pt idx="1">
                  <c:v>51867.87666666666</c:v>
                </c:pt>
                <c:pt idx="2">
                  <c:v>51867.87666666666</c:v>
                </c:pt>
                <c:pt idx="3">
                  <c:v>51867.87666666666</c:v>
                </c:pt>
                <c:pt idx="4">
                  <c:v>51867.87666666666</c:v>
                </c:pt>
                <c:pt idx="5">
                  <c:v>51867.87666666666</c:v>
                </c:pt>
                <c:pt idx="6">
                  <c:v>51867.87666666666</c:v>
                </c:pt>
                <c:pt idx="7">
                  <c:v>51867.87666666666</c:v>
                </c:pt>
                <c:pt idx="8">
                  <c:v>51867.87666666666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3117.7384"/>
          <c:min val="44297.56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46596.07</c:v>
                </c:pt>
                <c:pt idx="1">
                  <c:v>46285.16</c:v>
                </c:pt>
                <c:pt idx="2">
                  <c:v>62722.4</c:v>
                </c:pt>
                <c:pt idx="3">
                  <c:v>61451.27</c:v>
                </c:pt>
                <c:pt idx="4">
                  <c:v>59931.85</c:v>
                </c:pt>
                <c:pt idx="5">
                  <c:v>66637.27</c:v>
                </c:pt>
                <c:pt idx="6">
                  <c:v>67929.32</c:v>
                </c:pt>
                <c:pt idx="7">
                  <c:v>65180.57</c:v>
                </c:pt>
                <c:pt idx="8">
                  <c:v>71130.14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3117.7384"/>
          <c:min val="44297.56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0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94629.25</c:v>
                </c:pt>
                <c:pt idx="1">
                  <c:v>94629.25</c:v>
                </c:pt>
                <c:pt idx="2">
                  <c:v>94629.25</c:v>
                </c:pt>
                <c:pt idx="3">
                  <c:v>94629.25</c:v>
                </c:pt>
                <c:pt idx="4">
                  <c:v>94629.25</c:v>
                </c:pt>
                <c:pt idx="5">
                  <c:v>94629.25</c:v>
                </c:pt>
                <c:pt idx="6">
                  <c:v>94629.25</c:v>
                </c:pt>
                <c:pt idx="7">
                  <c:v>94629.25</c:v>
                </c:pt>
                <c:pt idx="8">
                  <c:v>94629.25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7671.1688"/>
          <c:min val="82073.9812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94693.94</c:v>
                </c:pt>
                <c:pt idx="1">
                  <c:v>91432.01</c:v>
                </c:pt>
                <c:pt idx="2">
                  <c:v>97761.8</c:v>
                </c:pt>
                <c:pt idx="3">
                  <c:v>110143.09</c:v>
                </c:pt>
                <c:pt idx="4">
                  <c:v>85908.27</c:v>
                </c:pt>
                <c:pt idx="5">
                  <c:v>92150</c:v>
                </c:pt>
                <c:pt idx="6">
                  <c:v>133836.88</c:v>
                </c:pt>
                <c:pt idx="7">
                  <c:v>115036.83</c:v>
                </c:pt>
                <c:pt idx="8">
                  <c:v>120419.48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7671.1688"/>
          <c:min val="82073.9812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0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155185.01333333334</c:v>
                </c:pt>
                <c:pt idx="1">
                  <c:v>155185.01333333334</c:v>
                </c:pt>
                <c:pt idx="2">
                  <c:v>155185.01333333334</c:v>
                </c:pt>
                <c:pt idx="3">
                  <c:v>155185.01333333334</c:v>
                </c:pt>
                <c:pt idx="4">
                  <c:v>155185.01333333334</c:v>
                </c:pt>
                <c:pt idx="5">
                  <c:v>155185.01333333334</c:v>
                </c:pt>
                <c:pt idx="6">
                  <c:v>155185.01333333334</c:v>
                </c:pt>
                <c:pt idx="7">
                  <c:v>155185.01333333334</c:v>
                </c:pt>
                <c:pt idx="8">
                  <c:v>155185.01333333334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5522.9608"/>
          <c:min val="138388.459199999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143708.08</c:v>
                </c:pt>
                <c:pt idx="1">
                  <c:v>150156.17</c:v>
                </c:pt>
                <c:pt idx="2">
                  <c:v>171690.79</c:v>
                </c:pt>
                <c:pt idx="3">
                  <c:v>179733.55</c:v>
                </c:pt>
                <c:pt idx="4">
                  <c:v>162543.22</c:v>
                </c:pt>
                <c:pt idx="5">
                  <c:v>190573.96</c:v>
                </c:pt>
                <c:pt idx="6">
                  <c:v>210203.34</c:v>
                </c:pt>
                <c:pt idx="7">
                  <c:v>183677.31</c:v>
                </c:pt>
                <c:pt idx="8">
                  <c:v>200380.49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5522.9608"/>
          <c:min val="138388.459199999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0.5007084766066044</c:v>
                </c:pt>
                <c:pt idx="1">
                  <c:v>0.4658918838951703</c:v>
                </c:pt>
                <c:pt idx="2">
                  <c:v>0.5175516423135714</c:v>
                </c:pt>
                <c:pt idx="3">
                  <c:v>0.39273961070513336</c:v>
                </c:pt>
                <c:pt idx="4">
                  <c:v>0.3799231348939657</c:v>
                </c:pt>
                <c:pt idx="5">
                  <c:v>0.4223488830238979</c:v>
                </c:pt>
                <c:pt idx="6">
                  <c:v>0.4417183644449401</c:v>
                </c:pt>
                <c:pt idx="7">
                  <c:v>0.49519175604866505</c:v>
                </c:pt>
                <c:pt idx="8">
                  <c:v>0.35446641609125773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0.5599060855951783</c:v>
                </c:pt>
                <c:pt idx="1">
                  <c:v>0.5953764289456657</c:v>
                </c:pt>
                <c:pt idx="2">
                  <c:v>0.6207784036759297</c:v>
                </c:pt>
                <c:pt idx="3">
                  <c:v>0.5641788497037027</c:v>
                </c:pt>
                <c:pt idx="4">
                  <c:v>0.5359691971939233</c:v>
                </c:pt>
                <c:pt idx="5">
                  <c:v>0.5256899089127502</c:v>
                </c:pt>
                <c:pt idx="6">
                  <c:v>0.6374969342654748</c:v>
                </c:pt>
                <c:pt idx="7">
                  <c:v>0.6639569377993084</c:v>
                </c:pt>
                <c:pt idx="8">
                  <c:v>0.6993705794894085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7269629125612606"/>
          <c:min val="0.32687408301940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0.7391248471009725</c:v>
                </c:pt>
                <c:pt idx="1">
                  <c:v>0.7409028682892094</c:v>
                </c:pt>
                <c:pt idx="2">
                  <c:v>0.7035773620438628</c:v>
                </c:pt>
                <c:pt idx="3">
                  <c:v>0.7356171923561571</c:v>
                </c:pt>
                <c:pt idx="4">
                  <c:v>0.754332313805736</c:v>
                </c:pt>
                <c:pt idx="5">
                  <c:v>0.8437802736400347</c:v>
                </c:pt>
                <c:pt idx="6">
                  <c:v>0.826037384399677</c:v>
                </c:pt>
                <c:pt idx="7">
                  <c:v>0.8069663483423346</c:v>
                </c:pt>
                <c:pt idx="8">
                  <c:v>0.7428055066420377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0.8612503909127255</c:v>
                </c:pt>
                <c:pt idx="1">
                  <c:v>0.8502138452203871</c:v>
                </c:pt>
                <c:pt idx="2">
                  <c:v>0.8613062091675363</c:v>
                </c:pt>
                <c:pt idx="3">
                  <c:v>0.9594634463474739</c:v>
                </c:pt>
                <c:pt idx="4">
                  <c:v>0.8094036988521878</c:v>
                </c:pt>
                <c:pt idx="5">
                  <c:v>0.8474203476103612</c:v>
                </c:pt>
                <c:pt idx="6">
                  <c:v>0.8973011578897543</c:v>
                </c:pt>
                <c:pt idx="7">
                  <c:v>0.8703770629958808</c:v>
                </c:pt>
                <c:pt idx="8">
                  <c:v>0.7888740877263815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9799343330917628"/>
          <c:min val="0.683106475299573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0.7780011942718925</c:v>
                </c:pt>
                <c:pt idx="1">
                  <c:v>0.6249344609333205</c:v>
                </c:pt>
                <c:pt idx="2">
                  <c:v>0.6079602160245704</c:v>
                </c:pt>
                <c:pt idx="3">
                  <c:v>0.7126662465412464</c:v>
                </c:pt>
                <c:pt idx="4">
                  <c:v>0.7391488656869744</c:v>
                </c:pt>
                <c:pt idx="5">
                  <c:v>0.7520176048780929</c:v>
                </c:pt>
                <c:pt idx="6">
                  <c:v>0.824033006206738</c:v>
                </c:pt>
                <c:pt idx="7">
                  <c:v>0.41598321657633663</c:v>
                </c:pt>
                <c:pt idx="8">
                  <c:v>0.6166608020266906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0.7149519115439406</c:v>
                </c:pt>
                <c:pt idx="1">
                  <c:v>0.5658488336093703</c:v>
                </c:pt>
                <c:pt idx="2">
                  <c:v>0.8028068820195635</c:v>
                </c:pt>
                <c:pt idx="3">
                  <c:v>0.8955068367926623</c:v>
                </c:pt>
                <c:pt idx="4">
                  <c:v>0.6926436435486412</c:v>
                </c:pt>
                <c:pt idx="5">
                  <c:v>0.7527979568294318</c:v>
                </c:pt>
                <c:pt idx="6">
                  <c:v>0.8121987387827239</c:v>
                </c:pt>
                <c:pt idx="7">
                  <c:v>1.0061459927467944</c:v>
                </c:pt>
                <c:pt idx="8">
                  <c:v>0.728444370250533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53359014840431"/>
          <c:min val="0.368770194482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0.6900221781972805</c:v>
                </c:pt>
                <c:pt idx="1">
                  <c:v>0.5933247378933056</c:v>
                </c:pt>
                <c:pt idx="2">
                  <c:v>0.7142805125397766</c:v>
                </c:pt>
                <c:pt idx="3">
                  <c:v>0.6570514519637847</c:v>
                </c:pt>
                <c:pt idx="4">
                  <c:v>0.6234843116063218</c:v>
                </c:pt>
                <c:pt idx="5">
                  <c:v>0.9255516501965666</c:v>
                </c:pt>
                <c:pt idx="6">
                  <c:v>0.8503689755576581</c:v>
                </c:pt>
                <c:pt idx="7">
                  <c:v>0.7184182716938973</c:v>
                </c:pt>
                <c:pt idx="8">
                  <c:v>0.8223294946208929</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0.7164286429445438</c:v>
                </c:pt>
                <c:pt idx="1">
                  <c:v>0.6252395726683551</c:v>
                </c:pt>
                <c:pt idx="2">
                  <c:v>0.8412022682100951</c:v>
                </c:pt>
                <c:pt idx="3">
                  <c:v>0.7867221155521004</c:v>
                </c:pt>
                <c:pt idx="4">
                  <c:v>0.7755942859235323</c:v>
                </c:pt>
                <c:pt idx="5">
                  <c:v>0.7922355198248646</c:v>
                </c:pt>
                <c:pt idx="6">
                  <c:v>0.7538786629597675</c:v>
                </c:pt>
                <c:pt idx="7">
                  <c:v>0.7919291156345933</c:v>
                </c:pt>
                <c:pt idx="8">
                  <c:v>0.921708275861715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9521298031808275"/>
          <c:min val="0.566746584909044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0.7050565150902268</c:v>
                </c:pt>
                <c:pt idx="1">
                  <c:v>0.6972871213226081</c:v>
                </c:pt>
                <c:pt idx="2">
                  <c:v>0.6308768362351774</c:v>
                </c:pt>
                <c:pt idx="3">
                  <c:v>0.7445204586744981</c:v>
                </c:pt>
                <c:pt idx="4">
                  <c:v>0.660415938777662</c:v>
                </c:pt>
                <c:pt idx="5">
                  <c:v>0.700367973810301</c:v>
                </c:pt>
                <c:pt idx="6">
                  <c:v>0.6836058770468785</c:v>
                </c:pt>
                <c:pt idx="7">
                  <c:v>0.7804051689622145</c:v>
                </c:pt>
                <c:pt idx="8">
                  <c:v>0.7106603615435741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0.7403703599119972</c:v>
                </c:pt>
                <c:pt idx="1">
                  <c:v>0.7710928483677514</c:v>
                </c:pt>
                <c:pt idx="2">
                  <c:v>0.826189338680264</c:v>
                </c:pt>
                <c:pt idx="3">
                  <c:v>0.8425333637632726</c:v>
                </c:pt>
                <c:pt idx="4">
                  <c:v>0.6847998583114988</c:v>
                </c:pt>
                <c:pt idx="5">
                  <c:v>0.7168673511984457</c:v>
                </c:pt>
                <c:pt idx="6">
                  <c:v>0.7724004923395711</c:v>
                </c:pt>
                <c:pt idx="7">
                  <c:v>0.7344914599245522</c:v>
                </c:pt>
                <c:pt idx="8">
                  <c:v>0.708305313389445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594658859655202"/>
          <c:min val="0.61394431403292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0.853378636833553</c:v>
                </c:pt>
                <c:pt idx="1">
                  <c:v>0.6247038023296071</c:v>
                </c:pt>
                <c:pt idx="2">
                  <c:v>0.6792670837409984</c:v>
                </c:pt>
                <c:pt idx="3">
                  <c:v>0.878644639780231</c:v>
                </c:pt>
                <c:pt idx="4">
                  <c:v>0.7451530183571232</c:v>
                </c:pt>
                <c:pt idx="5">
                  <c:v>0.6576100477351875</c:v>
                </c:pt>
                <c:pt idx="6">
                  <c:v>0.6750289266701013</c:v>
                </c:pt>
                <c:pt idx="7">
                  <c:v>0.7202130547063254</c:v>
                </c:pt>
                <c:pt idx="8">
                  <c:v>0.5956656780653243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0.6171481379522767</c:v>
                </c:pt>
                <c:pt idx="1">
                  <c:v>0.46277890535786437</c:v>
                </c:pt>
                <c:pt idx="2">
                  <c:v>0.5529485629230996</c:v>
                </c:pt>
                <c:pt idx="3">
                  <c:v>0.5744854953580403</c:v>
                </c:pt>
                <c:pt idx="4">
                  <c:v>0.4429815006198323</c:v>
                </c:pt>
                <c:pt idx="5">
                  <c:v>0.6297826593153499</c:v>
                </c:pt>
                <c:pt idx="6">
                  <c:v>0.6161366435109226</c:v>
                </c:pt>
                <c:pt idx="7">
                  <c:v>0.44810640749418146</c:v>
                </c:pt>
                <c:pt idx="8">
                  <c:v>0.5271088831058458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9134976909130629"/>
          <c:min val="0.408128449487000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0.7599768626538274</c:v>
                </c:pt>
                <c:pt idx="1">
                  <c:v>0.7830798437816583</c:v>
                </c:pt>
                <c:pt idx="2">
                  <c:v>0.7626795993431513</c:v>
                </c:pt>
                <c:pt idx="3">
                  <c:v>0.7688698524518264</c:v>
                </c:pt>
                <c:pt idx="4">
                  <c:v>0.7495697281542794</c:v>
                </c:pt>
                <c:pt idx="5">
                  <c:v>0.7963416143072259</c:v>
                </c:pt>
                <c:pt idx="6">
                  <c:v>0.736251369774425</c:v>
                </c:pt>
                <c:pt idx="7">
                  <c:v>0.6800766854095037</c:v>
                </c:pt>
                <c:pt idx="8">
                  <c:v>0.8021539845867794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0.6241018800200733</c:v>
                </c:pt>
                <c:pt idx="1">
                  <c:v>0.6291925628435708</c:v>
                </c:pt>
                <c:pt idx="2">
                  <c:v>0.6072420314663973</c:v>
                </c:pt>
                <c:pt idx="3">
                  <c:v>0.6422654132499127</c:v>
                </c:pt>
                <c:pt idx="4">
                  <c:v>0.6114912306114826</c:v>
                </c:pt>
                <c:pt idx="5">
                  <c:v>0.60193276537458</c:v>
                </c:pt>
                <c:pt idx="6">
                  <c:v>0.7934726472426145</c:v>
                </c:pt>
                <c:pt idx="7">
                  <c:v>0.7122729918478748</c:v>
                </c:pt>
                <c:pt idx="8">
                  <c:v>0.6898987062321641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81716821237554"/>
          <c:min val="0.5859150678376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0.8085933842189513</c:v>
                </c:pt>
                <c:pt idx="1">
                  <c:v>0.8349538745023005</c:v>
                </c:pt>
                <c:pt idx="2">
                  <c:v>0.8737701164417023</c:v>
                </c:pt>
                <c:pt idx="3">
                  <c:v>0.8527346062964446</c:v>
                </c:pt>
                <c:pt idx="4">
                  <c:v>1.0582330985943935</c:v>
                </c:pt>
                <c:pt idx="5">
                  <c:v>1.028016161351654</c:v>
                </c:pt>
                <c:pt idx="6">
                  <c:v>1.0058575078440883</c:v>
                </c:pt>
                <c:pt idx="7">
                  <c:v>1.0234746382890063</c:v>
                </c:pt>
                <c:pt idx="8">
                  <c:v>0.9356321144067818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0.9009653319121848</c:v>
                </c:pt>
                <c:pt idx="1">
                  <c:v>0.8131285211419739</c:v>
                </c:pt>
                <c:pt idx="2">
                  <c:v>0.8066254594530933</c:v>
                </c:pt>
                <c:pt idx="3">
                  <c:v>0.8626575968564566</c:v>
                </c:pt>
                <c:pt idx="4">
                  <c:v>0.8454990906402006</c:v>
                </c:pt>
                <c:pt idx="5">
                  <c:v>0.8299379831261204</c:v>
                </c:pt>
                <c:pt idx="6">
                  <c:v>0.8713143037970473</c:v>
                </c:pt>
                <c:pt idx="7">
                  <c:v>0.8286440545521533</c:v>
                </c:pt>
                <c:pt idx="8">
                  <c:v>0.78232146024707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803060296621794"/>
          <c:min val="0.760248529179284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1.0677903326131248</c:v>
                </c:pt>
                <c:pt idx="1">
                  <c:v>1.0847682962377936</c:v>
                </c:pt>
                <c:pt idx="2">
                  <c:v>1.0822422538888816</c:v>
                </c:pt>
                <c:pt idx="3">
                  <c:v>1.0735954139267194</c:v>
                </c:pt>
                <c:pt idx="4">
                  <c:v>1.1363227240925946</c:v>
                </c:pt>
                <c:pt idx="5">
                  <c:v>1.2311140114650694</c:v>
                </c:pt>
                <c:pt idx="6">
                  <c:v>1.18480172153826</c:v>
                </c:pt>
                <c:pt idx="7">
                  <c:v>1.0277431801947496</c:v>
                </c:pt>
                <c:pt idx="8">
                  <c:v>0.9859766650705274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1.0398617108896582</c:v>
                </c:pt>
                <c:pt idx="1">
                  <c:v>0.9759218070363714</c:v>
                </c:pt>
                <c:pt idx="2">
                  <c:v>1.1814901267275122</c:v>
                </c:pt>
                <c:pt idx="3">
                  <c:v>0.9351336620111177</c:v>
                </c:pt>
                <c:pt idx="4">
                  <c:v>1.074398471161886</c:v>
                </c:pt>
                <c:pt idx="5">
                  <c:v>1.1155718382233792</c:v>
                </c:pt>
                <c:pt idx="6">
                  <c:v>0.9775402112462451</c:v>
                </c:pt>
                <c:pt idx="7">
                  <c:v>1.0513632613479733</c:v>
                </c:pt>
                <c:pt idx="8">
                  <c:v>0.9803497357201435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547924394213854"/>
          <c:min val="0.91145523405480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0.8007470085189965</c:v>
                </c:pt>
                <c:pt idx="1">
                  <c:v>0.7960579784701964</c:v>
                </c:pt>
                <c:pt idx="2">
                  <c:v>0.730272221110609</c:v>
                </c:pt>
                <c:pt idx="3">
                  <c:v>0.6090821009943207</c:v>
                </c:pt>
                <c:pt idx="4">
                  <c:v>0.555842407701091</c:v>
                </c:pt>
                <c:pt idx="5">
                  <c:v>0.4954824972707196</c:v>
                </c:pt>
                <c:pt idx="6">
                  <c:v>0.5157238522328759</c:v>
                </c:pt>
                <c:pt idx="7">
                  <c:v>0.6530825104532697</c:v>
                </c:pt>
                <c:pt idx="8">
                  <c:v>0.6420616546090437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0.61103256630774</c:v>
                </c:pt>
                <c:pt idx="1">
                  <c:v>0.6595352694952525</c:v>
                </c:pt>
                <c:pt idx="2">
                  <c:v>0.6666160540213655</c:v>
                </c:pt>
                <c:pt idx="3">
                  <c:v>0.6477156196855707</c:v>
                </c:pt>
                <c:pt idx="4">
                  <c:v>0.6402126082807236</c:v>
                </c:pt>
                <c:pt idx="5">
                  <c:v>0.7202403722831867</c:v>
                </c:pt>
                <c:pt idx="6">
                  <c:v>0.515399791342243</c:v>
                </c:pt>
                <c:pt idx="7">
                  <c:v>0.6113501905317787</c:v>
                </c:pt>
                <c:pt idx="8">
                  <c:v>0.6204992017340641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251681694188586"/>
          <c:min val="0.4710613363708574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0.6667101490374474</c:v>
                </c:pt>
                <c:pt idx="1">
                  <c:v>0.6667101490374474</c:v>
                </c:pt>
                <c:pt idx="2">
                  <c:v>0.6667101490374474</c:v>
                </c:pt>
                <c:pt idx="3">
                  <c:v>0.6667101490374474</c:v>
                </c:pt>
                <c:pt idx="4">
                  <c:v>0.6667101490374474</c:v>
                </c:pt>
                <c:pt idx="5">
                  <c:v>0.6667101490374474</c:v>
                </c:pt>
                <c:pt idx="6">
                  <c:v>0.6667101490374474</c:v>
                </c:pt>
                <c:pt idx="7">
                  <c:v>0.6667101490374474</c:v>
                </c:pt>
                <c:pt idx="8">
                  <c:v>0.6667101490374474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817156298575043"/>
          <c:min val="0.62385024647826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0.6416340660216564</c:v>
                </c:pt>
                <c:pt idx="1">
                  <c:v>0.6879866984579203</c:v>
                </c:pt>
                <c:pt idx="2">
                  <c:v>0.6710215851370895</c:v>
                </c:pt>
                <c:pt idx="3">
                  <c:v>0.8146457262660504</c:v>
                </c:pt>
                <c:pt idx="4">
                  <c:v>0.6633982076488285</c:v>
                </c:pt>
                <c:pt idx="5">
                  <c:v>0.7216184194447294</c:v>
                </c:pt>
                <c:pt idx="6">
                  <c:v>0.7962932865515217</c:v>
                </c:pt>
                <c:pt idx="7">
                  <c:v>0.8310729032296043</c:v>
                </c:pt>
                <c:pt idx="8">
                  <c:v>0.8639318103141082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817156298575043"/>
          <c:min val="0.62385024647826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0.6953218301011714</c:v>
                </c:pt>
                <c:pt idx="1">
                  <c:v>0.6953218301011714</c:v>
                </c:pt>
                <c:pt idx="2">
                  <c:v>0.6953218301011714</c:v>
                </c:pt>
                <c:pt idx="3">
                  <c:v>0.6953218301011714</c:v>
                </c:pt>
                <c:pt idx="4">
                  <c:v>0.6953218301011714</c:v>
                </c:pt>
                <c:pt idx="5">
                  <c:v>0.6953218301011714</c:v>
                </c:pt>
                <c:pt idx="6">
                  <c:v>0.6953218301011714</c:v>
                </c:pt>
                <c:pt idx="7">
                  <c:v>0.6953218301011714</c:v>
                </c:pt>
                <c:pt idx="8">
                  <c:v>0.6953218301011714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413697654777883"/>
          <c:min val="0.53062506087837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0.7149519115439406</c:v>
                </c:pt>
                <c:pt idx="1">
                  <c:v>0.5658488336093703</c:v>
                </c:pt>
                <c:pt idx="2">
                  <c:v>0.8028068820195635</c:v>
                </c:pt>
                <c:pt idx="3">
                  <c:v>0.8955068367926623</c:v>
                </c:pt>
                <c:pt idx="4">
                  <c:v>0.6926436435486412</c:v>
                </c:pt>
                <c:pt idx="5">
                  <c:v>0.7527979568294318</c:v>
                </c:pt>
                <c:pt idx="6">
                  <c:v>0.8121987387827239</c:v>
                </c:pt>
                <c:pt idx="7">
                  <c:v>1.0061459927467944</c:v>
                </c:pt>
                <c:pt idx="8">
                  <c:v>0.728444370250533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413697654777883"/>
          <c:min val="0.53062506087837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0.6198224052282543</c:v>
                </c:pt>
                <c:pt idx="1">
                  <c:v>0.6198224052282543</c:v>
                </c:pt>
                <c:pt idx="2">
                  <c:v>0.6198224052282543</c:v>
                </c:pt>
                <c:pt idx="3">
                  <c:v>0.6198224052282543</c:v>
                </c:pt>
                <c:pt idx="4">
                  <c:v>0.6198224052282543</c:v>
                </c:pt>
                <c:pt idx="5">
                  <c:v>0.6198224052282543</c:v>
                </c:pt>
                <c:pt idx="6">
                  <c:v>0.6198224052282543</c:v>
                </c:pt>
                <c:pt idx="7">
                  <c:v>0.6198224052282543</c:v>
                </c:pt>
                <c:pt idx="8">
                  <c:v>0.6198224052282543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087958377920572"/>
          <c:min val="0.58660957482513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0.6241018800200733</c:v>
                </c:pt>
                <c:pt idx="1">
                  <c:v>0.6291925628435708</c:v>
                </c:pt>
                <c:pt idx="2">
                  <c:v>0.6072420314663973</c:v>
                </c:pt>
                <c:pt idx="3">
                  <c:v>0.6422654132499127</c:v>
                </c:pt>
                <c:pt idx="4">
                  <c:v>0.6114912306114826</c:v>
                </c:pt>
                <c:pt idx="5">
                  <c:v>0.60193276537458</c:v>
                </c:pt>
                <c:pt idx="6">
                  <c:v>0.7934726472426145</c:v>
                </c:pt>
                <c:pt idx="7">
                  <c:v>0.7122729918478748</c:v>
                </c:pt>
                <c:pt idx="8">
                  <c:v>0.6898987062321641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087958377920572"/>
          <c:min val="0.58660957482513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0.8362740966149049</c:v>
                </c:pt>
                <c:pt idx="1">
                  <c:v>0.8362740966149049</c:v>
                </c:pt>
                <c:pt idx="2">
                  <c:v>0.8362740966149049</c:v>
                </c:pt>
                <c:pt idx="3">
                  <c:v>0.8362740966149049</c:v>
                </c:pt>
                <c:pt idx="4">
                  <c:v>0.8362740966149049</c:v>
                </c:pt>
                <c:pt idx="5">
                  <c:v>0.8362740966149049</c:v>
                </c:pt>
                <c:pt idx="6">
                  <c:v>0.8362740966149049</c:v>
                </c:pt>
                <c:pt idx="7">
                  <c:v>0.8362740966149049</c:v>
                </c:pt>
                <c:pt idx="8">
                  <c:v>0.8362740966149049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968534163565384"/>
          <c:min val="0.775792553674003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0.7890850784940989</c:v>
                </c:pt>
                <c:pt idx="1">
                  <c:v>0.8483271451406758</c:v>
                </c:pt>
                <c:pt idx="2">
                  <c:v>0.8737220091935026</c:v>
                </c:pt>
                <c:pt idx="3">
                  <c:v>0.9031020331212618</c:v>
                </c:pt>
                <c:pt idx="4">
                  <c:v>0.9001049607163213</c:v>
                </c:pt>
                <c:pt idx="5">
                  <c:v>0.9422484395664092</c:v>
                </c:pt>
                <c:pt idx="6">
                  <c:v>0.9441518227810289</c:v>
                </c:pt>
                <c:pt idx="7">
                  <c:v>0.9314098297713501</c:v>
                </c:pt>
                <c:pt idx="8">
                  <c:v>0.9552416387452888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968534163565384"/>
          <c:min val="0.775792553674003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0.7416030867121686</c:v>
                </c:pt>
                <c:pt idx="1">
                  <c:v>0.7416030867121686</c:v>
                </c:pt>
                <c:pt idx="2">
                  <c:v>0.7416030867121686</c:v>
                </c:pt>
                <c:pt idx="3">
                  <c:v>0.7416030867121686</c:v>
                </c:pt>
                <c:pt idx="4">
                  <c:v>0.7416030867121686</c:v>
                </c:pt>
                <c:pt idx="5">
                  <c:v>0.7416030867121686</c:v>
                </c:pt>
                <c:pt idx="6">
                  <c:v>0.7416030867121686</c:v>
                </c:pt>
                <c:pt idx="7">
                  <c:v>0.7416030867121686</c:v>
                </c:pt>
                <c:pt idx="8">
                  <c:v>0.7416030867121686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9173970012333618"/>
          <c:min val="0.67072459309404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0.7058377560544787</c:v>
                </c:pt>
                <c:pt idx="1">
                  <c:v>0.6877364833105505</c:v>
                </c:pt>
                <c:pt idx="2">
                  <c:v>0.8351041150379535</c:v>
                </c:pt>
                <c:pt idx="3">
                  <c:v>0.8943640443149931</c:v>
                </c:pt>
                <c:pt idx="4">
                  <c:v>0.829880124754641</c:v>
                </c:pt>
                <c:pt idx="5">
                  <c:v>0.8925481096864348</c:v>
                </c:pt>
                <c:pt idx="6">
                  <c:v>0.8040133913761467</c:v>
                </c:pt>
                <c:pt idx="7">
                  <c:v>0.9003851110168573</c:v>
                </c:pt>
                <c:pt idx="8">
                  <c:v>0.8190054329130878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9173970012333618"/>
          <c:min val="0.67072459309404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-0.5686827588607907</c:v>
                </c:pt>
                <c:pt idx="1">
                  <c:v>-0.21640515305861333</c:v>
                </c:pt>
                <c:pt idx="2">
                  <c:v>-0.5010258887230374</c:v>
                </c:pt>
                <c:pt idx="3">
                  <c:v>0.020036439834512355</c:v>
                </c:pt>
                <c:pt idx="4">
                  <c:v>-0.5551277962549547</c:v>
                </c:pt>
                <c:pt idx="5">
                  <c:v>-1.043289815031404</c:v>
                </c:pt>
                <c:pt idx="6">
                  <c:v>-0.43700864305120807</c:v>
                </c:pt>
                <c:pt idx="7">
                  <c:v>-0.8198436289605565</c:v>
                </c:pt>
                <c:pt idx="8">
                  <c:v>-0.9277138934612698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-0.688980188831012</c:v>
                </c:pt>
                <c:pt idx="1">
                  <c:v>-0.48762848286745186</c:v>
                </c:pt>
                <c:pt idx="2">
                  <c:v>0.009288642442946355</c:v>
                </c:pt>
                <c:pt idx="3">
                  <c:v>-0.44395618345867127</c:v>
                </c:pt>
                <c:pt idx="4">
                  <c:v>-0.15070373288497496</c:v>
                </c:pt>
                <c:pt idx="5">
                  <c:v>-0.06949989405927927</c:v>
                </c:pt>
                <c:pt idx="6">
                  <c:v>-0.02764679365648572</c:v>
                </c:pt>
                <c:pt idx="7">
                  <c:v>-0.013964302456237882</c:v>
                </c:pt>
                <c:pt idx="8">
                  <c:v>-0.22064758414685792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0510254022378566"/>
          <c:min val="-1.128355915420677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-0.16088902116997236</c:v>
                </c:pt>
                <c:pt idx="1">
                  <c:v>-0.21520608469900315</c:v>
                </c:pt>
                <c:pt idx="2">
                  <c:v>-0.07862350375250017</c:v>
                </c:pt>
                <c:pt idx="3">
                  <c:v>-0.19928126894081516</c:v>
                </c:pt>
                <c:pt idx="4">
                  <c:v>-0.15813975747406558</c:v>
                </c:pt>
                <c:pt idx="5">
                  <c:v>-0.40171309037710323</c:v>
                </c:pt>
                <c:pt idx="6">
                  <c:v>-0.3785704453058477</c:v>
                </c:pt>
                <c:pt idx="7">
                  <c:v>-0.23715561637553315</c:v>
                </c:pt>
                <c:pt idx="8">
                  <c:v>-0.6283735504004846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-0.11420475715326887</c:v>
                </c:pt>
                <c:pt idx="1">
                  <c:v>-0.08616050481691429</c:v>
                </c:pt>
                <c:pt idx="2">
                  <c:v>-0.0074135897320772295</c:v>
                </c:pt>
                <c:pt idx="3">
                  <c:v>-0.05213712457988357</c:v>
                </c:pt>
                <c:pt idx="4">
                  <c:v>-0.11480290690999262</c:v>
                </c:pt>
                <c:pt idx="5">
                  <c:v>-0.11471039993672502</c:v>
                </c:pt>
                <c:pt idx="6">
                  <c:v>0.03697365572366996</c:v>
                </c:pt>
                <c:pt idx="7">
                  <c:v>0.05535724206787893</c:v>
                </c:pt>
                <c:pt idx="8">
                  <c:v>0.07097435698920437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692218958037949"/>
          <c:min val="-0.68432138299165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0.19073581415503624</c:v>
                </c:pt>
                <c:pt idx="1">
                  <c:v>-0.09482884404710147</c:v>
                </c:pt>
                <c:pt idx="2">
                  <c:v>-0.07923748967010867</c:v>
                </c:pt>
                <c:pt idx="3">
                  <c:v>0.03100531914859389</c:v>
                </c:pt>
                <c:pt idx="4">
                  <c:v>0.002445552508567806</c:v>
                </c:pt>
                <c:pt idx="5">
                  <c:v>0.033769739655606104</c:v>
                </c:pt>
                <c:pt idx="6">
                  <c:v>0.02122288658942832</c:v>
                </c:pt>
                <c:pt idx="7">
                  <c:v>-0.728898343026288</c:v>
                </c:pt>
                <c:pt idx="8">
                  <c:v>-0.1695181947766519</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0.08765446120418573</c:v>
                </c:pt>
                <c:pt idx="1">
                  <c:v>-0.13907562970383783</c:v>
                </c:pt>
                <c:pt idx="2">
                  <c:v>0.15433312239519317</c:v>
                </c:pt>
                <c:pt idx="3">
                  <c:v>0.3269022584611513</c:v>
                </c:pt>
                <c:pt idx="4">
                  <c:v>0.15941971721152334</c:v>
                </c:pt>
                <c:pt idx="5">
                  <c:v>0.0879362065438371</c:v>
                </c:pt>
                <c:pt idx="6">
                  <c:v>0.15724543966181995</c:v>
                </c:pt>
                <c:pt idx="7">
                  <c:v>0.34214191912152975</c:v>
                </c:pt>
                <c:pt idx="8">
                  <c:v>0.10861721821029051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2782514009335515"/>
          <c:min val="-0.81458156399811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-0.5100009501385124</c:v>
                </c:pt>
                <c:pt idx="1">
                  <c:v>-0.22902835974671104</c:v>
                </c:pt>
                <c:pt idx="2">
                  <c:v>-0.23244269282926994</c:v>
                </c:pt>
                <c:pt idx="3">
                  <c:v>-0.2717310679998562</c:v>
                </c:pt>
                <c:pt idx="4">
                  <c:v>-0.162550445100814</c:v>
                </c:pt>
                <c:pt idx="5">
                  <c:v>-0.11334443583250313</c:v>
                </c:pt>
                <c:pt idx="6">
                  <c:v>-0.17967861438395932</c:v>
                </c:pt>
                <c:pt idx="7">
                  <c:v>-0.7852095180668983</c:v>
                </c:pt>
                <c:pt idx="8">
                  <c:v>-0.1890797948950349</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-0.21167655894476217</c:v>
                </c:pt>
                <c:pt idx="1">
                  <c:v>-0.1167396046776075</c:v>
                </c:pt>
                <c:pt idx="2">
                  <c:v>-0.09243518812128353</c:v>
                </c:pt>
                <c:pt idx="3">
                  <c:v>-0.10010541216226079</c:v>
                </c:pt>
                <c:pt idx="4">
                  <c:v>-0.2539966347571529</c:v>
                </c:pt>
                <c:pt idx="5">
                  <c:v>-0.14376885835792932</c:v>
                </c:pt>
                <c:pt idx="6">
                  <c:v>-0.11155059595020282</c:v>
                </c:pt>
                <c:pt idx="7">
                  <c:v>-0.14895018071801575</c:v>
                </c:pt>
                <c:pt idx="8">
                  <c:v>-0.09104820152013827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3551529619639747"/>
          <c:min val="-0.840742423390639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-0.22453092520590326</c:v>
                </c:pt>
                <c:pt idx="1">
                  <c:v>-0.22957609979577973</c:v>
                </c:pt>
                <c:pt idx="2">
                  <c:v>-0.15304790085864386</c:v>
                </c:pt>
                <c:pt idx="3">
                  <c:v>-0.17713111861881112</c:v>
                </c:pt>
                <c:pt idx="4">
                  <c:v>-0.3081851282039555</c:v>
                </c:pt>
                <c:pt idx="5">
                  <c:v>-0.24597689352262656</c:v>
                </c:pt>
                <c:pt idx="6">
                  <c:v>-0.2721383449096534</c:v>
                </c:pt>
                <c:pt idx="7">
                  <c:v>-0.3398660127422186</c:v>
                </c:pt>
                <c:pt idx="8">
                  <c:v>-0.4320269357032664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-0.23424705872059112</c:v>
                </c:pt>
                <c:pt idx="1">
                  <c:v>-0.07297641673068485</c:v>
                </c:pt>
                <c:pt idx="2">
                  <c:v>-0.11724414543802344</c:v>
                </c:pt>
                <c:pt idx="3">
                  <c:v>-0.14612989902739468</c:v>
                </c:pt>
                <c:pt idx="4">
                  <c:v>-0.12194317594826419</c:v>
                </c:pt>
                <c:pt idx="5">
                  <c:v>-0.1891368150460099</c:v>
                </c:pt>
                <c:pt idx="6">
                  <c:v>-0.16599206320836077</c:v>
                </c:pt>
                <c:pt idx="7">
                  <c:v>-0.16705054683729265</c:v>
                </c:pt>
                <c:pt idx="8">
                  <c:v>-0.09081070320961149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4425237521287832"/>
          <c:min val="-0.460750977221072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0.11544436183560457</c:v>
                </c:pt>
                <c:pt idx="1">
                  <c:v>-0.06631758746613263</c:v>
                </c:pt>
                <c:pt idx="2">
                  <c:v>-0.0234549948345081</c:v>
                </c:pt>
                <c:pt idx="3">
                  <c:v>0.2017034924118726</c:v>
                </c:pt>
                <c:pt idx="4">
                  <c:v>0.016618815486759874</c:v>
                </c:pt>
                <c:pt idx="5">
                  <c:v>0.002315798179225444</c:v>
                </c:pt>
                <c:pt idx="6">
                  <c:v>-0.11689105121802629</c:v>
                </c:pt>
                <c:pt idx="7">
                  <c:v>0.04727296036846859</c:v>
                </c:pt>
                <c:pt idx="8">
                  <c:v>-0.14997668141985984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-0.04134314976329328</c:v>
                </c:pt>
                <c:pt idx="1">
                  <c:v>-0.43848086239975703</c:v>
                </c:pt>
                <c:pt idx="2">
                  <c:v>-0.06674784783358878</c:v>
                </c:pt>
                <c:pt idx="3">
                  <c:v>-0.11159858679392061</c:v>
                </c:pt>
                <c:pt idx="4">
                  <c:v>-0.6608435740521793</c:v>
                </c:pt>
                <c:pt idx="5">
                  <c:v>-0.03425020964822147</c:v>
                </c:pt>
                <c:pt idx="6">
                  <c:v>-0.15894095735827188</c:v>
                </c:pt>
                <c:pt idx="7">
                  <c:v>-0.7170716061650543</c:v>
                </c:pt>
                <c:pt idx="8">
                  <c:v>-0.29102711626934785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7520550029802676"/>
          <c:min val="-0.79057361405120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0.07743202013331102</c:v>
                </c:pt>
                <c:pt idx="1">
                  <c:v>0.19089457679130983</c:v>
                </c:pt>
                <c:pt idx="2">
                  <c:v>0.22723282113629445</c:v>
                </c:pt>
                <c:pt idx="3">
                  <c:v>0.1548873567041565</c:v>
                </c:pt>
                <c:pt idx="4">
                  <c:v>0.2209480307483303</c:v>
                </c:pt>
                <c:pt idx="5">
                  <c:v>0.1794010879752614</c:v>
                </c:pt>
                <c:pt idx="6">
                  <c:v>0.25050997066878383</c:v>
                </c:pt>
                <c:pt idx="7">
                  <c:v>0.11994303962108095</c:v>
                </c:pt>
                <c:pt idx="8">
                  <c:v>0.041419723019555044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-0.029915872620162525</c:v>
                </c:pt>
                <c:pt idx="1">
                  <c:v>-0.024313134706238623</c:v>
                </c:pt>
                <c:pt idx="2">
                  <c:v>-0.008477001494444142</c:v>
                </c:pt>
                <c:pt idx="3">
                  <c:v>0.09114549756658424</c:v>
                </c:pt>
                <c:pt idx="4">
                  <c:v>0.09633143656506905</c:v>
                </c:pt>
                <c:pt idx="5">
                  <c:v>0.07994039034333943</c:v>
                </c:pt>
                <c:pt idx="6">
                  <c:v>0.18092511500907785</c:v>
                </c:pt>
                <c:pt idx="7">
                  <c:v>0.02254651263002137</c:v>
                </c:pt>
                <c:pt idx="8">
                  <c:v>0.0060572564713424785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7294403813189955"/>
          <c:min val="-0.05234994008327823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0.3668387033117843</c:v>
                </c:pt>
                <c:pt idx="1">
                  <c:v>0.27817082121713677</c:v>
                </c:pt>
                <c:pt idx="2">
                  <c:v>0.4424800960742535</c:v>
                </c:pt>
                <c:pt idx="3">
                  <c:v>0.38996894963610984</c:v>
                </c:pt>
                <c:pt idx="4">
                  <c:v>0.35711022376104146</c:v>
                </c:pt>
                <c:pt idx="5">
                  <c:v>0.42349841765665863</c:v>
                </c:pt>
                <c:pt idx="6">
                  <c:v>0.33905831280872795</c:v>
                </c:pt>
                <c:pt idx="7">
                  <c:v>0.26759622110514336</c:v>
                </c:pt>
                <c:pt idx="8">
                  <c:v>0.31278561100432156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0.19153612708423184</c:v>
                </c:pt>
                <c:pt idx="1">
                  <c:v>0.1125657163116604</c:v>
                </c:pt>
                <c:pt idx="2">
                  <c:v>0.3053016961949033</c:v>
                </c:pt>
                <c:pt idx="3">
                  <c:v>0.26729466666846613</c:v>
                </c:pt>
                <c:pt idx="4">
                  <c:v>0.19126037234483037</c:v>
                </c:pt>
                <c:pt idx="5">
                  <c:v>0.24774104648561454</c:v>
                </c:pt>
                <c:pt idx="6">
                  <c:v>0.30809122512577336</c:v>
                </c:pt>
                <c:pt idx="7">
                  <c:v>0.38366247013031934</c:v>
                </c:pt>
                <c:pt idx="8">
                  <c:v>0.32883555853147206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688732464552609"/>
          <c:min val="0.0861725659306529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0.21932401605255195</c:v>
                </c:pt>
                <c:pt idx="1">
                  <c:v>0.293000892179278</c:v>
                </c:pt>
                <c:pt idx="2">
                  <c:v>0.18462467849803768</c:v>
                </c:pt>
                <c:pt idx="3">
                  <c:v>0.28946425412177107</c:v>
                </c:pt>
                <c:pt idx="4">
                  <c:v>0.2676627339640587</c:v>
                </c:pt>
                <c:pt idx="5">
                  <c:v>0.22840307166795745</c:v>
                </c:pt>
                <c:pt idx="6">
                  <c:v>0.24464926303881138</c:v>
                </c:pt>
                <c:pt idx="7">
                  <c:v>0.23307423007451167</c:v>
                </c:pt>
                <c:pt idx="8">
                  <c:v>0.10556819782685031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0.20097879847393926</c:v>
                </c:pt>
                <c:pt idx="1">
                  <c:v>0.18437097278574174</c:v>
                </c:pt>
                <c:pt idx="2">
                  <c:v>0.2476711981324426</c:v>
                </c:pt>
                <c:pt idx="3">
                  <c:v>0.16553566145891918</c:v>
                </c:pt>
                <c:pt idx="4">
                  <c:v>0.2176638454839057</c:v>
                </c:pt>
                <c:pt idx="5">
                  <c:v>0.16629789543397613</c:v>
                </c:pt>
                <c:pt idx="6">
                  <c:v>0.18266078309733383</c:v>
                </c:pt>
                <c:pt idx="7">
                  <c:v>0.14086532278426317</c:v>
                </c:pt>
                <c:pt idx="8">
                  <c:v>0.1098325759289772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079955077274722"/>
          <c:min val="0.090573582278656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0.19672022483691146</c:v>
                </c:pt>
                <c:pt idx="1">
                  <c:v>0.24163510702258617</c:v>
                </c:pt>
                <c:pt idx="2">
                  <c:v>0.23172171544726894</c:v>
                </c:pt>
                <c:pt idx="3">
                  <c:v>0.22650034703377092</c:v>
                </c:pt>
                <c:pt idx="4">
                  <c:v>0.33204556988476924</c:v>
                </c:pt>
                <c:pt idx="5">
                  <c:v>0.32605837118809444</c:v>
                </c:pt>
                <c:pt idx="6">
                  <c:v>0.37834644582929094</c:v>
                </c:pt>
                <c:pt idx="7">
                  <c:v>0.3628630989263574</c:v>
                </c:pt>
                <c:pt idx="8">
                  <c:v>0.28170357467548146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0.27498553463910325</c:v>
                </c:pt>
                <c:pt idx="1">
                  <c:v>0.20480997019645222</c:v>
                </c:pt>
                <c:pt idx="2">
                  <c:v>0.21048331447154633</c:v>
                </c:pt>
                <c:pt idx="3">
                  <c:v>0.3019619501286136</c:v>
                </c:pt>
                <c:pt idx="4">
                  <c:v>0.3217900893908496</c:v>
                </c:pt>
                <c:pt idx="5">
                  <c:v>0.25819942119437056</c:v>
                </c:pt>
                <c:pt idx="6">
                  <c:v>0.2861763560673644</c:v>
                </c:pt>
                <c:pt idx="7">
                  <c:v>0.2169590241635063</c:v>
                </c:pt>
                <c:pt idx="8">
                  <c:v>0.1842052920391492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9387773813250226"/>
          <c:min val="0.1686739997359378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-0.31985697087121123</c:v>
                </c:pt>
                <c:pt idx="1">
                  <c:v>-0.31985697087121123</c:v>
                </c:pt>
                <c:pt idx="2">
                  <c:v>-0.31985697087121123</c:v>
                </c:pt>
                <c:pt idx="3">
                  <c:v>-0.31985697087121123</c:v>
                </c:pt>
                <c:pt idx="4">
                  <c:v>-0.31985697087121123</c:v>
                </c:pt>
                <c:pt idx="5">
                  <c:v>-0.31985697087121123</c:v>
                </c:pt>
                <c:pt idx="6">
                  <c:v>-0.31985697087121123</c:v>
                </c:pt>
                <c:pt idx="7">
                  <c:v>-0.31985697087121123</c:v>
                </c:pt>
                <c:pt idx="8">
                  <c:v>-0.31985697087121123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6515014894486303"/>
          <c:min val="-0.744841695332928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-0.688980188831012</c:v>
                </c:pt>
                <c:pt idx="1">
                  <c:v>-0.48762848286745186</c:v>
                </c:pt>
                <c:pt idx="2">
                  <c:v>0.009288642442946355</c:v>
                </c:pt>
                <c:pt idx="3">
                  <c:v>-0.44395618345867127</c:v>
                </c:pt>
                <c:pt idx="4">
                  <c:v>-0.15070373288497496</c:v>
                </c:pt>
                <c:pt idx="5">
                  <c:v>-0.06949989405927927</c:v>
                </c:pt>
                <c:pt idx="6">
                  <c:v>-0.02764679365648572</c:v>
                </c:pt>
                <c:pt idx="7">
                  <c:v>-0.013964302456237882</c:v>
                </c:pt>
                <c:pt idx="8">
                  <c:v>-0.22064758414685792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6515014894486303"/>
          <c:min val="-0.744841695332928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-0.044793139836889664</c:v>
                </c:pt>
                <c:pt idx="1">
                  <c:v>-0.044793139836889664</c:v>
                </c:pt>
                <c:pt idx="2">
                  <c:v>-0.044793139836889664</c:v>
                </c:pt>
                <c:pt idx="3">
                  <c:v>-0.044793139836889664</c:v>
                </c:pt>
                <c:pt idx="4">
                  <c:v>-0.044793139836889664</c:v>
                </c:pt>
                <c:pt idx="5">
                  <c:v>-0.044793139836889664</c:v>
                </c:pt>
                <c:pt idx="6">
                  <c:v>-0.044793139836889664</c:v>
                </c:pt>
                <c:pt idx="7">
                  <c:v>-0.044793139836889664</c:v>
                </c:pt>
                <c:pt idx="8">
                  <c:v>-0.044793139836889664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356950741470751"/>
          <c:min val="-0.132867183276424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-0.05447804732239696</c:v>
                </c:pt>
                <c:pt idx="1">
                  <c:v>0.03264451964570743</c:v>
                </c:pt>
                <c:pt idx="2">
                  <c:v>-0.1074490965575623</c:v>
                </c:pt>
                <c:pt idx="3">
                  <c:v>0.07847639310634129</c:v>
                </c:pt>
                <c:pt idx="4">
                  <c:v>-0.025021254011407555</c:v>
                </c:pt>
                <c:pt idx="5">
                  <c:v>-0.056317572181302296</c:v>
                </c:pt>
                <c:pt idx="6">
                  <c:v>0.015325823041029368</c:v>
                </c:pt>
                <c:pt idx="7">
                  <c:v>0.15331788274455688</c:v>
                </c:pt>
                <c:pt idx="8">
                  <c:v>0.21027698742821307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356950741470751"/>
          <c:min val="-0.132867183276424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0.04796827900924639</c:v>
                </c:pt>
                <c:pt idx="1">
                  <c:v>0.04796827900924639</c:v>
                </c:pt>
                <c:pt idx="2">
                  <c:v>0.04796827900924639</c:v>
                </c:pt>
                <c:pt idx="3">
                  <c:v>0.04796827900924639</c:v>
                </c:pt>
                <c:pt idx="4">
                  <c:v>0.04796827900924639</c:v>
                </c:pt>
                <c:pt idx="5">
                  <c:v>0.04796827900924639</c:v>
                </c:pt>
                <c:pt idx="6">
                  <c:v>0.04796827900924639</c:v>
                </c:pt>
                <c:pt idx="7">
                  <c:v>0.04796827900924639</c:v>
                </c:pt>
                <c:pt idx="8">
                  <c:v>0.04796827900924639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8063932302755915"/>
          <c:min val="-0.1775730336098672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0.08765446120418573</c:v>
                </c:pt>
                <c:pt idx="1">
                  <c:v>-0.13907562970383783</c:v>
                </c:pt>
                <c:pt idx="2">
                  <c:v>0.15433312239519317</c:v>
                </c:pt>
                <c:pt idx="3">
                  <c:v>0.3269022584611513</c:v>
                </c:pt>
                <c:pt idx="4">
                  <c:v>0.15941971721152334</c:v>
                </c:pt>
                <c:pt idx="5">
                  <c:v>0.0879362065438371</c:v>
                </c:pt>
                <c:pt idx="6">
                  <c:v>0.15724543966181995</c:v>
                </c:pt>
                <c:pt idx="7">
                  <c:v>0.34214191912152975</c:v>
                </c:pt>
                <c:pt idx="8">
                  <c:v>0.10861721821029051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8063932302755915"/>
          <c:min val="-0.1775730336098672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0.2160666787843359</c:v>
                </c:pt>
                <c:pt idx="1">
                  <c:v>0.2160666787843359</c:v>
                </c:pt>
                <c:pt idx="2">
                  <c:v>0.2160666787843359</c:v>
                </c:pt>
                <c:pt idx="3">
                  <c:v>0.2160666787843359</c:v>
                </c:pt>
                <c:pt idx="4">
                  <c:v>0.2160666787843359</c:v>
                </c:pt>
                <c:pt idx="5">
                  <c:v>0.2160666787843359</c:v>
                </c:pt>
                <c:pt idx="6">
                  <c:v>0.2160666787843359</c:v>
                </c:pt>
                <c:pt idx="7">
                  <c:v>0.2160666787843359</c:v>
                </c:pt>
                <c:pt idx="8">
                  <c:v>0.2160666787843359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0535021043581204"/>
          <c:min val="0.0908779760061676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0.19153612708423184</c:v>
                </c:pt>
                <c:pt idx="1">
                  <c:v>0.1125657163116604</c:v>
                </c:pt>
                <c:pt idx="2">
                  <c:v>0.3053016961949033</c:v>
                </c:pt>
                <c:pt idx="3">
                  <c:v>0.26729466666846613</c:v>
                </c:pt>
                <c:pt idx="4">
                  <c:v>0.19126037234483037</c:v>
                </c:pt>
                <c:pt idx="5">
                  <c:v>0.24774104648561454</c:v>
                </c:pt>
                <c:pt idx="6">
                  <c:v>0.30809122512577336</c:v>
                </c:pt>
                <c:pt idx="7">
                  <c:v>0.38366247013031934</c:v>
                </c:pt>
                <c:pt idx="8">
                  <c:v>0.32883555853147206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0535021043581204"/>
          <c:min val="0.0908779760061676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-0.06725276117697293</c:v>
                </c:pt>
                <c:pt idx="1">
                  <c:v>-0.06725276117697293</c:v>
                </c:pt>
                <c:pt idx="2">
                  <c:v>-0.06725276117697293</c:v>
                </c:pt>
                <c:pt idx="3">
                  <c:v>-0.06725276117697293</c:v>
                </c:pt>
                <c:pt idx="4">
                  <c:v>-0.06725276117697293</c:v>
                </c:pt>
                <c:pt idx="5">
                  <c:v>-0.06725276117697293</c:v>
                </c:pt>
                <c:pt idx="6">
                  <c:v>-0.06725276117697293</c:v>
                </c:pt>
                <c:pt idx="7">
                  <c:v>-0.06725276117697293</c:v>
                </c:pt>
                <c:pt idx="8">
                  <c:v>-0.06725276117697293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8583653810114013"/>
          <c:min val="-0.12966508802192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-0.11420475715326887</c:v>
                </c:pt>
                <c:pt idx="1">
                  <c:v>-0.08616050481691429</c:v>
                </c:pt>
                <c:pt idx="2">
                  <c:v>-0.0074135897320772295</c:v>
                </c:pt>
                <c:pt idx="3">
                  <c:v>-0.05213712457988357</c:v>
                </c:pt>
                <c:pt idx="4">
                  <c:v>-0.11480290690999262</c:v>
                </c:pt>
                <c:pt idx="5">
                  <c:v>-0.11471039993672502</c:v>
                </c:pt>
                <c:pt idx="6">
                  <c:v>0.03697365572366996</c:v>
                </c:pt>
                <c:pt idx="7">
                  <c:v>0.05535724206787893</c:v>
                </c:pt>
                <c:pt idx="8">
                  <c:v>0.07097435698920437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8583653810114013"/>
          <c:min val="-0.12966508802192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0.07905057382264888</c:v>
                </c:pt>
                <c:pt idx="1">
                  <c:v>-0.0760049520508818</c:v>
                </c:pt>
                <c:pt idx="2">
                  <c:v>0.04567775400084998</c:v>
                </c:pt>
                <c:pt idx="3">
                  <c:v>0.06399112842456917</c:v>
                </c:pt>
                <c:pt idx="4">
                  <c:v>-0.01828219094433665</c:v>
                </c:pt>
                <c:pt idx="5">
                  <c:v>-0.045427487294004844</c:v>
                </c:pt>
                <c:pt idx="6">
                  <c:v>0.13815167011275684</c:v>
                </c:pt>
                <c:pt idx="7">
                  <c:v>0.1652464750351222</c:v>
                </c:pt>
                <c:pt idx="8">
                  <c:v>-0.13002049484345665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0.18996256677633971</c:v>
                </c:pt>
                <c:pt idx="1">
                  <c:v>0.13898877360379536</c:v>
                </c:pt>
                <c:pt idx="2">
                  <c:v>0.24801479712720978</c:v>
                </c:pt>
                <c:pt idx="3">
                  <c:v>0.1336779250041133</c:v>
                </c:pt>
                <c:pt idx="4">
                  <c:v>0.0016154009705438655</c:v>
                </c:pt>
                <c:pt idx="5">
                  <c:v>0.10975567902190309</c:v>
                </c:pt>
                <c:pt idx="6">
                  <c:v>0.24238636646722342</c:v>
                </c:pt>
                <c:pt idx="7">
                  <c:v>0.2570640794263215</c:v>
                </c:pt>
                <c:pt idx="8">
                  <c:v>0.225187934748232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8803084536790374"/>
          <c:min val="-0.160987260785038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0.3572101834897656</c:v>
                </c:pt>
                <c:pt idx="1">
                  <c:v>0.3504575347717104</c:v>
                </c:pt>
                <c:pt idx="2">
                  <c:v>0.24726798843767067</c:v>
                </c:pt>
                <c:pt idx="3">
                  <c:v>-0.12478043896559973</c:v>
                </c:pt>
                <c:pt idx="4">
                  <c:v>-0.2547139438531676</c:v>
                </c:pt>
                <c:pt idx="5">
                  <c:v>-0.5118558364159164</c:v>
                </c:pt>
                <c:pt idx="6">
                  <c:v>-0.08870081471753104</c:v>
                </c:pt>
                <c:pt idx="7">
                  <c:v>0.12350605494815609</c:v>
                </c:pt>
                <c:pt idx="8">
                  <c:v>0.06740212146099062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0.18912828441509996</c:v>
                </c:pt>
                <c:pt idx="1">
                  <c:v>0.0789152201044408</c:v>
                </c:pt>
                <c:pt idx="2">
                  <c:v>0.19421912777298275</c:v>
                </c:pt>
                <c:pt idx="3">
                  <c:v>0.21755680646027714</c:v>
                </c:pt>
                <c:pt idx="4">
                  <c:v>0.1990275835406029</c:v>
                </c:pt>
                <c:pt idx="5">
                  <c:v>0.39519895839390207</c:v>
                </c:pt>
                <c:pt idx="6">
                  <c:v>0.14290647733464382</c:v>
                </c:pt>
                <c:pt idx="7">
                  <c:v>0.3485632509404335</c:v>
                </c:pt>
                <c:pt idx="8">
                  <c:v>0.4146013991091939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8871797795120275"/>
          <c:min val="-0.58597241525792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6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0.26714885873391747</c:v>
                </c:pt>
                <c:pt idx="1">
                  <c:v>0.29218416907165573</c:v>
                </c:pt>
                <c:pt idx="2">
                  <c:v>0.3364487448529274</c:v>
                </c:pt>
                <c:pt idx="3">
                  <c:v>0.20117672519851593</c:v>
                </c:pt>
                <c:pt idx="4">
                  <c:v>0.19497353259576625</c:v>
                </c:pt>
                <c:pt idx="5">
                  <c:v>0.15207617816403263</c:v>
                </c:pt>
                <c:pt idx="6">
                  <c:v>0.2845824488215541</c:v>
                </c:pt>
                <c:pt idx="7">
                  <c:v>0.1405442203826185</c:v>
                </c:pt>
                <c:pt idx="8">
                  <c:v>0.09951158212297814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0.20967206575997677</c:v>
                </c:pt>
                <c:pt idx="1">
                  <c:v>0.27288855329754347</c:v>
                </c:pt>
                <c:pt idx="2">
                  <c:v>0.3181237036651762</c:v>
                </c:pt>
                <c:pt idx="3">
                  <c:v>0.35368249277889413</c:v>
                </c:pt>
                <c:pt idx="4">
                  <c:v>0.3140671139651349</c:v>
                </c:pt>
                <c:pt idx="5">
                  <c:v>0.3547191861889211</c:v>
                </c:pt>
                <c:pt idx="6">
                  <c:v>0.41948048970106755</c:v>
                </c:pt>
                <c:pt idx="7">
                  <c:v>0.33507334139420925</c:v>
                </c:pt>
                <c:pt idx="8">
                  <c:v>0.327364904637173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450780023073147"/>
          <c:min val="0.073914069516730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6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0.1389378125606195</c:v>
                </c:pt>
                <c:pt idx="1">
                  <c:v>0.09219998275370878</c:v>
                </c:pt>
                <c:pt idx="2">
                  <c:v>0.08143512495482269</c:v>
                </c:pt>
                <c:pt idx="3">
                  <c:v>0.16427319078615907</c:v>
                </c:pt>
                <c:pt idx="4">
                  <c:v>0.22762973081163837</c:v>
                </c:pt>
                <c:pt idx="5">
                  <c:v>0.2808309517857114</c:v>
                </c:pt>
                <c:pt idx="6">
                  <c:v>0.24129445259184354</c:v>
                </c:pt>
                <c:pt idx="7">
                  <c:v>0.2609114993623523</c:v>
                </c:pt>
                <c:pt idx="8">
                  <c:v>0.15181065338522184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0.10402615499547495</c:v>
                </c:pt>
                <c:pt idx="1">
                  <c:v>0.11037555017634161</c:v>
                </c:pt>
                <c:pt idx="2">
                  <c:v>0.2909123375381044</c:v>
                </c:pt>
                <c:pt idx="3">
                  <c:v>0.36387693858890147</c:v>
                </c:pt>
                <c:pt idx="4">
                  <c:v>0.27397635814679505</c:v>
                </c:pt>
                <c:pt idx="5">
                  <c:v>0.31912351751504825</c:v>
                </c:pt>
                <c:pt idx="6">
                  <c:v>0.3029088175768578</c:v>
                </c:pt>
                <c:pt idx="7">
                  <c:v>0.26861225668937844</c:v>
                </c:pt>
                <c:pt idx="8">
                  <c:v>0.27517533355058765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8647228367962777"/>
          <c:min val="0.05883977986409638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6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0.32242497532826736</c:v>
                </c:pt>
                <c:pt idx="1">
                  <c:v>0.41504181699393433</c:v>
                </c:pt>
                <c:pt idx="2">
                  <c:v>0.36154879408417834</c:v>
                </c:pt>
                <c:pt idx="3">
                  <c:v>0.3884579279170577</c:v>
                </c:pt>
                <c:pt idx="4">
                  <c:v>0.3644832483426674</c:v>
                </c:pt>
                <c:pt idx="5">
                  <c:v>0.3792483787660109</c:v>
                </c:pt>
                <c:pt idx="6">
                  <c:v>0.36321348799795833</c:v>
                </c:pt>
                <c:pt idx="7">
                  <c:v>0.42779236284872535</c:v>
                </c:pt>
                <c:pt idx="8">
                  <c:v>0.3307234780576886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0.5136376024662985</c:v>
                </c:pt>
                <c:pt idx="1">
                  <c:v>0.3901690181720123</c:v>
                </c:pt>
                <c:pt idx="2">
                  <c:v>0.48881112471576266</c:v>
                </c:pt>
                <c:pt idx="3">
                  <c:v>0.4921578167005118</c:v>
                </c:pt>
                <c:pt idx="4">
                  <c:v>0.4332227503105109</c:v>
                </c:pt>
                <c:pt idx="5">
                  <c:v>0.43640689176120734</c:v>
                </c:pt>
                <c:pt idx="6">
                  <c:v>0.4292825766321664</c:v>
                </c:pt>
                <c:pt idx="7">
                  <c:v>0.33961256553138175</c:v>
                </c:pt>
                <c:pt idx="8">
                  <c:v>0.4372887985988111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528934612637341"/>
          <c:min val="0.3071279651572248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0.41247107696657953</c:v>
                </c:pt>
                <c:pt idx="1">
                  <c:v>0.13689265343427875</c:v>
                </c:pt>
                <c:pt idx="2">
                  <c:v>0.3398155178958078</c:v>
                </c:pt>
                <c:pt idx="3">
                  <c:v>0.32791677194920893</c:v>
                </c:pt>
                <c:pt idx="4">
                  <c:v>-0.0009045418483624139</c:v>
                </c:pt>
                <c:pt idx="5">
                  <c:v>0.08675737883549421</c:v>
                </c:pt>
                <c:pt idx="6">
                  <c:v>0.3228444415024582</c:v>
                </c:pt>
                <c:pt idx="7">
                  <c:v>0.14136468807791713</c:v>
                </c:pt>
                <c:pt idx="8">
                  <c:v>0.1097685930909959</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-0.021637253568333733</c:v>
                </c:pt>
                <c:pt idx="1">
                  <c:v>0.28688062853724633</c:v>
                </c:pt>
                <c:pt idx="2">
                  <c:v>-0.013275557904842365</c:v>
                </c:pt>
                <c:pt idx="3">
                  <c:v>0.16249716866181238</c:v>
                </c:pt>
                <c:pt idx="4">
                  <c:v>-0.007031034319714161</c:v>
                </c:pt>
                <c:pt idx="5">
                  <c:v>0.14879454639417744</c:v>
                </c:pt>
                <c:pt idx="6">
                  <c:v>0.07839589377885028</c:v>
                </c:pt>
                <c:pt idx="7">
                  <c:v>0.051653514521827766</c:v>
                </c:pt>
                <c:pt idx="8">
                  <c:v>0.11543456537581386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471997434093726"/>
          <c:min val="-0.0563659200111267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0.5389438142456224</c:v>
                </c:pt>
                <c:pt idx="1">
                  <c:v>0.4154070369265624</c:v>
                </c:pt>
                <c:pt idx="2">
                  <c:v>0.40898836431506697</c:v>
                </c:pt>
                <c:pt idx="3">
                  <c:v>0.44910711388469343</c:v>
                </c:pt>
                <c:pt idx="4">
                  <c:v>0.6092948269828378</c:v>
                </c:pt>
                <c:pt idx="5">
                  <c:v>0.4592973553219096</c:v>
                </c:pt>
                <c:pt idx="6">
                  <c:v>0.48364714206158954</c:v>
                </c:pt>
                <c:pt idx="7">
                  <c:v>0.4886442016103326</c:v>
                </c:pt>
                <c:pt idx="8">
                  <c:v>0.5183136364312517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0.4124586466071866</c:v>
                </c:pt>
                <c:pt idx="1">
                  <c:v>0.2940014867164353</c:v>
                </c:pt>
                <c:pt idx="2">
                  <c:v>0.375067368143895</c:v>
                </c:pt>
                <c:pt idx="3">
                  <c:v>0.4607117718858795</c:v>
                </c:pt>
                <c:pt idx="4">
                  <c:v>0.4209857907783481</c:v>
                </c:pt>
                <c:pt idx="5">
                  <c:v>0.26820915870066414</c:v>
                </c:pt>
                <c:pt idx="6">
                  <c:v>0.24501349158446756</c:v>
                </c:pt>
                <c:pt idx="7">
                  <c:v>0.4188294795136823</c:v>
                </c:pt>
                <c:pt idx="8">
                  <c:v>0.4079217127724491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6384373338147074"/>
          <c:min val="0.215870984752597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6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0.4475876590522234</c:v>
                </c:pt>
                <c:pt idx="1">
                  <c:v>0.24819369075044914</c:v>
                </c:pt>
                <c:pt idx="2">
                  <c:v>0.30457946640266564</c:v>
                </c:pt>
                <c:pt idx="3">
                  <c:v>0.4874227464262222</c:v>
                </c:pt>
                <c:pt idx="4">
                  <c:v>0.4085958585523327</c:v>
                </c:pt>
                <c:pt idx="5">
                  <c:v>0.26191913500751235</c:v>
                </c:pt>
                <c:pt idx="6">
                  <c:v>0.3680905355108436</c:v>
                </c:pt>
                <c:pt idx="7">
                  <c:v>0.2834789378700642</c:v>
                </c:pt>
                <c:pt idx="8">
                  <c:v>0.21331922073209797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0.2785898284651188</c:v>
                </c:pt>
                <c:pt idx="1">
                  <c:v>0.11119310631333164</c:v>
                </c:pt>
                <c:pt idx="2">
                  <c:v>0.11065903229486401</c:v>
                </c:pt>
                <c:pt idx="3">
                  <c:v>0.194890664562165</c:v>
                </c:pt>
                <c:pt idx="4">
                  <c:v>0.08323891520243629</c:v>
                </c:pt>
                <c:pt idx="5">
                  <c:v>0.23549832645011717</c:v>
                </c:pt>
                <c:pt idx="6">
                  <c:v>0.40146073948667305</c:v>
                </c:pt>
                <c:pt idx="7">
                  <c:v>0.27156672242754143</c:v>
                </c:pt>
                <c:pt idx="8">
                  <c:v>0.3311726647551768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519757452924125"/>
          <c:min val="0.0509042087045334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6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0.45443523802491914</c:v>
                </c:pt>
                <c:pt idx="1">
                  <c:v>0.44720595551333997</c:v>
                </c:pt>
                <c:pt idx="2">
                  <c:v>0.3952193976134586</c:v>
                </c:pt>
                <c:pt idx="3">
                  <c:v>0.37017886575864334</c:v>
                </c:pt>
                <c:pt idx="4">
                  <c:v>0.3783209252267361</c:v>
                </c:pt>
                <c:pt idx="5">
                  <c:v>0.24644264146784947</c:v>
                </c:pt>
                <c:pt idx="6">
                  <c:v>0.4237886249244675</c:v>
                </c:pt>
                <c:pt idx="7">
                  <c:v>0.1858519588493732</c:v>
                </c:pt>
                <c:pt idx="8">
                  <c:v>0.21489015930404537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0.22358798751118247</c:v>
                </c:pt>
                <c:pt idx="1">
                  <c:v>0.25821864293615077</c:v>
                </c:pt>
                <c:pt idx="2">
                  <c:v>0.2503195320935833</c:v>
                </c:pt>
                <c:pt idx="3">
                  <c:v>0.22223275125125708</c:v>
                </c:pt>
                <c:pt idx="4">
                  <c:v>0.20603728573135258</c:v>
                </c:pt>
                <c:pt idx="5">
                  <c:v>0.24814212331876656</c:v>
                </c:pt>
                <c:pt idx="6">
                  <c:v>0.3308784834488243</c:v>
                </c:pt>
                <c:pt idx="7">
                  <c:v>0.2492528655961083</c:v>
                </c:pt>
                <c:pt idx="8">
                  <c:v>0.2681249977716271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759219003589628"/>
          <c:min val="0.164365296515329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7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0.27727979805899433</c:v>
                </c:pt>
                <c:pt idx="1">
                  <c:v>0.27798520307958635</c:v>
                </c:pt>
                <c:pt idx="2">
                  <c:v>0.2657625064786999</c:v>
                </c:pt>
                <c:pt idx="3">
                  <c:v>0.098299894673825</c:v>
                </c:pt>
                <c:pt idx="4">
                  <c:v>0.3235708105116303</c:v>
                </c:pt>
                <c:pt idx="5">
                  <c:v>0.2894813084719808</c:v>
                </c:pt>
                <c:pt idx="6">
                  <c:v>0.15498193154779535</c:v>
                </c:pt>
                <c:pt idx="7">
                  <c:v>0.19634300097218096</c:v>
                </c:pt>
                <c:pt idx="8">
                  <c:v>0.23998250495738216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0.13563822827993643</c:v>
                </c:pt>
                <c:pt idx="1">
                  <c:v>0.06234448237366145</c:v>
                </c:pt>
                <c:pt idx="2">
                  <c:v>0.06839126593148069</c:v>
                </c:pt>
                <c:pt idx="3">
                  <c:v>0.12005916455669509</c:v>
                </c:pt>
                <c:pt idx="4">
                  <c:v>0.09236047229234591</c:v>
                </c:pt>
                <c:pt idx="5">
                  <c:v>0.16437074009702607</c:v>
                </c:pt>
                <c:pt idx="6">
                  <c:v>0.2752759843326518</c:v>
                </c:pt>
                <c:pt idx="7">
                  <c:v>0.24053372283946758</c:v>
                </c:pt>
                <c:pt idx="8">
                  <c:v>0.20573152735769426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444689167626678"/>
          <c:min val="0.04144637612262394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7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0.15664789459525832</c:v>
                </c:pt>
                <c:pt idx="1">
                  <c:v>0.15664789459525832</c:v>
                </c:pt>
                <c:pt idx="2">
                  <c:v>0.15664789459525832</c:v>
                </c:pt>
                <c:pt idx="3">
                  <c:v>0.15664789459525832</c:v>
                </c:pt>
                <c:pt idx="4">
                  <c:v>0.15664789459525832</c:v>
                </c:pt>
                <c:pt idx="5">
                  <c:v>0.15664789459525832</c:v>
                </c:pt>
                <c:pt idx="6">
                  <c:v>0.15664789459525832</c:v>
                </c:pt>
                <c:pt idx="7">
                  <c:v>0.15664789459525832</c:v>
                </c:pt>
                <c:pt idx="8">
                  <c:v>0.15664789459525832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8002439062028507"/>
          <c:min val="-0.185314038000039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0.14091781354071506</c:v>
                </c:pt>
                <c:pt idx="1">
                  <c:v>-0.13942862912967197</c:v>
                </c:pt>
                <c:pt idx="2">
                  <c:v>0.33670839550788934</c:v>
                </c:pt>
                <c:pt idx="3">
                  <c:v>0.2577790909118599</c:v>
                </c:pt>
                <c:pt idx="4">
                  <c:v>0.1695474739260496</c:v>
                </c:pt>
                <c:pt idx="5">
                  <c:v>0.2736052705665371</c:v>
                </c:pt>
                <c:pt idx="6">
                  <c:v>0.4040565582889985</c:v>
                </c:pt>
                <c:pt idx="7">
                  <c:v>0.4341389817499179</c:v>
                </c:pt>
                <c:pt idx="8">
                  <c:v>0.18281142983865897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8002439062028507"/>
          <c:min val="-0.185314038000039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7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0.17250313460543393</c:v>
                </c:pt>
                <c:pt idx="1">
                  <c:v>0.17250313460543393</c:v>
                </c:pt>
                <c:pt idx="2">
                  <c:v>0.17250313460543393</c:v>
                </c:pt>
                <c:pt idx="3">
                  <c:v>0.17250313460543393</c:v>
                </c:pt>
                <c:pt idx="4">
                  <c:v>0.17250313460543393</c:v>
                </c:pt>
                <c:pt idx="5">
                  <c:v>0.17250313460543393</c:v>
                </c:pt>
                <c:pt idx="6">
                  <c:v>0.17250313460543393</c:v>
                </c:pt>
                <c:pt idx="7">
                  <c:v>0.17250313460543393</c:v>
                </c:pt>
                <c:pt idx="8">
                  <c:v>0.17250313460543393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2691848542941196"/>
          <c:min val="0.0577811692596973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0.2785898284651188</c:v>
                </c:pt>
                <c:pt idx="1">
                  <c:v>0.11119310631333164</c:v>
                </c:pt>
                <c:pt idx="2">
                  <c:v>0.11065903229486401</c:v>
                </c:pt>
                <c:pt idx="3">
                  <c:v>0.194890664562165</c:v>
                </c:pt>
                <c:pt idx="4">
                  <c:v>0.08323891520243629</c:v>
                </c:pt>
                <c:pt idx="5">
                  <c:v>0.23549832645011717</c:v>
                </c:pt>
                <c:pt idx="6">
                  <c:v>0.40146073948667305</c:v>
                </c:pt>
                <c:pt idx="7">
                  <c:v>0.27156672242754143</c:v>
                </c:pt>
                <c:pt idx="8">
                  <c:v>0.3311726647551768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2691848542941196"/>
          <c:min val="0.0577811692596973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7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0.24182631866854415</c:v>
                </c:pt>
                <c:pt idx="1">
                  <c:v>0.24182631866854415</c:v>
                </c:pt>
                <c:pt idx="2">
                  <c:v>0.24182631866854415</c:v>
                </c:pt>
                <c:pt idx="3">
                  <c:v>0.24182631866854415</c:v>
                </c:pt>
                <c:pt idx="4">
                  <c:v>0.24182631866854415</c:v>
                </c:pt>
                <c:pt idx="5">
                  <c:v>0.24182631866854415</c:v>
                </c:pt>
                <c:pt idx="6">
                  <c:v>0.24182631866854415</c:v>
                </c:pt>
                <c:pt idx="7">
                  <c:v>0.24182631866854415</c:v>
                </c:pt>
                <c:pt idx="8">
                  <c:v>0.24182631866854415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5419383703063755"/>
          <c:min val="0.043667661283169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0.07803115845718345</c:v>
                </c:pt>
                <c:pt idx="1">
                  <c:v>0.1046142692492718</c:v>
                </c:pt>
                <c:pt idx="2">
                  <c:v>0.4499881999308293</c:v>
                </c:pt>
                <c:pt idx="3">
                  <c:v>0.3602813778226699</c:v>
                </c:pt>
                <c:pt idx="4">
                  <c:v>0.33477056619001216</c:v>
                </c:pt>
                <c:pt idx="5">
                  <c:v>0.39148428540738117</c:v>
                </c:pt>
                <c:pt idx="6">
                  <c:v>0.3325913968608955</c:v>
                </c:pt>
                <c:pt idx="7">
                  <c:v>0.318159177285802</c:v>
                </c:pt>
                <c:pt idx="8">
                  <c:v>0.5075748731323613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5419383703063755"/>
          <c:min val="0.043667661283169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7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0.15594423986382072</c:v>
                </c:pt>
                <c:pt idx="1">
                  <c:v>0.15594423986382072</c:v>
                </c:pt>
                <c:pt idx="2">
                  <c:v>0.15594423986382072</c:v>
                </c:pt>
                <c:pt idx="3">
                  <c:v>0.15594423986382072</c:v>
                </c:pt>
                <c:pt idx="4">
                  <c:v>0.15594423986382072</c:v>
                </c:pt>
                <c:pt idx="5">
                  <c:v>0.15594423986382072</c:v>
                </c:pt>
                <c:pt idx="6">
                  <c:v>0.15594423986382072</c:v>
                </c:pt>
                <c:pt idx="7">
                  <c:v>0.15594423986382072</c:v>
                </c:pt>
                <c:pt idx="8">
                  <c:v>0.15594423986382072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4145629342957415"/>
          <c:min val="0.0520603257840605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0.18912828441509996</c:v>
                </c:pt>
                <c:pt idx="1">
                  <c:v>0.0789152201044408</c:v>
                </c:pt>
                <c:pt idx="2">
                  <c:v>0.19421912777298275</c:v>
                </c:pt>
                <c:pt idx="3">
                  <c:v>0.21755680646027714</c:v>
                </c:pt>
                <c:pt idx="4">
                  <c:v>0.1990275835406029</c:v>
                </c:pt>
                <c:pt idx="5">
                  <c:v>0.39519895839390207</c:v>
                </c:pt>
                <c:pt idx="6">
                  <c:v>0.14290647733464382</c:v>
                </c:pt>
                <c:pt idx="7">
                  <c:v>0.3485632509404335</c:v>
                </c:pt>
                <c:pt idx="8">
                  <c:v>0.4146013991091939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4145629342957415"/>
          <c:min val="0.0520603257840605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7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0.0907468969640509</c:v>
                </c:pt>
                <c:pt idx="1">
                  <c:v>0.0907468969640509</c:v>
                </c:pt>
                <c:pt idx="2">
                  <c:v>0.0907468969640509</c:v>
                </c:pt>
                <c:pt idx="3">
                  <c:v>0.0907468969640509</c:v>
                </c:pt>
                <c:pt idx="4">
                  <c:v>0.0907468969640509</c:v>
                </c:pt>
                <c:pt idx="5">
                  <c:v>0.0907468969640509</c:v>
                </c:pt>
                <c:pt idx="6">
                  <c:v>0.0907468969640509</c:v>
                </c:pt>
                <c:pt idx="7">
                  <c:v>0.0907468969640509</c:v>
                </c:pt>
                <c:pt idx="8">
                  <c:v>0.0907468969640509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9231050448937107"/>
          <c:min val="0.0453099622169422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8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0.13563822827993643</c:v>
                </c:pt>
                <c:pt idx="1">
                  <c:v>0.06234448237366145</c:v>
                </c:pt>
                <c:pt idx="2">
                  <c:v>0.06839126593148069</c:v>
                </c:pt>
                <c:pt idx="3">
                  <c:v>0.12005916455669509</c:v>
                </c:pt>
                <c:pt idx="4">
                  <c:v>0.09236047229234591</c:v>
                </c:pt>
                <c:pt idx="5">
                  <c:v>0.16437074009702607</c:v>
                </c:pt>
                <c:pt idx="6">
                  <c:v>0.2752759843326518</c:v>
                </c:pt>
                <c:pt idx="7">
                  <c:v>0.24053372283946758</c:v>
                </c:pt>
                <c:pt idx="8">
                  <c:v>0.20573152735769426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9231050448937107"/>
          <c:min val="0.0453099622169422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8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764</c:v>
                </c:pt>
                <c:pt idx="1">
                  <c:v>719</c:v>
                </c:pt>
                <c:pt idx="2">
                  <c:v>885</c:v>
                </c:pt>
                <c:pt idx="3">
                  <c:v>827</c:v>
                </c:pt>
                <c:pt idx="4">
                  <c:v>799</c:v>
                </c:pt>
                <c:pt idx="5">
                  <c:v>788</c:v>
                </c:pt>
                <c:pt idx="6">
                  <c:v>776</c:v>
                </c:pt>
                <c:pt idx="7">
                  <c:v>835</c:v>
                </c:pt>
                <c:pt idx="8">
                  <c:v>763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927</c:v>
                </c:pt>
                <c:pt idx="1">
                  <c:v>787</c:v>
                </c:pt>
                <c:pt idx="2">
                  <c:v>924</c:v>
                </c:pt>
                <c:pt idx="3">
                  <c:v>944</c:v>
                </c:pt>
                <c:pt idx="4">
                  <c:v>915</c:v>
                </c:pt>
                <c:pt idx="5">
                  <c:v>936</c:v>
                </c:pt>
                <c:pt idx="6">
                  <c:v>960</c:v>
                </c:pt>
                <c:pt idx="7">
                  <c:v>881</c:v>
                </c:pt>
                <c:pt idx="8">
                  <c:v>859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79.28"/>
          <c:min val="699.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8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178</c:v>
                </c:pt>
                <c:pt idx="1">
                  <c:v>152</c:v>
                </c:pt>
                <c:pt idx="2">
                  <c:v>182</c:v>
                </c:pt>
                <c:pt idx="3">
                  <c:v>193</c:v>
                </c:pt>
                <c:pt idx="4">
                  <c:v>190</c:v>
                </c:pt>
                <c:pt idx="5">
                  <c:v>175</c:v>
                </c:pt>
                <c:pt idx="6">
                  <c:v>236</c:v>
                </c:pt>
                <c:pt idx="7">
                  <c:v>254</c:v>
                </c:pt>
                <c:pt idx="8">
                  <c:v>224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212</c:v>
                </c:pt>
                <c:pt idx="1">
                  <c:v>194</c:v>
                </c:pt>
                <c:pt idx="2">
                  <c:v>221</c:v>
                </c:pt>
                <c:pt idx="3">
                  <c:v>236</c:v>
                </c:pt>
                <c:pt idx="4">
                  <c:v>230</c:v>
                </c:pt>
                <c:pt idx="5">
                  <c:v>252</c:v>
                </c:pt>
                <c:pt idx="6">
                  <c:v>232</c:v>
                </c:pt>
                <c:pt idx="7">
                  <c:v>202</c:v>
                </c:pt>
                <c:pt idx="8">
                  <c:v>231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62.16"/>
          <c:min val="143.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8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323</c:v>
                </c:pt>
                <c:pt idx="1">
                  <c:v>298</c:v>
                </c:pt>
                <c:pt idx="2">
                  <c:v>294</c:v>
                </c:pt>
                <c:pt idx="3">
                  <c:v>334</c:v>
                </c:pt>
                <c:pt idx="4">
                  <c:v>327</c:v>
                </c:pt>
                <c:pt idx="5">
                  <c:v>304</c:v>
                </c:pt>
                <c:pt idx="6">
                  <c:v>295</c:v>
                </c:pt>
                <c:pt idx="7">
                  <c:v>311</c:v>
                </c:pt>
                <c:pt idx="8">
                  <c:v>324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311</c:v>
                </c:pt>
                <c:pt idx="1">
                  <c:v>327</c:v>
                </c:pt>
                <c:pt idx="2">
                  <c:v>353</c:v>
                </c:pt>
                <c:pt idx="3">
                  <c:v>344</c:v>
                </c:pt>
                <c:pt idx="4">
                  <c:v>308</c:v>
                </c:pt>
                <c:pt idx="5">
                  <c:v>355</c:v>
                </c:pt>
                <c:pt idx="6">
                  <c:v>370</c:v>
                </c:pt>
                <c:pt idx="7">
                  <c:v>382</c:v>
                </c:pt>
                <c:pt idx="8">
                  <c:v>357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9.04"/>
          <c:min val="286.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9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539</c:v>
                </c:pt>
                <c:pt idx="1">
                  <c:v>524</c:v>
                </c:pt>
                <c:pt idx="2">
                  <c:v>535</c:v>
                </c:pt>
                <c:pt idx="3">
                  <c:v>556</c:v>
                </c:pt>
                <c:pt idx="4">
                  <c:v>574</c:v>
                </c:pt>
                <c:pt idx="5">
                  <c:v>567</c:v>
                </c:pt>
                <c:pt idx="6">
                  <c:v>578</c:v>
                </c:pt>
                <c:pt idx="7">
                  <c:v>585</c:v>
                </c:pt>
                <c:pt idx="8">
                  <c:v>584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615</c:v>
                </c:pt>
                <c:pt idx="1">
                  <c:v>524</c:v>
                </c:pt>
                <c:pt idx="2">
                  <c:v>607</c:v>
                </c:pt>
                <c:pt idx="3">
                  <c:v>608</c:v>
                </c:pt>
                <c:pt idx="4">
                  <c:v>639</c:v>
                </c:pt>
                <c:pt idx="5">
                  <c:v>637</c:v>
                </c:pt>
                <c:pt idx="6">
                  <c:v>632</c:v>
                </c:pt>
                <c:pt idx="7">
                  <c:v>632</c:v>
                </c:pt>
                <c:pt idx="8">
                  <c:v>659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69.8"/>
          <c:min val="5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9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163</c:v>
                </c:pt>
                <c:pt idx="1">
                  <c:v>132</c:v>
                </c:pt>
                <c:pt idx="2">
                  <c:v>131</c:v>
                </c:pt>
                <c:pt idx="3">
                  <c:v>143</c:v>
                </c:pt>
                <c:pt idx="4">
                  <c:v>155</c:v>
                </c:pt>
                <c:pt idx="5">
                  <c:v>173</c:v>
                </c:pt>
                <c:pt idx="6">
                  <c:v>164</c:v>
                </c:pt>
                <c:pt idx="7">
                  <c:v>95</c:v>
                </c:pt>
                <c:pt idx="8">
                  <c:v>147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175</c:v>
                </c:pt>
                <c:pt idx="1">
                  <c:v>136</c:v>
                </c:pt>
                <c:pt idx="2">
                  <c:v>157</c:v>
                </c:pt>
                <c:pt idx="3">
                  <c:v>163</c:v>
                </c:pt>
                <c:pt idx="4">
                  <c:v>140</c:v>
                </c:pt>
                <c:pt idx="5">
                  <c:v>161</c:v>
                </c:pt>
                <c:pt idx="6">
                  <c:v>173</c:v>
                </c:pt>
                <c:pt idx="7">
                  <c:v>188</c:v>
                </c:pt>
                <c:pt idx="8">
                  <c:v>128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5.44"/>
          <c:min val="87.5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9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250</c:v>
                </c:pt>
                <c:pt idx="1">
                  <c:v>227</c:v>
                </c:pt>
                <c:pt idx="2">
                  <c:v>227</c:v>
                </c:pt>
                <c:pt idx="3">
                  <c:v>273</c:v>
                </c:pt>
                <c:pt idx="4">
                  <c:v>248</c:v>
                </c:pt>
                <c:pt idx="5">
                  <c:v>241</c:v>
                </c:pt>
                <c:pt idx="6">
                  <c:v>266</c:v>
                </c:pt>
                <c:pt idx="7">
                  <c:v>271</c:v>
                </c:pt>
                <c:pt idx="8">
                  <c:v>248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230</c:v>
                </c:pt>
                <c:pt idx="1">
                  <c:v>185</c:v>
                </c:pt>
                <c:pt idx="2">
                  <c:v>207</c:v>
                </c:pt>
                <c:pt idx="3">
                  <c:v>226</c:v>
                </c:pt>
                <c:pt idx="4">
                  <c:v>213</c:v>
                </c:pt>
                <c:pt idx="5">
                  <c:v>249</c:v>
                </c:pt>
                <c:pt idx="6">
                  <c:v>210</c:v>
                </c:pt>
                <c:pt idx="7">
                  <c:v>217</c:v>
                </c:pt>
                <c:pt idx="8">
                  <c:v>182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80.28"/>
          <c:min val="174.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9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407</c:v>
                </c:pt>
                <c:pt idx="1">
                  <c:v>370</c:v>
                </c:pt>
                <c:pt idx="2">
                  <c:v>420</c:v>
                </c:pt>
                <c:pt idx="3">
                  <c:v>449</c:v>
                </c:pt>
                <c:pt idx="4">
                  <c:v>427</c:v>
                </c:pt>
                <c:pt idx="5">
                  <c:v>458</c:v>
                </c:pt>
                <c:pt idx="6">
                  <c:v>438</c:v>
                </c:pt>
                <c:pt idx="7">
                  <c:v>419</c:v>
                </c:pt>
                <c:pt idx="8">
                  <c:v>396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412</c:v>
                </c:pt>
                <c:pt idx="1">
                  <c:v>346</c:v>
                </c:pt>
                <c:pt idx="2">
                  <c:v>372</c:v>
                </c:pt>
                <c:pt idx="3">
                  <c:v>394</c:v>
                </c:pt>
                <c:pt idx="4">
                  <c:v>326</c:v>
                </c:pt>
                <c:pt idx="5">
                  <c:v>404</c:v>
                </c:pt>
                <c:pt idx="6">
                  <c:v>377</c:v>
                </c:pt>
                <c:pt idx="7">
                  <c:v>344</c:v>
                </c:pt>
                <c:pt idx="8">
                  <c:v>374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68.56"/>
          <c:min val="315.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9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528</c:v>
                </c:pt>
                <c:pt idx="1">
                  <c:v>413</c:v>
                </c:pt>
                <c:pt idx="2">
                  <c:v>439</c:v>
                </c:pt>
                <c:pt idx="3">
                  <c:v>488</c:v>
                </c:pt>
                <c:pt idx="4">
                  <c:v>485</c:v>
                </c:pt>
                <c:pt idx="5">
                  <c:v>506</c:v>
                </c:pt>
                <c:pt idx="6">
                  <c:v>550</c:v>
                </c:pt>
                <c:pt idx="7">
                  <c:v>502</c:v>
                </c:pt>
                <c:pt idx="8">
                  <c:v>468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447</c:v>
                </c:pt>
                <c:pt idx="1">
                  <c:v>375</c:v>
                </c:pt>
                <c:pt idx="2">
                  <c:v>463</c:v>
                </c:pt>
                <c:pt idx="3">
                  <c:v>429</c:v>
                </c:pt>
                <c:pt idx="4">
                  <c:v>456</c:v>
                </c:pt>
                <c:pt idx="5">
                  <c:v>460</c:v>
                </c:pt>
                <c:pt idx="6">
                  <c:v>431</c:v>
                </c:pt>
                <c:pt idx="7">
                  <c:v>444</c:v>
                </c:pt>
                <c:pt idx="8">
                  <c:v>412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64"/>
          <c:min val="36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9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1063</c:v>
                </c:pt>
                <c:pt idx="1">
                  <c:v>957</c:v>
                </c:pt>
                <c:pt idx="2">
                  <c:v>1196</c:v>
                </c:pt>
                <c:pt idx="3">
                  <c:v>1174</c:v>
                </c:pt>
                <c:pt idx="4">
                  <c:v>1190</c:v>
                </c:pt>
                <c:pt idx="5">
                  <c:v>1068</c:v>
                </c:pt>
                <c:pt idx="6">
                  <c:v>1147</c:v>
                </c:pt>
                <c:pt idx="7">
                  <c:v>1076</c:v>
                </c:pt>
                <c:pt idx="8">
                  <c:v>1058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1026</c:v>
                </c:pt>
                <c:pt idx="1">
                  <c:v>830</c:v>
                </c:pt>
                <c:pt idx="2">
                  <c:v>979</c:v>
                </c:pt>
                <c:pt idx="3">
                  <c:v>991</c:v>
                </c:pt>
                <c:pt idx="4">
                  <c:v>1007</c:v>
                </c:pt>
                <c:pt idx="5">
                  <c:v>1028</c:v>
                </c:pt>
                <c:pt idx="6">
                  <c:v>1058</c:v>
                </c:pt>
                <c:pt idx="7">
                  <c:v>992</c:v>
                </c:pt>
                <c:pt idx="8">
                  <c:v>1019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25.28"/>
          <c:min val="800.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9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441</c:v>
                </c:pt>
                <c:pt idx="1">
                  <c:v>415</c:v>
                </c:pt>
                <c:pt idx="2">
                  <c:v>442</c:v>
                </c:pt>
                <c:pt idx="3">
                  <c:v>413</c:v>
                </c:pt>
                <c:pt idx="4">
                  <c:v>444</c:v>
                </c:pt>
                <c:pt idx="5">
                  <c:v>456</c:v>
                </c:pt>
                <c:pt idx="6">
                  <c:v>443</c:v>
                </c:pt>
                <c:pt idx="7">
                  <c:v>434</c:v>
                </c:pt>
                <c:pt idx="8">
                  <c:v>422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397</c:v>
                </c:pt>
                <c:pt idx="1">
                  <c:v>367</c:v>
                </c:pt>
                <c:pt idx="2">
                  <c:v>413</c:v>
                </c:pt>
                <c:pt idx="3">
                  <c:v>393</c:v>
                </c:pt>
                <c:pt idx="4">
                  <c:v>408</c:v>
                </c:pt>
                <c:pt idx="5">
                  <c:v>425</c:v>
                </c:pt>
                <c:pt idx="6">
                  <c:v>448</c:v>
                </c:pt>
                <c:pt idx="7">
                  <c:v>421</c:v>
                </c:pt>
                <c:pt idx="8">
                  <c:v>399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63.12"/>
          <c:min val="359.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9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425.33333333333326</c:v>
                </c:pt>
                <c:pt idx="1">
                  <c:v>425.33333333333326</c:v>
                </c:pt>
                <c:pt idx="2">
                  <c:v>425.33333333333326</c:v>
                </c:pt>
                <c:pt idx="3">
                  <c:v>425.33333333333326</c:v>
                </c:pt>
                <c:pt idx="4">
                  <c:v>425.33333333333326</c:v>
                </c:pt>
                <c:pt idx="5">
                  <c:v>425.33333333333326</c:v>
                </c:pt>
                <c:pt idx="6">
                  <c:v>425.33333333333326</c:v>
                </c:pt>
                <c:pt idx="7">
                  <c:v>425.33333333333326</c:v>
                </c:pt>
                <c:pt idx="8">
                  <c:v>425.33333333333326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91.96"/>
          <c:min val="375.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9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395</c:v>
                </c:pt>
                <c:pt idx="1">
                  <c:v>390</c:v>
                </c:pt>
                <c:pt idx="2">
                  <c:v>491</c:v>
                </c:pt>
                <c:pt idx="3">
                  <c:v>543</c:v>
                </c:pt>
                <c:pt idx="4">
                  <c:v>485</c:v>
                </c:pt>
                <c:pt idx="5">
                  <c:v>553</c:v>
                </c:pt>
                <c:pt idx="6">
                  <c:v>564</c:v>
                </c:pt>
                <c:pt idx="7">
                  <c:v>577</c:v>
                </c:pt>
                <c:pt idx="8">
                  <c:v>569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91.96"/>
          <c:min val="375.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9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543.3333333333334</c:v>
                </c:pt>
                <c:pt idx="1">
                  <c:v>543.3333333333334</c:v>
                </c:pt>
                <c:pt idx="2">
                  <c:v>543.3333333333334</c:v>
                </c:pt>
                <c:pt idx="3">
                  <c:v>543.3333333333334</c:v>
                </c:pt>
                <c:pt idx="4">
                  <c:v>543.3333333333334</c:v>
                </c:pt>
                <c:pt idx="5">
                  <c:v>543.3333333333334</c:v>
                </c:pt>
                <c:pt idx="6">
                  <c:v>543.3333333333334</c:v>
                </c:pt>
                <c:pt idx="7">
                  <c:v>543.3333333333334</c:v>
                </c:pt>
                <c:pt idx="8">
                  <c:v>543.3333333333334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32.24"/>
          <c:min val="496.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0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567</c:v>
                </c:pt>
                <c:pt idx="1">
                  <c:v>513</c:v>
                </c:pt>
                <c:pt idx="2">
                  <c:v>550</c:v>
                </c:pt>
                <c:pt idx="3">
                  <c:v>539</c:v>
                </c:pt>
                <c:pt idx="4">
                  <c:v>538</c:v>
                </c:pt>
                <c:pt idx="5">
                  <c:v>649</c:v>
                </c:pt>
                <c:pt idx="6">
                  <c:v>716</c:v>
                </c:pt>
                <c:pt idx="7">
                  <c:v>663</c:v>
                </c:pt>
                <c:pt idx="8">
                  <c:v>623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32.24"/>
          <c:min val="496.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0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350</c:v>
                </c:pt>
                <c:pt idx="1">
                  <c:v>350</c:v>
                </c:pt>
                <c:pt idx="2">
                  <c:v>350</c:v>
                </c:pt>
                <c:pt idx="3">
                  <c:v>350</c:v>
                </c:pt>
                <c:pt idx="4">
                  <c:v>350</c:v>
                </c:pt>
                <c:pt idx="5">
                  <c:v>350</c:v>
                </c:pt>
                <c:pt idx="6">
                  <c:v>350</c:v>
                </c:pt>
                <c:pt idx="7">
                  <c:v>350</c:v>
                </c:pt>
                <c:pt idx="8">
                  <c:v>350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58.04"/>
          <c:min val="326.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0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352</c:v>
                </c:pt>
                <c:pt idx="1">
                  <c:v>362</c:v>
                </c:pt>
                <c:pt idx="2">
                  <c:v>336</c:v>
                </c:pt>
                <c:pt idx="3">
                  <c:v>402</c:v>
                </c:pt>
                <c:pt idx="4">
                  <c:v>356</c:v>
                </c:pt>
                <c:pt idx="5">
                  <c:v>442</c:v>
                </c:pt>
                <c:pt idx="6">
                  <c:v>449</c:v>
                </c:pt>
                <c:pt idx="7">
                  <c:v>396</c:v>
                </c:pt>
                <c:pt idx="8">
                  <c:v>401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58.04"/>
          <c:min val="326.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0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578</c:v>
                </c:pt>
                <c:pt idx="1">
                  <c:v>578</c:v>
                </c:pt>
                <c:pt idx="2">
                  <c:v>578</c:v>
                </c:pt>
                <c:pt idx="3">
                  <c:v>578</c:v>
                </c:pt>
                <c:pt idx="4">
                  <c:v>578</c:v>
                </c:pt>
                <c:pt idx="5">
                  <c:v>578</c:v>
                </c:pt>
                <c:pt idx="6">
                  <c:v>578</c:v>
                </c:pt>
                <c:pt idx="7">
                  <c:v>578</c:v>
                </c:pt>
                <c:pt idx="8">
                  <c:v>578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89.64"/>
          <c:min val="506.3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0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578</c:v>
                </c:pt>
                <c:pt idx="1">
                  <c:v>519</c:v>
                </c:pt>
                <c:pt idx="2">
                  <c:v>637</c:v>
                </c:pt>
                <c:pt idx="3">
                  <c:v>642</c:v>
                </c:pt>
                <c:pt idx="4">
                  <c:v>663</c:v>
                </c:pt>
                <c:pt idx="5">
                  <c:v>654</c:v>
                </c:pt>
                <c:pt idx="6">
                  <c:v>674</c:v>
                </c:pt>
                <c:pt idx="7">
                  <c:v>677</c:v>
                </c:pt>
                <c:pt idx="8">
                  <c:v>657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89.64"/>
          <c:min val="506.3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0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397</c:v>
                </c:pt>
                <c:pt idx="1">
                  <c:v>397</c:v>
                </c:pt>
                <c:pt idx="2">
                  <c:v>397</c:v>
                </c:pt>
                <c:pt idx="3">
                  <c:v>397</c:v>
                </c:pt>
                <c:pt idx="4">
                  <c:v>397</c:v>
                </c:pt>
                <c:pt idx="5">
                  <c:v>397</c:v>
                </c:pt>
                <c:pt idx="6">
                  <c:v>397</c:v>
                </c:pt>
                <c:pt idx="7">
                  <c:v>397</c:v>
                </c:pt>
                <c:pt idx="8">
                  <c:v>397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18.44"/>
          <c:min val="352.5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0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364</c:v>
                </c:pt>
                <c:pt idx="1">
                  <c:v>375</c:v>
                </c:pt>
                <c:pt idx="2">
                  <c:v>452</c:v>
                </c:pt>
                <c:pt idx="3">
                  <c:v>507</c:v>
                </c:pt>
                <c:pt idx="4">
                  <c:v>463</c:v>
                </c:pt>
                <c:pt idx="5">
                  <c:v>493</c:v>
                </c:pt>
                <c:pt idx="6">
                  <c:v>493</c:v>
                </c:pt>
                <c:pt idx="7">
                  <c:v>458</c:v>
                </c:pt>
                <c:pt idx="8">
                  <c:v>425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18.44"/>
          <c:min val="352.5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834.06</c:v>
                </c:pt>
                <c:pt idx="1">
                  <c:v>966.61</c:v>
                </c:pt>
                <c:pt idx="2">
                  <c:v>918.5</c:v>
                </c:pt>
                <c:pt idx="3">
                  <c:v>952.81</c:v>
                </c:pt>
                <c:pt idx="4">
                  <c:v>930.11</c:v>
                </c:pt>
                <c:pt idx="5">
                  <c:v>946.3</c:v>
                </c:pt>
                <c:pt idx="6">
                  <c:v>1110.1</c:v>
                </c:pt>
                <c:pt idx="7">
                  <c:v>1128.62</c:v>
                </c:pt>
                <c:pt idx="8">
                  <c:v>1039.8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1458.9</c:v>
                </c:pt>
                <c:pt idx="1">
                  <c:v>1286.83</c:v>
                </c:pt>
                <c:pt idx="2">
                  <c:v>1497.81</c:v>
                </c:pt>
                <c:pt idx="3">
                  <c:v>1454.95</c:v>
                </c:pt>
                <c:pt idx="4">
                  <c:v>1380.55</c:v>
                </c:pt>
                <c:pt idx="5">
                  <c:v>1459</c:v>
                </c:pt>
                <c:pt idx="6">
                  <c:v>1432.46</c:v>
                </c:pt>
                <c:pt idx="7">
                  <c:v>1480.1</c:v>
                </c:pt>
                <c:pt idx="8">
                  <c:v>1315.5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50.9099999999999"/>
          <c:min val="780.959999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1148.2</c:v>
                </c:pt>
                <c:pt idx="1">
                  <c:v>1014.02</c:v>
                </c:pt>
                <c:pt idx="2">
                  <c:v>1265.65</c:v>
                </c:pt>
                <c:pt idx="3">
                  <c:v>958.6</c:v>
                </c:pt>
                <c:pt idx="4">
                  <c:v>954.25</c:v>
                </c:pt>
                <c:pt idx="5">
                  <c:v>891.25</c:v>
                </c:pt>
                <c:pt idx="6">
                  <c:v>834.15</c:v>
                </c:pt>
                <c:pt idx="7">
                  <c:v>1116.05</c:v>
                </c:pt>
                <c:pt idx="8">
                  <c:v>1271.13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1489.2</c:v>
                </c:pt>
                <c:pt idx="1">
                  <c:v>1206.8</c:v>
                </c:pt>
                <c:pt idx="2">
                  <c:v>1350</c:v>
                </c:pt>
                <c:pt idx="3">
                  <c:v>1525.73</c:v>
                </c:pt>
                <c:pt idx="4">
                  <c:v>1346.7</c:v>
                </c:pt>
                <c:pt idx="5">
                  <c:v>1546.97</c:v>
                </c:pt>
                <c:pt idx="6">
                  <c:v>1632.9</c:v>
                </c:pt>
                <c:pt idx="7">
                  <c:v>1330.6</c:v>
                </c:pt>
                <c:pt idx="8">
                  <c:v>1328.59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96.8000000000002"/>
          <c:min val="770.2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402.05</c:v>
                </c:pt>
                <c:pt idx="1">
                  <c:v>373.7</c:v>
                </c:pt>
                <c:pt idx="2">
                  <c:v>425.45</c:v>
                </c:pt>
                <c:pt idx="3">
                  <c:v>440.55</c:v>
                </c:pt>
                <c:pt idx="4">
                  <c:v>433</c:v>
                </c:pt>
                <c:pt idx="5">
                  <c:v>388.1</c:v>
                </c:pt>
                <c:pt idx="6">
                  <c:v>428.8</c:v>
                </c:pt>
                <c:pt idx="7">
                  <c:v>457.55</c:v>
                </c:pt>
                <c:pt idx="8">
                  <c:v>419.2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507.4</c:v>
                </c:pt>
                <c:pt idx="1">
                  <c:v>510.5</c:v>
                </c:pt>
                <c:pt idx="2">
                  <c:v>528.35</c:v>
                </c:pt>
                <c:pt idx="3">
                  <c:v>553</c:v>
                </c:pt>
                <c:pt idx="4">
                  <c:v>514.85</c:v>
                </c:pt>
                <c:pt idx="5">
                  <c:v>527.25</c:v>
                </c:pt>
                <c:pt idx="6">
                  <c:v>681.4</c:v>
                </c:pt>
                <c:pt idx="7">
                  <c:v>662.8</c:v>
                </c:pt>
                <c:pt idx="8">
                  <c:v>559.15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06.016"/>
          <c:min val="349.0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751.51</c:v>
                </c:pt>
                <c:pt idx="1">
                  <c:v>627.41</c:v>
                </c:pt>
                <c:pt idx="2">
                  <c:v>640.72</c:v>
                </c:pt>
                <c:pt idx="3">
                  <c:v>770.3</c:v>
                </c:pt>
                <c:pt idx="4">
                  <c:v>702.42</c:v>
                </c:pt>
                <c:pt idx="5">
                  <c:v>674.32</c:v>
                </c:pt>
                <c:pt idx="6">
                  <c:v>740.83</c:v>
                </c:pt>
                <c:pt idx="7">
                  <c:v>746.02</c:v>
                </c:pt>
                <c:pt idx="8">
                  <c:v>674.68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835.21</c:v>
                </c:pt>
                <c:pt idx="1">
                  <c:v>880.19</c:v>
                </c:pt>
                <c:pt idx="2">
                  <c:v>959.15</c:v>
                </c:pt>
                <c:pt idx="3">
                  <c:v>970.52</c:v>
                </c:pt>
                <c:pt idx="4">
                  <c:v>892.74</c:v>
                </c:pt>
                <c:pt idx="5">
                  <c:v>894.15</c:v>
                </c:pt>
                <c:pt idx="6">
                  <c:v>965.42</c:v>
                </c:pt>
                <c:pt idx="7">
                  <c:v>827.75</c:v>
                </c:pt>
                <c:pt idx="8">
                  <c:v>929.3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97.9688"/>
          <c:min val="599.96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220.3</c:v>
                </c:pt>
                <c:pt idx="1">
                  <c:v>237</c:v>
                </c:pt>
                <c:pt idx="2">
                  <c:v>254.6</c:v>
                </c:pt>
                <c:pt idx="3">
                  <c:v>284</c:v>
                </c:pt>
                <c:pt idx="4">
                  <c:v>253.64</c:v>
                </c:pt>
                <c:pt idx="5">
                  <c:v>223.31</c:v>
                </c:pt>
                <c:pt idx="6">
                  <c:v>390.87</c:v>
                </c:pt>
                <c:pt idx="7">
                  <c:v>360</c:v>
                </c:pt>
                <c:pt idx="8">
                  <c:v>342.3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309.7</c:v>
                </c:pt>
                <c:pt idx="1">
                  <c:v>285.4</c:v>
                </c:pt>
                <c:pt idx="2">
                  <c:v>382.3</c:v>
                </c:pt>
                <c:pt idx="3">
                  <c:v>419.7</c:v>
                </c:pt>
                <c:pt idx="4">
                  <c:v>331.52</c:v>
                </c:pt>
                <c:pt idx="5">
                  <c:v>385.5</c:v>
                </c:pt>
                <c:pt idx="6">
                  <c:v>422.11</c:v>
                </c:pt>
                <c:pt idx="7">
                  <c:v>352.52</c:v>
                </c:pt>
                <c:pt idx="8">
                  <c:v>398.5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38.2548"/>
          <c:min val="204.15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514.9</c:v>
                </c:pt>
                <c:pt idx="1">
                  <c:v>461.37</c:v>
                </c:pt>
                <c:pt idx="2">
                  <c:v>473.9</c:v>
                </c:pt>
                <c:pt idx="3">
                  <c:v>610.15</c:v>
                </c:pt>
                <c:pt idx="4">
                  <c:v>521.65</c:v>
                </c:pt>
                <c:pt idx="5">
                  <c:v>415.75</c:v>
                </c:pt>
                <c:pt idx="6">
                  <c:v>451.5</c:v>
                </c:pt>
                <c:pt idx="7">
                  <c:v>537.17</c:v>
                </c:pt>
                <c:pt idx="8">
                  <c:v>408.05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404.58</c:v>
                </c:pt>
                <c:pt idx="1">
                  <c:v>339</c:v>
                </c:pt>
                <c:pt idx="2">
                  <c:v>326.09</c:v>
                </c:pt>
                <c:pt idx="3">
                  <c:v>347.55</c:v>
                </c:pt>
                <c:pt idx="4">
                  <c:v>335.7</c:v>
                </c:pt>
                <c:pt idx="5">
                  <c:v>465.65</c:v>
                </c:pt>
                <c:pt idx="6">
                  <c:v>413.05</c:v>
                </c:pt>
                <c:pt idx="7">
                  <c:v>336.05</c:v>
                </c:pt>
                <c:pt idx="8">
                  <c:v>308.7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34.266"/>
          <c:min val="284.5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1486</c:v>
                </c:pt>
                <c:pt idx="1">
                  <c:v>1254.22</c:v>
                </c:pt>
                <c:pt idx="2">
                  <c:v>1465.55</c:v>
                </c:pt>
                <c:pt idx="3">
                  <c:v>1476.75</c:v>
                </c:pt>
                <c:pt idx="4">
                  <c:v>1319.27</c:v>
                </c:pt>
                <c:pt idx="5">
                  <c:v>1394.79</c:v>
                </c:pt>
                <c:pt idx="6">
                  <c:v>1544.84</c:v>
                </c:pt>
                <c:pt idx="7">
                  <c:v>1347.65</c:v>
                </c:pt>
                <c:pt idx="8">
                  <c:v>1321.81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1164.35</c:v>
                </c:pt>
                <c:pt idx="1">
                  <c:v>864.55</c:v>
                </c:pt>
                <c:pt idx="2">
                  <c:v>1311.7</c:v>
                </c:pt>
                <c:pt idx="3">
                  <c:v>1200.65</c:v>
                </c:pt>
                <c:pt idx="4">
                  <c:v>1174</c:v>
                </c:pt>
                <c:pt idx="5">
                  <c:v>1459.3</c:v>
                </c:pt>
                <c:pt idx="6">
                  <c:v>1164.64</c:v>
                </c:pt>
                <c:pt idx="7">
                  <c:v>1277.86</c:v>
                </c:pt>
                <c:pt idx="8">
                  <c:v>1066.5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99.2631999999999"/>
          <c:min val="810.126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903.15</c:v>
                </c:pt>
                <c:pt idx="1">
                  <c:v>797.1</c:v>
                </c:pt>
                <c:pt idx="2">
                  <c:v>1105.2</c:v>
                </c:pt>
                <c:pt idx="3">
                  <c:v>900.6</c:v>
                </c:pt>
                <c:pt idx="4">
                  <c:v>947</c:v>
                </c:pt>
                <c:pt idx="5">
                  <c:v>1066.7</c:v>
                </c:pt>
                <c:pt idx="6">
                  <c:v>951.2</c:v>
                </c:pt>
                <c:pt idx="7">
                  <c:v>1100.42</c:v>
                </c:pt>
                <c:pt idx="8">
                  <c:v>887.8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854.3</c:v>
                </c:pt>
                <c:pt idx="1">
                  <c:v>691.1</c:v>
                </c:pt>
                <c:pt idx="2">
                  <c:v>798</c:v>
                </c:pt>
                <c:pt idx="3">
                  <c:v>972.9</c:v>
                </c:pt>
                <c:pt idx="4">
                  <c:v>913.5</c:v>
                </c:pt>
                <c:pt idx="5">
                  <c:v>1044.22</c:v>
                </c:pt>
                <c:pt idx="6">
                  <c:v>782.45</c:v>
                </c:pt>
                <c:pt idx="7">
                  <c:v>919.6</c:v>
                </c:pt>
                <c:pt idx="8">
                  <c:v>773.3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38.328"/>
          <c:min val="657.9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1967.54</c:v>
                </c:pt>
                <c:pt idx="1">
                  <c:v>1842.2</c:v>
                </c:pt>
                <c:pt idx="2">
                  <c:v>2204.61</c:v>
                </c:pt>
                <c:pt idx="3">
                  <c:v>2366.05</c:v>
                </c:pt>
                <c:pt idx="4">
                  <c:v>2371.8</c:v>
                </c:pt>
                <c:pt idx="5">
                  <c:v>2252.5</c:v>
                </c:pt>
                <c:pt idx="6">
                  <c:v>2208.5</c:v>
                </c:pt>
                <c:pt idx="7">
                  <c:v>2091.6</c:v>
                </c:pt>
                <c:pt idx="8">
                  <c:v>2214.7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1855.71</c:v>
                </c:pt>
                <c:pt idx="1">
                  <c:v>1669.3</c:v>
                </c:pt>
                <c:pt idx="2">
                  <c:v>1966.6</c:v>
                </c:pt>
                <c:pt idx="3">
                  <c:v>2117.6</c:v>
                </c:pt>
                <c:pt idx="4">
                  <c:v>2101.9</c:v>
                </c:pt>
                <c:pt idx="5">
                  <c:v>2084.5</c:v>
                </c:pt>
                <c:pt idx="6">
                  <c:v>2206.5</c:v>
                </c:pt>
                <c:pt idx="7">
                  <c:v>1961.8</c:v>
                </c:pt>
                <c:pt idx="8">
                  <c:v>1961.8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428"/>
          <c:min val="1613.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5150.45</c:v>
                </c:pt>
                <c:pt idx="1">
                  <c:v>4912</c:v>
                </c:pt>
                <c:pt idx="2">
                  <c:v>5301.4</c:v>
                </c:pt>
                <c:pt idx="3">
                  <c:v>5754.85</c:v>
                </c:pt>
                <c:pt idx="4">
                  <c:v>5638.7</c:v>
                </c:pt>
                <c:pt idx="5">
                  <c:v>5523.35</c:v>
                </c:pt>
                <c:pt idx="6">
                  <c:v>5647.5</c:v>
                </c:pt>
                <c:pt idx="7">
                  <c:v>5532.78</c:v>
                </c:pt>
                <c:pt idx="8">
                  <c:v>5024.81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4936.2</c:v>
                </c:pt>
                <c:pt idx="1">
                  <c:v>4707.4</c:v>
                </c:pt>
                <c:pt idx="2">
                  <c:v>4916.9</c:v>
                </c:pt>
                <c:pt idx="3">
                  <c:v>5419</c:v>
                </c:pt>
                <c:pt idx="4">
                  <c:v>4689.83</c:v>
                </c:pt>
                <c:pt idx="5">
                  <c:v>5194.31</c:v>
                </c:pt>
                <c:pt idx="6">
                  <c:v>5350.5</c:v>
                </c:pt>
                <c:pt idx="7">
                  <c:v>5197.05</c:v>
                </c:pt>
                <c:pt idx="8">
                  <c:v>4471.45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857.522000000001"/>
          <c:min val="4368.77799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779</c:v>
                </c:pt>
                <c:pt idx="1">
                  <c:v>779</c:v>
                </c:pt>
                <c:pt idx="2">
                  <c:v>779</c:v>
                </c:pt>
                <c:pt idx="3">
                  <c:v>779</c:v>
                </c:pt>
                <c:pt idx="4">
                  <c:v>779</c:v>
                </c:pt>
                <c:pt idx="5">
                  <c:v>779</c:v>
                </c:pt>
                <c:pt idx="6">
                  <c:v>779</c:v>
                </c:pt>
                <c:pt idx="7">
                  <c:v>779</c:v>
                </c:pt>
                <c:pt idx="8">
                  <c:v>779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68.808"/>
          <c:min val="630.6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691.4</c:v>
                </c:pt>
                <c:pt idx="1">
                  <c:v>674.7</c:v>
                </c:pt>
                <c:pt idx="2">
                  <c:v>970.9</c:v>
                </c:pt>
                <c:pt idx="3">
                  <c:v>902.3</c:v>
                </c:pt>
                <c:pt idx="4">
                  <c:v>935.1</c:v>
                </c:pt>
                <c:pt idx="5">
                  <c:v>817.5</c:v>
                </c:pt>
                <c:pt idx="6">
                  <c:v>890.1</c:v>
                </c:pt>
                <c:pt idx="7">
                  <c:v>1191.6</c:v>
                </c:pt>
                <c:pt idx="8">
                  <c:v>1224.8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68.808"/>
          <c:min val="630.6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1192.55</c:v>
                </c:pt>
                <c:pt idx="1">
                  <c:v>1192.55</c:v>
                </c:pt>
                <c:pt idx="2">
                  <c:v>1192.55</c:v>
                </c:pt>
                <c:pt idx="3">
                  <c:v>1192.55</c:v>
                </c:pt>
                <c:pt idx="4">
                  <c:v>1192.55</c:v>
                </c:pt>
                <c:pt idx="5">
                  <c:v>1192.55</c:v>
                </c:pt>
                <c:pt idx="6">
                  <c:v>1192.55</c:v>
                </c:pt>
                <c:pt idx="7">
                  <c:v>1192.55</c:v>
                </c:pt>
                <c:pt idx="8">
                  <c:v>1192.55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39.2152"/>
          <c:min val="1026.80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1259.71</c:v>
                </c:pt>
                <c:pt idx="1">
                  <c:v>1069.04</c:v>
                </c:pt>
                <c:pt idx="2">
                  <c:v>1248.9</c:v>
                </c:pt>
                <c:pt idx="3">
                  <c:v>1199.41</c:v>
                </c:pt>
                <c:pt idx="4">
                  <c:v>1159.59</c:v>
                </c:pt>
                <c:pt idx="5">
                  <c:v>1248.23</c:v>
                </c:pt>
                <c:pt idx="6">
                  <c:v>1596.98</c:v>
                </c:pt>
                <c:pt idx="7">
                  <c:v>1486.91</c:v>
                </c:pt>
                <c:pt idx="8">
                  <c:v>1525.73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39.2152"/>
          <c:min val="1026.80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922.0333333333333</c:v>
                </c:pt>
                <c:pt idx="1">
                  <c:v>922.0333333333333</c:v>
                </c:pt>
                <c:pt idx="2">
                  <c:v>922.0333333333333</c:v>
                </c:pt>
                <c:pt idx="3">
                  <c:v>922.0333333333333</c:v>
                </c:pt>
                <c:pt idx="4">
                  <c:v>922.0333333333333</c:v>
                </c:pt>
                <c:pt idx="5">
                  <c:v>922.0333333333333</c:v>
                </c:pt>
                <c:pt idx="6">
                  <c:v>922.0333333333333</c:v>
                </c:pt>
                <c:pt idx="7">
                  <c:v>922.0333333333333</c:v>
                </c:pt>
                <c:pt idx="8">
                  <c:v>922.0333333333333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67.1599999999999"/>
          <c:min val="797.939999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833</c:v>
                </c:pt>
                <c:pt idx="1">
                  <c:v>830.3</c:v>
                </c:pt>
                <c:pt idx="2">
                  <c:v>1102.8</c:v>
                </c:pt>
                <c:pt idx="3">
                  <c:v>1057</c:v>
                </c:pt>
                <c:pt idx="4">
                  <c:v>1118.6</c:v>
                </c:pt>
                <c:pt idx="5">
                  <c:v>1134.2</c:v>
                </c:pt>
                <c:pt idx="6">
                  <c:v>1065.6</c:v>
                </c:pt>
                <c:pt idx="7">
                  <c:v>1137.7</c:v>
                </c:pt>
                <c:pt idx="8">
                  <c:v>1234.8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67.1599999999999"/>
          <c:min val="797.939999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1366.75</c:v>
                </c:pt>
                <c:pt idx="1">
                  <c:v>1366.75</c:v>
                </c:pt>
                <c:pt idx="2">
                  <c:v>1366.75</c:v>
                </c:pt>
                <c:pt idx="3">
                  <c:v>1366.75</c:v>
                </c:pt>
                <c:pt idx="4">
                  <c:v>1366.75</c:v>
                </c:pt>
                <c:pt idx="5">
                  <c:v>1366.75</c:v>
                </c:pt>
                <c:pt idx="6">
                  <c:v>1366.75</c:v>
                </c:pt>
                <c:pt idx="7">
                  <c:v>1366.75</c:v>
                </c:pt>
                <c:pt idx="8">
                  <c:v>1366.75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51.9060000000002"/>
          <c:min val="1201.4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1253.2</c:v>
                </c:pt>
                <c:pt idx="1">
                  <c:v>1426.25</c:v>
                </c:pt>
                <c:pt idx="2">
                  <c:v>1420.8</c:v>
                </c:pt>
                <c:pt idx="3">
                  <c:v>1611.95</c:v>
                </c:pt>
                <c:pt idx="4">
                  <c:v>1478.3</c:v>
                </c:pt>
                <c:pt idx="5">
                  <c:v>1671.8</c:v>
                </c:pt>
                <c:pt idx="6">
                  <c:v>1900.15</c:v>
                </c:pt>
                <c:pt idx="7">
                  <c:v>1603.9</c:v>
                </c:pt>
                <c:pt idx="8">
                  <c:v>1573.29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51.9060000000002"/>
          <c:min val="1201.4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515.4166666666666</c:v>
                </c:pt>
                <c:pt idx="1">
                  <c:v>515.4166666666666</c:v>
                </c:pt>
                <c:pt idx="2">
                  <c:v>515.4166666666666</c:v>
                </c:pt>
                <c:pt idx="3">
                  <c:v>515.4166666666666</c:v>
                </c:pt>
                <c:pt idx="4">
                  <c:v>515.4166666666666</c:v>
                </c:pt>
                <c:pt idx="5">
                  <c:v>515.4166666666666</c:v>
                </c:pt>
                <c:pt idx="6">
                  <c:v>515.4166666666666</c:v>
                </c:pt>
                <c:pt idx="7">
                  <c:v>515.4166666666666</c:v>
                </c:pt>
                <c:pt idx="8">
                  <c:v>515.4166666666666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95.3199999999999"/>
          <c:min val="493.479999999999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507.4</c:v>
                </c:pt>
                <c:pt idx="1">
                  <c:v>510.5</c:v>
                </c:pt>
                <c:pt idx="2">
                  <c:v>528.35</c:v>
                </c:pt>
                <c:pt idx="3">
                  <c:v>553</c:v>
                </c:pt>
                <c:pt idx="4">
                  <c:v>514.85</c:v>
                </c:pt>
                <c:pt idx="5">
                  <c:v>527.25</c:v>
                </c:pt>
                <c:pt idx="6">
                  <c:v>681.4</c:v>
                </c:pt>
                <c:pt idx="7">
                  <c:v>662.8</c:v>
                </c:pt>
                <c:pt idx="8">
                  <c:v>559.15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95.3199999999999"/>
          <c:min val="493.479999999999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0.8095331695331696</c:v>
                </c:pt>
                <c:pt idx="1">
                  <c:v>1.0185135135135135</c:v>
                </c:pt>
                <c:pt idx="2">
                  <c:v>0.9882380952380952</c:v>
                </c:pt>
                <c:pt idx="3">
                  <c:v>1.0098218262806236</c:v>
                </c:pt>
                <c:pt idx="4">
                  <c:v>1.1224824355971896</c:v>
                </c:pt>
                <c:pt idx="5">
                  <c:v>1.0800655021834062</c:v>
                </c:pt>
                <c:pt idx="6">
                  <c:v>1.1494292237442922</c:v>
                </c:pt>
                <c:pt idx="7">
                  <c:v>0.916109785202864</c:v>
                </c:pt>
                <c:pt idx="8">
                  <c:v>1.132070707070707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1.2968932038834953</c:v>
                </c:pt>
                <c:pt idx="1">
                  <c:v>1.3835549132947977</c:v>
                </c:pt>
                <c:pt idx="2">
                  <c:v>1.4527419354838709</c:v>
                </c:pt>
                <c:pt idx="3">
                  <c:v>1.3560913705583755</c:v>
                </c:pt>
                <c:pt idx="4">
                  <c:v>1.272883435582822</c:v>
                </c:pt>
                <c:pt idx="5">
                  <c:v>1.4657920792079207</c:v>
                </c:pt>
                <c:pt idx="6">
                  <c:v>1.5742705570291777</c:v>
                </c:pt>
                <c:pt idx="7">
                  <c:v>1.6565988372093023</c:v>
                </c:pt>
                <c:pt idx="8">
                  <c:v>1.4058823529411764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24364090623393"/>
          <c:min val="0.741767916119078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1.547421150278293</c:v>
                </c:pt>
                <c:pt idx="1">
                  <c:v>1.844675572519084</c:v>
                </c:pt>
                <c:pt idx="2">
                  <c:v>1.716822429906542</c:v>
                </c:pt>
                <c:pt idx="3">
                  <c:v>1.7136870503597121</c:v>
                </c:pt>
                <c:pt idx="4">
                  <c:v>1.6204006968641116</c:v>
                </c:pt>
                <c:pt idx="5">
                  <c:v>1.6689594356261022</c:v>
                </c:pt>
                <c:pt idx="6">
                  <c:v>1.9205882352941175</c:v>
                </c:pt>
                <c:pt idx="7">
                  <c:v>1.9292649572649572</c:v>
                </c:pt>
                <c:pt idx="8">
                  <c:v>1.7804794520547944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2.37219512195122</c:v>
                </c:pt>
                <c:pt idx="1">
                  <c:v>2.4557824427480917</c:v>
                </c:pt>
                <c:pt idx="2">
                  <c:v>2.4675617792421747</c:v>
                </c:pt>
                <c:pt idx="3">
                  <c:v>2.3930098684210526</c:v>
                </c:pt>
                <c:pt idx="4">
                  <c:v>2.160485133020344</c:v>
                </c:pt>
                <c:pt idx="5">
                  <c:v>2.290423861852433</c:v>
                </c:pt>
                <c:pt idx="6">
                  <c:v>2.2665506329113922</c:v>
                </c:pt>
                <c:pt idx="7">
                  <c:v>2.3419303797468354</c:v>
                </c:pt>
                <c:pt idx="8">
                  <c:v>1.9962063732928679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411730295592854"/>
          <c:min val="1.473809899961182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0.9854166666666667</c:v>
                </c:pt>
                <c:pt idx="1">
                  <c:v>1.0497191011235956</c:v>
                </c:pt>
                <c:pt idx="2">
                  <c:v>0.9802995391705069</c:v>
                </c:pt>
                <c:pt idx="3">
                  <c:v>1.0718978102189782</c:v>
                </c:pt>
                <c:pt idx="4">
                  <c:v>0.9774266365688488</c:v>
                </c:pt>
                <c:pt idx="5">
                  <c:v>0.9004640371229699</c:v>
                </c:pt>
                <c:pt idx="6">
                  <c:v>0.9281385281385282</c:v>
                </c:pt>
                <c:pt idx="7">
                  <c:v>1.0842417061611376</c:v>
                </c:pt>
                <c:pt idx="8">
                  <c:v>0.9233480176211454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1.208095238095238</c:v>
                </c:pt>
                <c:pt idx="1">
                  <c:v>1.2542997542997543</c:v>
                </c:pt>
                <c:pt idx="2">
                  <c:v>1.23446261682243</c:v>
                </c:pt>
                <c:pt idx="3">
                  <c:v>1.2625570776255708</c:v>
                </c:pt>
                <c:pt idx="4">
                  <c:v>1.2171394799054374</c:v>
                </c:pt>
                <c:pt idx="5">
                  <c:v>1.2735507246376812</c:v>
                </c:pt>
                <c:pt idx="6">
                  <c:v>1.3877800407331975</c:v>
                </c:pt>
                <c:pt idx="7">
                  <c:v>1.4995475113122172</c:v>
                </c:pt>
                <c:pt idx="8">
                  <c:v>1.2453229398663697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47474189247357"/>
          <c:min val="0.8525373591878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1.349210053859964</c:v>
                </c:pt>
                <c:pt idx="1">
                  <c:v>1.2989855072463767</c:v>
                </c:pt>
                <c:pt idx="2">
                  <c:v>1.2662450592885377</c:v>
                </c:pt>
                <c:pt idx="3">
                  <c:v>1.3682060390763764</c:v>
                </c:pt>
                <c:pt idx="4">
                  <c:v>1.2476376554174067</c:v>
                </c:pt>
                <c:pt idx="5">
                  <c:v>1.272301886792453</c:v>
                </c:pt>
                <c:pt idx="6">
                  <c:v>1.3977924528301888</c:v>
                </c:pt>
                <c:pt idx="7">
                  <c:v>1.4801984126984127</c:v>
                </c:pt>
                <c:pt idx="8">
                  <c:v>1.3439840637450198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1.5103254972875226</c:v>
                </c:pt>
                <c:pt idx="1">
                  <c:v>1.71912109375</c:v>
                </c:pt>
                <c:pt idx="2">
                  <c:v>1.5672385620915033</c:v>
                </c:pt>
                <c:pt idx="3">
                  <c:v>1.6148419301164725</c:v>
                </c:pt>
                <c:pt idx="4">
                  <c:v>1.635054945054945</c:v>
                </c:pt>
                <c:pt idx="5">
                  <c:v>1.5284615384615383</c:v>
                </c:pt>
                <c:pt idx="6">
                  <c:v>1.6144147157190636</c:v>
                </c:pt>
                <c:pt idx="7">
                  <c:v>1.53003696857671</c:v>
                </c:pt>
                <c:pt idx="8">
                  <c:v>1.6684021543985637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568397688166075"/>
          <c:min val="1.209918980350799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1.5028795811518325</c:v>
                </c:pt>
                <c:pt idx="1">
                  <c:v>1.4103198887343533</c:v>
                </c:pt>
                <c:pt idx="2">
                  <c:v>1.4301129943502826</c:v>
                </c:pt>
                <c:pt idx="3">
                  <c:v>1.1591293833131802</c:v>
                </c:pt>
                <c:pt idx="4">
                  <c:v>1.194305381727159</c:v>
                </c:pt>
                <c:pt idx="5">
                  <c:v>1.1310279187817258</c:v>
                </c:pt>
                <c:pt idx="6">
                  <c:v>1.0749355670103093</c:v>
                </c:pt>
                <c:pt idx="7">
                  <c:v>1.3365868263473053</c:v>
                </c:pt>
                <c:pt idx="8">
                  <c:v>1.6659633027522938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1.6064724919093851</c:v>
                </c:pt>
                <c:pt idx="1">
                  <c:v>1.533418043202033</c:v>
                </c:pt>
                <c:pt idx="2">
                  <c:v>1.4610389610389611</c:v>
                </c:pt>
                <c:pt idx="3">
                  <c:v>1.616239406779661</c:v>
                </c:pt>
                <c:pt idx="4">
                  <c:v>1.4718032786885247</c:v>
                </c:pt>
                <c:pt idx="5">
                  <c:v>1.6527457264957266</c:v>
                </c:pt>
                <c:pt idx="6">
                  <c:v>1.7009375</c:v>
                </c:pt>
                <c:pt idx="7">
                  <c:v>1.5103291713961406</c:v>
                </c:pt>
                <c:pt idx="8">
                  <c:v>1.5466705471478461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510176546391754"/>
          <c:min val="1.024855412371134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4.693251533742331</c:v>
                </c:pt>
                <c:pt idx="1">
                  <c:v>3.9916666666666667</c:v>
                </c:pt>
                <c:pt idx="2">
                  <c:v>3.7259541984732825</c:v>
                </c:pt>
                <c:pt idx="3">
                  <c:v>4.5065034965034965</c:v>
                </c:pt>
                <c:pt idx="4">
                  <c:v>3.981161290322581</c:v>
                </c:pt>
                <c:pt idx="5">
                  <c:v>4.063872832369942</c:v>
                </c:pt>
                <c:pt idx="6">
                  <c:v>3.8731707317073174</c:v>
                </c:pt>
                <c:pt idx="7">
                  <c:v>3.154736842105263</c:v>
                </c:pt>
                <c:pt idx="8">
                  <c:v>3.9435374149659865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3.5072</c:v>
                </c:pt>
                <c:pt idx="1">
                  <c:v>2.8326470588235293</c:v>
                </c:pt>
                <c:pt idx="2">
                  <c:v>3.3393630573248405</c:v>
                </c:pt>
                <c:pt idx="3">
                  <c:v>3.9942944785276078</c:v>
                </c:pt>
                <c:pt idx="4">
                  <c:v>4.023714285714286</c:v>
                </c:pt>
                <c:pt idx="5">
                  <c:v>3.3935403726708073</c:v>
                </c:pt>
                <c:pt idx="6">
                  <c:v>3.0639884393063586</c:v>
                </c:pt>
                <c:pt idx="7">
                  <c:v>3.7738297872340425</c:v>
                </c:pt>
                <c:pt idx="8">
                  <c:v>3.325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8420998917358355"/>
          <c:min val="2.68379870083002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2.0596</c:v>
                </c:pt>
                <c:pt idx="1">
                  <c:v>2.032466960352423</c:v>
                </c:pt>
                <c:pt idx="2">
                  <c:v>2.0876651982378855</c:v>
                </c:pt>
                <c:pt idx="3">
                  <c:v>2.234981684981685</c:v>
                </c:pt>
                <c:pt idx="4">
                  <c:v>2.103427419354839</c:v>
                </c:pt>
                <c:pt idx="5">
                  <c:v>1.7251037344398341</c:v>
                </c:pt>
                <c:pt idx="6">
                  <c:v>1.6973684210526316</c:v>
                </c:pt>
                <c:pt idx="7">
                  <c:v>1.9821771217712176</c:v>
                </c:pt>
                <c:pt idx="8">
                  <c:v>1.6453629032258066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1.7590434782608695</c:v>
                </c:pt>
                <c:pt idx="1">
                  <c:v>1.8324324324324324</c:v>
                </c:pt>
                <c:pt idx="2">
                  <c:v>1.5753140096618357</c:v>
                </c:pt>
                <c:pt idx="3">
                  <c:v>1.5378318584070796</c:v>
                </c:pt>
                <c:pt idx="4">
                  <c:v>1.576056338028169</c:v>
                </c:pt>
                <c:pt idx="5">
                  <c:v>1.8700803212851405</c:v>
                </c:pt>
                <c:pt idx="6">
                  <c:v>1.966904761904762</c:v>
                </c:pt>
                <c:pt idx="7">
                  <c:v>1.5486175115207375</c:v>
                </c:pt>
                <c:pt idx="8">
                  <c:v>1.6961538461538461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907536711076535"/>
          <c:min val="1.482059872281111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2.4811813186813185</c:v>
                </c:pt>
                <c:pt idx="1">
                  <c:v>2.5224683544303796</c:v>
                </c:pt>
                <c:pt idx="2">
                  <c:v>2.8484536082474228</c:v>
                </c:pt>
                <c:pt idx="3">
                  <c:v>2.212776412776413</c:v>
                </c:pt>
                <c:pt idx="4">
                  <c:v>2.608815426997245</c:v>
                </c:pt>
                <c:pt idx="5">
                  <c:v>2.821957671957672</c:v>
                </c:pt>
                <c:pt idx="6">
                  <c:v>2.5031578947368422</c:v>
                </c:pt>
                <c:pt idx="7">
                  <c:v>2.6452403846153847</c:v>
                </c:pt>
                <c:pt idx="8">
                  <c:v>2.580813953488372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2.248157894736842</c:v>
                </c:pt>
                <c:pt idx="1">
                  <c:v>2.0753753753753754</c:v>
                </c:pt>
                <c:pt idx="2">
                  <c:v>2.241573033707865</c:v>
                </c:pt>
                <c:pt idx="3">
                  <c:v>2.333093525179856</c:v>
                </c:pt>
                <c:pt idx="4">
                  <c:v>2.475609756097561</c:v>
                </c:pt>
                <c:pt idx="5">
                  <c:v>2.4686052009456265</c:v>
                </c:pt>
                <c:pt idx="6">
                  <c:v>2.1033602150537636</c:v>
                </c:pt>
                <c:pt idx="7">
                  <c:v>2.4010443864229765</c:v>
                </c:pt>
                <c:pt idx="8">
                  <c:v>2.0956639566395663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102998668771867"/>
          <c:min val="2.01352911674561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2.8143939393939394</c:v>
                </c:pt>
                <c:pt idx="1">
                  <c:v>3.036852300242131</c:v>
                </c:pt>
                <c:pt idx="2">
                  <c:v>3.338382687927107</c:v>
                </c:pt>
                <c:pt idx="3">
                  <c:v>3.026127049180328</c:v>
                </c:pt>
                <c:pt idx="4">
                  <c:v>2.720144329896907</c:v>
                </c:pt>
                <c:pt idx="5">
                  <c:v>2.756501976284585</c:v>
                </c:pt>
                <c:pt idx="6">
                  <c:v>2.8087999999999997</c:v>
                </c:pt>
                <c:pt idx="7">
                  <c:v>2.684561752988048</c:v>
                </c:pt>
                <c:pt idx="8">
                  <c:v>2.824380341880342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2.604809843400447</c:v>
                </c:pt>
                <c:pt idx="1">
                  <c:v>2.3054666666666663</c:v>
                </c:pt>
                <c:pt idx="2">
                  <c:v>2.8330453563714904</c:v>
                </c:pt>
                <c:pt idx="3">
                  <c:v>2.798717948717949</c:v>
                </c:pt>
                <c:pt idx="4">
                  <c:v>2.574561403508772</c:v>
                </c:pt>
                <c:pt idx="5">
                  <c:v>3.172391304347826</c:v>
                </c:pt>
                <c:pt idx="6">
                  <c:v>2.7021809744779586</c:v>
                </c:pt>
                <c:pt idx="7">
                  <c:v>2.878063063063063</c:v>
                </c:pt>
                <c:pt idx="8">
                  <c:v>2.5885922330097086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421015969627942"/>
          <c:min val="2.222833384965831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2.175021114864865</c:v>
                </c:pt>
                <c:pt idx="1">
                  <c:v>2.2921138590760615</c:v>
                </c:pt>
                <c:pt idx="2">
                  <c:v>2.3343901365037425</c:v>
                </c:pt>
                <c:pt idx="3">
                  <c:v>2.521844872918493</c:v>
                </c:pt>
                <c:pt idx="4">
                  <c:v>2.4752853380158033</c:v>
                </c:pt>
                <c:pt idx="5">
                  <c:v>2.3828084555651423</c:v>
                </c:pt>
                <c:pt idx="6">
                  <c:v>2.4052385008517887</c:v>
                </c:pt>
                <c:pt idx="7">
                  <c:v>2.356379897785349</c:v>
                </c:pt>
                <c:pt idx="8">
                  <c:v>2.3746739130434786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2.2305467690917307</c:v>
                </c:pt>
                <c:pt idx="1">
                  <c:v>2.3595989974937344</c:v>
                </c:pt>
                <c:pt idx="2">
                  <c:v>2.1852888888888886</c:v>
                </c:pt>
                <c:pt idx="3">
                  <c:v>2.4687927107061505</c:v>
                </c:pt>
                <c:pt idx="4">
                  <c:v>2.208017890772128</c:v>
                </c:pt>
                <c:pt idx="5">
                  <c:v>2.3503665158371043</c:v>
                </c:pt>
                <c:pt idx="6">
                  <c:v>2.3685258964143427</c:v>
                </c:pt>
                <c:pt idx="7">
                  <c:v>2.338906390639064</c:v>
                </c:pt>
                <c:pt idx="8">
                  <c:v>2.179069200779727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49590773562783"/>
          <c:min val="2.147275214220574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1.3477508650519032</c:v>
                </c:pt>
                <c:pt idx="1">
                  <c:v>1.3477508650519032</c:v>
                </c:pt>
                <c:pt idx="2">
                  <c:v>1.3477508650519032</c:v>
                </c:pt>
                <c:pt idx="3">
                  <c:v>1.3477508650519032</c:v>
                </c:pt>
                <c:pt idx="4">
                  <c:v>1.3477508650519032</c:v>
                </c:pt>
                <c:pt idx="5">
                  <c:v>1.3477508650519032</c:v>
                </c:pt>
                <c:pt idx="6">
                  <c:v>1.3477508650519032</c:v>
                </c:pt>
                <c:pt idx="7">
                  <c:v>1.3477508650519032</c:v>
                </c:pt>
                <c:pt idx="8">
                  <c:v>1.3477508650519032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176743612835947"/>
          <c:min val="1.14275076498501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1.1961937716262976</c:v>
                </c:pt>
                <c:pt idx="1">
                  <c:v>1.3</c:v>
                </c:pt>
                <c:pt idx="2">
                  <c:v>1.524175824175824</c:v>
                </c:pt>
                <c:pt idx="3">
                  <c:v>1.4054517133956386</c:v>
                </c:pt>
                <c:pt idx="4">
                  <c:v>1.4104072398190046</c:v>
                </c:pt>
                <c:pt idx="5">
                  <c:v>1.25</c:v>
                </c:pt>
                <c:pt idx="6">
                  <c:v>1.3206231454005934</c:v>
                </c:pt>
                <c:pt idx="7">
                  <c:v>1.7601181683899556</c:v>
                </c:pt>
                <c:pt idx="8">
                  <c:v>1.8642313546423135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176743612835947"/>
          <c:min val="1.14275076498501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1.5588516746411485</c:v>
                </c:pt>
                <c:pt idx="1">
                  <c:v>1.5588516746411485</c:v>
                </c:pt>
                <c:pt idx="2">
                  <c:v>1.5588516746411485</c:v>
                </c:pt>
                <c:pt idx="3">
                  <c:v>1.5588516746411485</c:v>
                </c:pt>
                <c:pt idx="4">
                  <c:v>1.5588516746411485</c:v>
                </c:pt>
                <c:pt idx="5">
                  <c:v>1.5588516746411485</c:v>
                </c:pt>
                <c:pt idx="6">
                  <c:v>1.5588516746411485</c:v>
                </c:pt>
                <c:pt idx="7">
                  <c:v>1.5588516746411485</c:v>
                </c:pt>
                <c:pt idx="8">
                  <c:v>1.5588516746411485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49683523238381"/>
          <c:min val="1.41114743628185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1.4608490566037735</c:v>
                </c:pt>
                <c:pt idx="1">
                  <c:v>1.4711340206185566</c:v>
                </c:pt>
                <c:pt idx="2">
                  <c:v>1.7298642533936652</c:v>
                </c:pt>
                <c:pt idx="3">
                  <c:v>1.7783898305084744</c:v>
                </c:pt>
                <c:pt idx="4">
                  <c:v>1.441391304347826</c:v>
                </c:pt>
                <c:pt idx="5">
                  <c:v>1.5297619047619047</c:v>
                </c:pt>
                <c:pt idx="6">
                  <c:v>1.819439655172414</c:v>
                </c:pt>
                <c:pt idx="7">
                  <c:v>1.7451485148514851</c:v>
                </c:pt>
                <c:pt idx="8">
                  <c:v>1.725108225108225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49683523238381"/>
          <c:min val="1.41114743628185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1.374734513274336</c:v>
                </c:pt>
                <c:pt idx="1">
                  <c:v>1.374734513274336</c:v>
                </c:pt>
                <c:pt idx="2">
                  <c:v>1.374734513274336</c:v>
                </c:pt>
                <c:pt idx="3">
                  <c:v>1.374734513274336</c:v>
                </c:pt>
                <c:pt idx="4">
                  <c:v>1.374734513274336</c:v>
                </c:pt>
                <c:pt idx="5">
                  <c:v>1.374734513274336</c:v>
                </c:pt>
                <c:pt idx="6">
                  <c:v>1.374734513274336</c:v>
                </c:pt>
                <c:pt idx="7">
                  <c:v>1.374734513274336</c:v>
                </c:pt>
                <c:pt idx="8">
                  <c:v>1.374734513274336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872960693394208"/>
          <c:min val="1.242186203452703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1.2968932038834953</c:v>
                </c:pt>
                <c:pt idx="1">
                  <c:v>1.3835549132947977</c:v>
                </c:pt>
                <c:pt idx="2">
                  <c:v>1.4527419354838709</c:v>
                </c:pt>
                <c:pt idx="3">
                  <c:v>1.3560913705583755</c:v>
                </c:pt>
                <c:pt idx="4">
                  <c:v>1.272883435582822</c:v>
                </c:pt>
                <c:pt idx="5">
                  <c:v>1.4657920792079207</c:v>
                </c:pt>
                <c:pt idx="6">
                  <c:v>1.5742705570291777</c:v>
                </c:pt>
                <c:pt idx="7">
                  <c:v>1.6565988372093023</c:v>
                </c:pt>
                <c:pt idx="8">
                  <c:v>1.4058823529411764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872960693394208"/>
          <c:min val="1.242186203452703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1.2320717131474106</c:v>
                </c:pt>
                <c:pt idx="1">
                  <c:v>1.2320717131474106</c:v>
                </c:pt>
                <c:pt idx="2">
                  <c:v>1.2320717131474106</c:v>
                </c:pt>
                <c:pt idx="3">
                  <c:v>1.2320717131474106</c:v>
                </c:pt>
                <c:pt idx="4">
                  <c:v>1.2320717131474106</c:v>
                </c:pt>
                <c:pt idx="5">
                  <c:v>1.2320717131474106</c:v>
                </c:pt>
                <c:pt idx="6">
                  <c:v>1.2320717131474106</c:v>
                </c:pt>
                <c:pt idx="7">
                  <c:v>1.2320717131474106</c:v>
                </c:pt>
                <c:pt idx="8">
                  <c:v>1.2320717131474106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228636931695756"/>
          <c:min val="1.18477905623787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1.208095238095238</c:v>
                </c:pt>
                <c:pt idx="1">
                  <c:v>1.2542997542997543</c:v>
                </c:pt>
                <c:pt idx="2">
                  <c:v>1.23446261682243</c:v>
                </c:pt>
                <c:pt idx="3">
                  <c:v>1.2625570776255708</c:v>
                </c:pt>
                <c:pt idx="4">
                  <c:v>1.2171394799054374</c:v>
                </c:pt>
                <c:pt idx="5">
                  <c:v>1.2735507246376812</c:v>
                </c:pt>
                <c:pt idx="6">
                  <c:v>1.3877800407331975</c:v>
                </c:pt>
                <c:pt idx="7">
                  <c:v>1.4995475113122172</c:v>
                </c:pt>
                <c:pt idx="8">
                  <c:v>1.2453229398663697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228636931695756"/>
          <c:min val="1.18477905623787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1.64759697256386</c:v>
                </c:pt>
                <c:pt idx="1">
                  <c:v>1.64759697256386</c:v>
                </c:pt>
                <c:pt idx="2">
                  <c:v>1.64759697256386</c:v>
                </c:pt>
                <c:pt idx="3">
                  <c:v>1.64759697256386</c:v>
                </c:pt>
                <c:pt idx="4">
                  <c:v>1.64759697256386</c:v>
                </c:pt>
                <c:pt idx="5">
                  <c:v>1.64759697256386</c:v>
                </c:pt>
                <c:pt idx="6">
                  <c:v>1.64759697256386</c:v>
                </c:pt>
                <c:pt idx="7">
                  <c:v>1.64759697256386</c:v>
                </c:pt>
                <c:pt idx="8">
                  <c:v>1.64759697256386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69813958721564"/>
          <c:min val="1.546611975668928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1.575798319327731</c:v>
                </c:pt>
                <c:pt idx="1">
                  <c:v>1.6981651376146787</c:v>
                </c:pt>
                <c:pt idx="2">
                  <c:v>1.6719839142091153</c:v>
                </c:pt>
                <c:pt idx="3">
                  <c:v>1.9406276150627615</c:v>
                </c:pt>
                <c:pt idx="4">
                  <c:v>1.7418429003021147</c:v>
                </c:pt>
                <c:pt idx="5">
                  <c:v>1.6785185185185185</c:v>
                </c:pt>
                <c:pt idx="6">
                  <c:v>1.8784676354029062</c:v>
                </c:pt>
                <c:pt idx="7">
                  <c:v>1.8579465541490858</c:v>
                </c:pt>
                <c:pt idx="8">
                  <c:v>1.6184249628528975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69813958721564"/>
          <c:min val="1.546611975668928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6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115.0490765117863</c:v>
                </c:pt>
                <c:pt idx="1">
                  <c:v>115.42740201932472</c:v>
                </c:pt>
                <c:pt idx="2">
                  <c:v>113.74017173105446</c:v>
                </c:pt>
                <c:pt idx="3">
                  <c:v>112.06231482851163</c:v>
                </c:pt>
                <c:pt idx="4">
                  <c:v>116.89331309553924</c:v>
                </c:pt>
                <c:pt idx="5">
                  <c:v>120.40416426193119</c:v>
                </c:pt>
                <c:pt idx="6">
                  <c:v>124.99917591125198</c:v>
                </c:pt>
                <c:pt idx="7">
                  <c:v>117.80952859055269</c:v>
                </c:pt>
                <c:pt idx="8">
                  <c:v>116.92744389759336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135.50618900582526</c:v>
                </c:pt>
                <c:pt idx="1">
                  <c:v>139.43354100521177</c:v>
                </c:pt>
                <c:pt idx="2">
                  <c:v>143.04070476965322</c:v>
                </c:pt>
                <c:pt idx="3">
                  <c:v>144.27756894597658</c:v>
                </c:pt>
                <c:pt idx="4">
                  <c:v>143.9452209905324</c:v>
                </c:pt>
                <c:pt idx="5">
                  <c:v>143.4172847205565</c:v>
                </c:pt>
                <c:pt idx="6">
                  <c:v>148.4194108316338</c:v>
                </c:pt>
                <c:pt idx="7">
                  <c:v>146.32433479457643</c:v>
                </c:pt>
                <c:pt idx="8">
                  <c:v>148.9747782648588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1.92777533976658"/>
          <c:min val="109.1093177536038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6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182.378309250955</c:v>
                </c:pt>
                <c:pt idx="1">
                  <c:v>185.81206874921588</c:v>
                </c:pt>
                <c:pt idx="2">
                  <c:v>185.37376040535648</c:v>
                </c:pt>
                <c:pt idx="3">
                  <c:v>172.41419053964023</c:v>
                </c:pt>
                <c:pt idx="4">
                  <c:v>177.73820485744454</c:v>
                </c:pt>
                <c:pt idx="5">
                  <c:v>178.48273178963157</c:v>
                </c:pt>
                <c:pt idx="6">
                  <c:v>172.32784903280066</c:v>
                </c:pt>
                <c:pt idx="7">
                  <c:v>184.52138274477016</c:v>
                </c:pt>
                <c:pt idx="8">
                  <c:v>195.6911579184501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208.9492918178626</c:v>
                </c:pt>
                <c:pt idx="1">
                  <c:v>217.9379829257705</c:v>
                </c:pt>
                <c:pt idx="2">
                  <c:v>223.98379699248122</c:v>
                </c:pt>
                <c:pt idx="3">
                  <c:v>226.2475382875938</c:v>
                </c:pt>
                <c:pt idx="4">
                  <c:v>219.74642583470168</c:v>
                </c:pt>
                <c:pt idx="5">
                  <c:v>224.43341441458693</c:v>
                </c:pt>
                <c:pt idx="6">
                  <c:v>228.6857179372484</c:v>
                </c:pt>
                <c:pt idx="7">
                  <c:v>221.59294258373205</c:v>
                </c:pt>
                <c:pt idx="8">
                  <c:v>226.9213371266003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3.1943474496042"/>
          <c:min val="167.8192195204448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6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135.9761581587489</c:v>
                </c:pt>
                <c:pt idx="1">
                  <c:v>145.32653160453808</c:v>
                </c:pt>
                <c:pt idx="2">
                  <c:v>152.08800410617394</c:v>
                </c:pt>
                <c:pt idx="3">
                  <c:v>135.25783423218846</c:v>
                </c:pt>
                <c:pt idx="4">
                  <c:v>150.41921044451354</c:v>
                </c:pt>
                <c:pt idx="5">
                  <c:v>129.6778671403431</c:v>
                </c:pt>
                <c:pt idx="6">
                  <c:v>146.4719536903039</c:v>
                </c:pt>
                <c:pt idx="7">
                  <c:v>129.1160210605491</c:v>
                </c:pt>
                <c:pt idx="8">
                  <c:v>122.60498273310311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157.13454336399474</c:v>
                </c:pt>
                <c:pt idx="1">
                  <c:v>170.8547540513409</c:v>
                </c:pt>
                <c:pt idx="2">
                  <c:v>178.13305744286595</c:v>
                </c:pt>
                <c:pt idx="3">
                  <c:v>176.06865429917548</c:v>
                </c:pt>
                <c:pt idx="4">
                  <c:v>162.57445162926334</c:v>
                </c:pt>
                <c:pt idx="5">
                  <c:v>161.11247646541983</c:v>
                </c:pt>
                <c:pt idx="6">
                  <c:v>166.88648570603522</c:v>
                </c:pt>
                <c:pt idx="7">
                  <c:v>177.20261660978383</c:v>
                </c:pt>
                <c:pt idx="8">
                  <c:v>158.27184222676607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2.57530341964699"/>
          <c:min val="118.1627367563220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149.32348698651614</c:v>
                </c:pt>
                <c:pt idx="1">
                  <c:v>144.24817730225448</c:v>
                </c:pt>
                <c:pt idx="2">
                  <c:v>146.24885807504077</c:v>
                </c:pt>
                <c:pt idx="3">
                  <c:v>149.52470581099115</c:v>
                </c:pt>
                <c:pt idx="4">
                  <c:v>153.20146664239874</c:v>
                </c:pt>
                <c:pt idx="5">
                  <c:v>161.97568208778173</c:v>
                </c:pt>
                <c:pt idx="6">
                  <c:v>158.05879924780993</c:v>
                </c:pt>
                <c:pt idx="7">
                  <c:v>161.12207531403308</c:v>
                </c:pt>
                <c:pt idx="8">
                  <c:v>160.98694664803955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170.91694630872482</c:v>
                </c:pt>
                <c:pt idx="1">
                  <c:v>174.94393030380394</c:v>
                </c:pt>
                <c:pt idx="2">
                  <c:v>171.33260055096417</c:v>
                </c:pt>
                <c:pt idx="3">
                  <c:v>169.3619524405507</c:v>
                </c:pt>
                <c:pt idx="4">
                  <c:v>178.97402165816766</c:v>
                </c:pt>
                <c:pt idx="5">
                  <c:v>176.8534134157945</c:v>
                </c:pt>
                <c:pt idx="6">
                  <c:v>178.75288589721362</c:v>
                </c:pt>
                <c:pt idx="7">
                  <c:v>178.72942668879108</c:v>
                </c:pt>
                <c:pt idx="8">
                  <c:v>183.27923149141628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6.40171582654924"/>
          <c:min val="141.125692967121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120.28595760535457</c:v>
                </c:pt>
                <c:pt idx="1">
                  <c:v>119.36131078561068</c:v>
                </c:pt>
                <c:pt idx="2">
                  <c:v>116.55148894993131</c:v>
                </c:pt>
                <c:pt idx="3">
                  <c:v>120.82567830715307</c:v>
                </c:pt>
                <c:pt idx="4">
                  <c:v>120.04367757182314</c:v>
                </c:pt>
                <c:pt idx="5">
                  <c:v>125.28135010084232</c:v>
                </c:pt>
                <c:pt idx="6">
                  <c:v>124.02800912490044</c:v>
                </c:pt>
                <c:pt idx="7">
                  <c:v>128.16003592396987</c:v>
                </c:pt>
                <c:pt idx="8">
                  <c:v>124.94907215272427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139.84328492235485</c:v>
                </c:pt>
                <c:pt idx="1">
                  <c:v>139.96295118099502</c:v>
                </c:pt>
                <c:pt idx="2">
                  <c:v>138.48360527550435</c:v>
                </c:pt>
                <c:pt idx="3">
                  <c:v>142.01903103490912</c:v>
                </c:pt>
                <c:pt idx="4">
                  <c:v>138.2017720724959</c:v>
                </c:pt>
                <c:pt idx="5">
                  <c:v>134.06053794106134</c:v>
                </c:pt>
                <c:pt idx="6">
                  <c:v>140.50752004309004</c:v>
                </c:pt>
                <c:pt idx="7">
                  <c:v>139.84048323769255</c:v>
                </c:pt>
                <c:pt idx="8">
                  <c:v>139.0465188851824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4.05643440170735"/>
          <c:min val="114.514085583133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6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189.671764500958</c:v>
                </c:pt>
                <c:pt idx="1">
                  <c:v>190.39173783554565</c:v>
                </c:pt>
                <c:pt idx="2">
                  <c:v>186.32210326709594</c:v>
                </c:pt>
                <c:pt idx="3">
                  <c:v>189.28632380554976</c:v>
                </c:pt>
                <c:pt idx="4">
                  <c:v>187.42900707361804</c:v>
                </c:pt>
                <c:pt idx="5">
                  <c:v>190.19035063113603</c:v>
                </c:pt>
                <c:pt idx="6">
                  <c:v>188.12056584547142</c:v>
                </c:pt>
                <c:pt idx="7">
                  <c:v>185.7948927019399</c:v>
                </c:pt>
                <c:pt idx="8">
                  <c:v>158.9534508665518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146.10917942519472</c:v>
                </c:pt>
                <c:pt idx="1">
                  <c:v>139.31016738481938</c:v>
                </c:pt>
                <c:pt idx="2">
                  <c:v>141.53525925925928</c:v>
                </c:pt>
                <c:pt idx="3">
                  <c:v>149.0938108315364</c:v>
                </c:pt>
                <c:pt idx="4">
                  <c:v>157.86236726813692</c:v>
                </c:pt>
                <c:pt idx="5">
                  <c:v>155.1640949727532</c:v>
                </c:pt>
                <c:pt idx="6">
                  <c:v>145.80333762018492</c:v>
                </c:pt>
                <c:pt idx="7">
                  <c:v>147.881053660003</c:v>
                </c:pt>
                <c:pt idx="8">
                  <c:v>159.61675912057146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4.47826347160375"/>
          <c:min val="135.223641748761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6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149.05162698127234</c:v>
                </c:pt>
                <c:pt idx="1">
                  <c:v>150.05470665521773</c:v>
                </c:pt>
                <c:pt idx="2">
                  <c:v>145.77087642896024</c:v>
                </c:pt>
                <c:pt idx="3">
                  <c:v>145.12440045759388</c:v>
                </c:pt>
                <c:pt idx="4">
                  <c:v>146.24468073668706</c:v>
                </c:pt>
                <c:pt idx="5">
                  <c:v>148.79892211772167</c:v>
                </c:pt>
                <c:pt idx="6">
                  <c:v>151.5719754977029</c:v>
                </c:pt>
                <c:pt idx="7">
                  <c:v>152.7365543761408</c:v>
                </c:pt>
                <c:pt idx="8">
                  <c:v>148.8406328140027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139.5087531701967</c:v>
                </c:pt>
                <c:pt idx="1">
                  <c:v>141.1091985732381</c:v>
                </c:pt>
                <c:pt idx="2">
                  <c:v>142.5638498875024</c:v>
                </c:pt>
                <c:pt idx="3">
                  <c:v>135.65051719990376</c:v>
                </c:pt>
                <c:pt idx="4">
                  <c:v>135.4198399188729</c:v>
                </c:pt>
                <c:pt idx="5">
                  <c:v>141.8193831391364</c:v>
                </c:pt>
                <c:pt idx="6">
                  <c:v>137.29292964550493</c:v>
                </c:pt>
                <c:pt idx="7">
                  <c:v>138.06952908587257</c:v>
                </c:pt>
                <c:pt idx="8">
                  <c:v>134.5364728240213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4.19256090031035"/>
          <c:min val="133.0804662998517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7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210.02027815163748</c:v>
                </c:pt>
                <c:pt idx="1">
                  <c:v>222.79977355553197</c:v>
                </c:pt>
                <c:pt idx="2">
                  <c:v>225.26684543761638</c:v>
                </c:pt>
                <c:pt idx="3">
                  <c:v>227.9249692496925</c:v>
                </c:pt>
                <c:pt idx="4">
                  <c:v>223.36578823084912</c:v>
                </c:pt>
                <c:pt idx="5">
                  <c:v>218.08357952593607</c:v>
                </c:pt>
                <c:pt idx="6">
                  <c:v>218.64701325529353</c:v>
                </c:pt>
                <c:pt idx="7">
                  <c:v>231.49782975212543</c:v>
                </c:pt>
                <c:pt idx="8">
                  <c:v>221.1602813990173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233.40259197324417</c:v>
                </c:pt>
                <c:pt idx="1">
                  <c:v>234.50396825396825</c:v>
                </c:pt>
                <c:pt idx="2">
                  <c:v>228.27734493192133</c:v>
                </c:pt>
                <c:pt idx="3">
                  <c:v>220.45446566560454</c:v>
                </c:pt>
                <c:pt idx="4">
                  <c:v>197.96650892948708</c:v>
                </c:pt>
                <c:pt idx="5">
                  <c:v>195.17352900794802</c:v>
                </c:pt>
                <c:pt idx="6">
                  <c:v>195.53025739102716</c:v>
                </c:pt>
                <c:pt idx="7">
                  <c:v>200.40652989960716</c:v>
                </c:pt>
                <c:pt idx="8">
                  <c:v>201.48198896932092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7.65040339364987"/>
          <c:min val="192.02709386826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7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135.95224693599636</c:v>
                </c:pt>
                <c:pt idx="1">
                  <c:v>146.28303797468354</c:v>
                </c:pt>
                <c:pt idx="2">
                  <c:v>137.80938727415554</c:v>
                </c:pt>
                <c:pt idx="3">
                  <c:v>161.6775</c:v>
                </c:pt>
                <c:pt idx="4">
                  <c:v>144.15841349944802</c:v>
                </c:pt>
                <c:pt idx="5">
                  <c:v>134.06040929649365</c:v>
                </c:pt>
                <c:pt idx="6">
                  <c:v>132.43538772481898</c:v>
                </c:pt>
                <c:pt idx="7">
                  <c:v>134.92880555555556</c:v>
                </c:pt>
                <c:pt idx="8">
                  <c:v>112.02649722465672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120.36806587019696</c:v>
                </c:pt>
                <c:pt idx="1">
                  <c:v>139.80581639803785</c:v>
                </c:pt>
                <c:pt idx="2">
                  <c:v>136.80905048391315</c:v>
                </c:pt>
                <c:pt idx="3">
                  <c:v>110.65253752680486</c:v>
                </c:pt>
                <c:pt idx="4">
                  <c:v>133.05447635135135</c:v>
                </c:pt>
                <c:pt idx="5">
                  <c:v>127.42230869001298</c:v>
                </c:pt>
                <c:pt idx="6">
                  <c:v>138.17566511099002</c:v>
                </c:pt>
                <c:pt idx="7">
                  <c:v>137.32795302394192</c:v>
                </c:pt>
                <c:pt idx="8">
                  <c:v>132.88080301129236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5.75949699785562"/>
          <c:min val="106.5705405289492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7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275.43518541485804</c:v>
                </c:pt>
                <c:pt idx="1">
                  <c:v>278.96533725524125</c:v>
                </c:pt>
                <c:pt idx="2">
                  <c:v>281.04521802806585</c:v>
                </c:pt>
                <c:pt idx="3">
                  <c:v>277.04081048412746</c:v>
                </c:pt>
                <c:pt idx="4">
                  <c:v>280.5210240144993</c:v>
                </c:pt>
                <c:pt idx="5">
                  <c:v>280.0300535169323</c:v>
                </c:pt>
                <c:pt idx="6">
                  <c:v>276.67996197890733</c:v>
                </c:pt>
                <c:pt idx="7">
                  <c:v>279.468018770381</c:v>
                </c:pt>
                <c:pt idx="8">
                  <c:v>282.0193477944388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265.50311630536123</c:v>
                </c:pt>
                <c:pt idx="1">
                  <c:v>278.2414332518731</c:v>
                </c:pt>
                <c:pt idx="2">
                  <c:v>265.00448042586225</c:v>
                </c:pt>
                <c:pt idx="3">
                  <c:v>264.73533636671306</c:v>
                </c:pt>
                <c:pt idx="4">
                  <c:v>263.85041569894645</c:v>
                </c:pt>
                <c:pt idx="5">
                  <c:v>259.2235124785078</c:v>
                </c:pt>
                <c:pt idx="6">
                  <c:v>260.7835021937597</c:v>
                </c:pt>
                <c:pt idx="7">
                  <c:v>272.0381843923673</c:v>
                </c:pt>
                <c:pt idx="8">
                  <c:v>268.1255393717244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83.84301461971324"/>
          <c:min val="257.399845653233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7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128.27146690100687</c:v>
                </c:pt>
                <c:pt idx="1">
                  <c:v>128.27146690100687</c:v>
                </c:pt>
                <c:pt idx="2">
                  <c:v>128.27146690100687</c:v>
                </c:pt>
                <c:pt idx="3">
                  <c:v>128.27146690100687</c:v>
                </c:pt>
                <c:pt idx="4">
                  <c:v>128.27146690100687</c:v>
                </c:pt>
                <c:pt idx="5">
                  <c:v>128.27146690100687</c:v>
                </c:pt>
                <c:pt idx="6">
                  <c:v>128.27146690100687</c:v>
                </c:pt>
                <c:pt idx="7">
                  <c:v>128.27146690100687</c:v>
                </c:pt>
                <c:pt idx="8">
                  <c:v>128.27146690100687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3.9701108146142"/>
          <c:min val="123.088977916277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7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133.50852736170845</c:v>
                </c:pt>
                <c:pt idx="1">
                  <c:v>124.52905604719764</c:v>
                </c:pt>
                <c:pt idx="2">
                  <c:v>125.66441779876723</c:v>
                </c:pt>
                <c:pt idx="3">
                  <c:v>131.4519062005467</c:v>
                </c:pt>
                <c:pt idx="4">
                  <c:v>132.6886803693774</c:v>
                </c:pt>
                <c:pt idx="5">
                  <c:v>140.1975303339418</c:v>
                </c:pt>
                <c:pt idx="6">
                  <c:v>142.53003268369446</c:v>
                </c:pt>
                <c:pt idx="7">
                  <c:v>141.47412587412586</c:v>
                </c:pt>
                <c:pt idx="8">
                  <c:v>141.50217039196633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3.9701108146142"/>
          <c:min val="123.088977916277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7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227.33972938993</c:v>
                </c:pt>
                <c:pt idx="1">
                  <c:v>227.33972938993</c:v>
                </c:pt>
                <c:pt idx="2">
                  <c:v>227.33972938993</c:v>
                </c:pt>
                <c:pt idx="3">
                  <c:v>227.33972938993</c:v>
                </c:pt>
                <c:pt idx="4">
                  <c:v>227.33972938993</c:v>
                </c:pt>
                <c:pt idx="5">
                  <c:v>227.33972938993</c:v>
                </c:pt>
                <c:pt idx="6">
                  <c:v>227.33972938993</c:v>
                </c:pt>
                <c:pt idx="7">
                  <c:v>227.33972938993</c:v>
                </c:pt>
                <c:pt idx="8">
                  <c:v>227.33972938993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0.10724380275198"/>
          <c:min val="218.166695060436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7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226.99655601837938</c:v>
                </c:pt>
                <c:pt idx="1">
                  <c:v>230.6832340523972</c:v>
                </c:pt>
                <c:pt idx="2">
                  <c:v>225.44062666768312</c:v>
                </c:pt>
                <c:pt idx="3">
                  <c:v>220.3694915254237</c:v>
                </c:pt>
                <c:pt idx="4">
                  <c:v>229.04754684838161</c:v>
                </c:pt>
                <c:pt idx="5">
                  <c:v>247.9044473377647</c:v>
                </c:pt>
                <c:pt idx="6">
                  <c:v>243.19138102761363</c:v>
                </c:pt>
                <c:pt idx="7">
                  <c:v>243.7889909692768</c:v>
                </c:pt>
                <c:pt idx="8">
                  <c:v>245.53794655414907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0.10724380275198"/>
          <c:min val="218.166695060436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7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139.3981819539261</c:v>
                </c:pt>
                <c:pt idx="1">
                  <c:v>139.3981819539261</c:v>
                </c:pt>
                <c:pt idx="2">
                  <c:v>139.3981819539261</c:v>
                </c:pt>
                <c:pt idx="3">
                  <c:v>139.3981819539261</c:v>
                </c:pt>
                <c:pt idx="4">
                  <c:v>139.3981819539261</c:v>
                </c:pt>
                <c:pt idx="5">
                  <c:v>139.3981819539261</c:v>
                </c:pt>
                <c:pt idx="6">
                  <c:v>139.3981819539261</c:v>
                </c:pt>
                <c:pt idx="7">
                  <c:v>139.3981819539261</c:v>
                </c:pt>
                <c:pt idx="8">
                  <c:v>139.3981819539261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0.0522654055815"/>
          <c:min val="134.428701865102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7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135.50618900582526</c:v>
                </c:pt>
                <c:pt idx="1">
                  <c:v>139.43354100521177</c:v>
                </c:pt>
                <c:pt idx="2">
                  <c:v>143.04070476965322</c:v>
                </c:pt>
                <c:pt idx="3">
                  <c:v>144.27756894597658</c:v>
                </c:pt>
                <c:pt idx="4">
                  <c:v>143.9452209905324</c:v>
                </c:pt>
                <c:pt idx="5">
                  <c:v>143.4172847205565</c:v>
                </c:pt>
                <c:pt idx="6">
                  <c:v>148.4194108316338</c:v>
                </c:pt>
                <c:pt idx="7">
                  <c:v>146.32433479457643</c:v>
                </c:pt>
                <c:pt idx="8">
                  <c:v>148.9747782648588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0.0522654055815"/>
          <c:min val="134.428701865102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7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142.55509144834403</c:v>
                </c:pt>
                <c:pt idx="1">
                  <c:v>142.55509144834403</c:v>
                </c:pt>
                <c:pt idx="2">
                  <c:v>142.55509144834403</c:v>
                </c:pt>
                <c:pt idx="3">
                  <c:v>142.55509144834403</c:v>
                </c:pt>
                <c:pt idx="4">
                  <c:v>142.55509144834403</c:v>
                </c:pt>
                <c:pt idx="5">
                  <c:v>142.55509144834403</c:v>
                </c:pt>
                <c:pt idx="6">
                  <c:v>142.55509144834403</c:v>
                </c:pt>
                <c:pt idx="7">
                  <c:v>142.55509144834403</c:v>
                </c:pt>
                <c:pt idx="8">
                  <c:v>142.55509144834403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1.24128645943162"/>
          <c:min val="137.685640045959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8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146.10917942519472</c:v>
                </c:pt>
                <c:pt idx="1">
                  <c:v>139.31016738481938</c:v>
                </c:pt>
                <c:pt idx="2">
                  <c:v>141.53525925925928</c:v>
                </c:pt>
                <c:pt idx="3">
                  <c:v>149.0938108315364</c:v>
                </c:pt>
                <c:pt idx="4">
                  <c:v>157.86236726813692</c:v>
                </c:pt>
                <c:pt idx="5">
                  <c:v>155.1640949727532</c:v>
                </c:pt>
                <c:pt idx="6">
                  <c:v>145.80333762018492</c:v>
                </c:pt>
                <c:pt idx="7">
                  <c:v>147.881053660003</c:v>
                </c:pt>
                <c:pt idx="8">
                  <c:v>159.61675912057146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1.24128645943162"/>
          <c:min val="137.685640045959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8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139.08600161681488</c:v>
                </c:pt>
                <c:pt idx="1">
                  <c:v>139.08600161681488</c:v>
                </c:pt>
                <c:pt idx="2">
                  <c:v>139.08600161681488</c:v>
                </c:pt>
                <c:pt idx="3">
                  <c:v>139.08600161681488</c:v>
                </c:pt>
                <c:pt idx="4">
                  <c:v>139.08600161681488</c:v>
                </c:pt>
                <c:pt idx="5">
                  <c:v>139.08600161681488</c:v>
                </c:pt>
                <c:pt idx="6">
                  <c:v>139.08600161681488</c:v>
                </c:pt>
                <c:pt idx="7">
                  <c:v>139.08600161681488</c:v>
                </c:pt>
                <c:pt idx="8">
                  <c:v>139.08600161681488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8.92970204043894"/>
          <c:min val="133.7665401148094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8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141.29899487583762</c:v>
                </c:pt>
                <c:pt idx="1">
                  <c:v>141.12609206660136</c:v>
                </c:pt>
                <c:pt idx="2">
                  <c:v>134.98959023374655</c:v>
                </c:pt>
                <c:pt idx="3">
                  <c:v>134.82066907775769</c:v>
                </c:pt>
                <c:pt idx="4">
                  <c:v>134.81227542002526</c:v>
                </c:pt>
                <c:pt idx="5">
                  <c:v>141.9157515410147</c:v>
                </c:pt>
                <c:pt idx="6">
                  <c:v>145.1528764308776</c:v>
                </c:pt>
                <c:pt idx="7">
                  <c:v>145.4075890162945</c:v>
                </c:pt>
                <c:pt idx="8">
                  <c:v>147.8839667352231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8.92970204043894"/>
          <c:min val="133.7665401148094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8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129.88619164619163</c:v>
                </c:pt>
                <c:pt idx="1">
                  <c:v>169.77989189189188</c:v>
                </c:pt>
                <c:pt idx="2">
                  <c:v>165.71442857142856</c:v>
                </c:pt>
                <c:pt idx="3">
                  <c:v>168.16574610244987</c:v>
                </c:pt>
                <c:pt idx="4">
                  <c:v>186.088149882904</c:v>
                </c:pt>
                <c:pt idx="5">
                  <c:v>186.8659170305677</c:v>
                </c:pt>
                <c:pt idx="6">
                  <c:v>197.29289954337898</c:v>
                </c:pt>
                <c:pt idx="7">
                  <c:v>153.2679952267303</c:v>
                </c:pt>
                <c:pt idx="8">
                  <c:v>185.71292929292932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210.5308009708738</c:v>
                </c:pt>
                <c:pt idx="1">
                  <c:v>236.76679190751443</c:v>
                </c:pt>
                <c:pt idx="2">
                  <c:v>242.74465053763439</c:v>
                </c:pt>
                <c:pt idx="3">
                  <c:v>227.9738578680203</c:v>
                </c:pt>
                <c:pt idx="4">
                  <c:v>215.10911042944787</c:v>
                </c:pt>
                <c:pt idx="5">
                  <c:v>240.19306930693068</c:v>
                </c:pt>
                <c:pt idx="6">
                  <c:v>256.0121485411141</c:v>
                </c:pt>
                <c:pt idx="7">
                  <c:v>286.0521511627907</c:v>
                </c:pt>
                <c:pt idx="8">
                  <c:v>228.38080213903743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8.54542792411866"/>
          <c:min val="117.392914884863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8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292.58615873015873</c:v>
                </c:pt>
                <c:pt idx="1">
                  <c:v>337.091992481203</c:v>
                </c:pt>
                <c:pt idx="2">
                  <c:v>362.6182167832168</c:v>
                </c:pt>
                <c:pt idx="3">
                  <c:v>295.9710248447205</c:v>
                </c:pt>
                <c:pt idx="4">
                  <c:v>329.18272108843536</c:v>
                </c:pt>
                <c:pt idx="5">
                  <c:v>294.19940298507464</c:v>
                </c:pt>
                <c:pt idx="6">
                  <c:v>344.25891156462586</c:v>
                </c:pt>
                <c:pt idx="7">
                  <c:v>261.07946768060833</c:v>
                </c:pt>
                <c:pt idx="8">
                  <c:v>217.04829694323143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335.6614385964912</c:v>
                </c:pt>
                <c:pt idx="1">
                  <c:v>461.77139534883725</c:v>
                </c:pt>
                <c:pt idx="2">
                  <c:v>468.17762987012986</c:v>
                </c:pt>
                <c:pt idx="3">
                  <c:v>431.71779783393504</c:v>
                </c:pt>
                <c:pt idx="4">
                  <c:v>453.08293286219083</c:v>
                </c:pt>
                <c:pt idx="5">
                  <c:v>383.1591343283582</c:v>
                </c:pt>
                <c:pt idx="6">
                  <c:v>364.6232807570978</c:v>
                </c:pt>
                <c:pt idx="7">
                  <c:v>475.6064122137405</c:v>
                </c:pt>
                <c:pt idx="8">
                  <c:v>393.37039344262297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96.2910614353812"/>
          <c:min val="196.363647721590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162.29102333931777</c:v>
                </c:pt>
                <c:pt idx="1">
                  <c:v>155.0486128364389</c:v>
                </c:pt>
                <c:pt idx="2">
                  <c:v>147.5827470355731</c:v>
                </c:pt>
                <c:pt idx="3">
                  <c:v>165.31442273534637</c:v>
                </c:pt>
                <c:pt idx="4">
                  <c:v>149.77101243339254</c:v>
                </c:pt>
                <c:pt idx="5">
                  <c:v>159.39569811320754</c:v>
                </c:pt>
                <c:pt idx="6">
                  <c:v>173.36541509433962</c:v>
                </c:pt>
                <c:pt idx="7">
                  <c:v>189.70228174603173</c:v>
                </c:pt>
                <c:pt idx="8">
                  <c:v>167.92956175298804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211.2088788426763</c:v>
                </c:pt>
                <c:pt idx="1">
                  <c:v>240.61326171875</c:v>
                </c:pt>
                <c:pt idx="2">
                  <c:v>217.03684640522874</c:v>
                </c:pt>
                <c:pt idx="3">
                  <c:v>229.33828618968386</c:v>
                </c:pt>
                <c:pt idx="4">
                  <c:v>225.96749084249083</c:v>
                </c:pt>
                <c:pt idx="5">
                  <c:v>204.90637606837606</c:v>
                </c:pt>
                <c:pt idx="6">
                  <c:v>226.83740802675584</c:v>
                </c:pt>
                <c:pt idx="7">
                  <c:v>213.96110905730131</c:v>
                </c:pt>
                <c:pt idx="8">
                  <c:v>231.98551166965888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48.05570289340417"/>
          <c:min val="140.140305860918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135.6815931372549</c:v>
                </c:pt>
                <c:pt idx="1">
                  <c:v>147.02808988764045</c:v>
                </c:pt>
                <c:pt idx="2">
                  <c:v>136.36668202764977</c:v>
                </c:pt>
                <c:pt idx="3">
                  <c:v>154.5056690997567</c:v>
                </c:pt>
                <c:pt idx="4">
                  <c:v>139.04097065462753</c:v>
                </c:pt>
                <c:pt idx="5">
                  <c:v>127.37285382830626</c:v>
                </c:pt>
                <c:pt idx="6">
                  <c:v>135.22974025974025</c:v>
                </c:pt>
                <c:pt idx="7">
                  <c:v>165.37936018957345</c:v>
                </c:pt>
                <c:pt idx="8">
                  <c:v>131.10103524229075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170.70264285714285</c:v>
                </c:pt>
                <c:pt idx="1">
                  <c:v>177.0144226044226</c:v>
                </c:pt>
                <c:pt idx="2">
                  <c:v>166.6396028037383</c:v>
                </c:pt>
                <c:pt idx="3">
                  <c:v>170.2187899543379</c:v>
                </c:pt>
                <c:pt idx="4">
                  <c:v>164.08534278959812</c:v>
                </c:pt>
                <c:pt idx="5">
                  <c:v>180.7369082125604</c:v>
                </c:pt>
                <c:pt idx="6">
                  <c:v>201.44026476578412</c:v>
                </c:pt>
                <c:pt idx="7">
                  <c:v>218.0455882352941</c:v>
                </c:pt>
                <c:pt idx="8">
                  <c:v>184.16329621380848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5.29940698785313"/>
          <c:min val="120.1190350757472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279.12813599062133</c:v>
                </c:pt>
                <c:pt idx="1">
                  <c:v>245.12823376623376</c:v>
                </c:pt>
                <c:pt idx="2">
                  <c:v>280.15796875</c:v>
                </c:pt>
                <c:pt idx="3">
                  <c:v>279.8029852440409</c:v>
                </c:pt>
                <c:pt idx="4">
                  <c:v>311.00628128724674</c:v>
                </c:pt>
                <c:pt idx="5">
                  <c:v>301.46409090909094</c:v>
                </c:pt>
                <c:pt idx="6">
                  <c:v>296.7169987699877</c:v>
                </c:pt>
                <c:pt idx="7">
                  <c:v>278.3379161816065</c:v>
                </c:pt>
                <c:pt idx="8">
                  <c:v>332.80262086513994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343.9307087628866</c:v>
                </c:pt>
                <c:pt idx="1">
                  <c:v>415.93649468892266</c:v>
                </c:pt>
                <c:pt idx="2">
                  <c:v>374.6610481927711</c:v>
                </c:pt>
                <c:pt idx="3">
                  <c:v>333.4739040207523</c:v>
                </c:pt>
                <c:pt idx="4">
                  <c:v>387.0673605947955</c:v>
                </c:pt>
                <c:pt idx="5">
                  <c:v>376.4515189873418</c:v>
                </c:pt>
                <c:pt idx="6">
                  <c:v>370.5279306071871</c:v>
                </c:pt>
                <c:pt idx="7">
                  <c:v>367.9260272277227</c:v>
                </c:pt>
                <c:pt idx="8">
                  <c:v>376.9737793103448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29.6011555627378"/>
          <c:min val="231.463572892418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290.62976000000003</c:v>
                </c:pt>
                <c:pt idx="1">
                  <c:v>285.3950220264317</c:v>
                </c:pt>
                <c:pt idx="2">
                  <c:v>280.42502202643175</c:v>
                </c:pt>
                <c:pt idx="3">
                  <c:v>321.4882417582417</c:v>
                </c:pt>
                <c:pt idx="4">
                  <c:v>292.63350806451615</c:v>
                </c:pt>
                <c:pt idx="5">
                  <c:v>220.18556016597512</c:v>
                </c:pt>
                <c:pt idx="6">
                  <c:v>226.89375939849623</c:v>
                </c:pt>
                <c:pt idx="7">
                  <c:v>267.67158671586714</c:v>
                </c:pt>
                <c:pt idx="8">
                  <c:v>223.76415322580647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234.84730434782608</c:v>
                </c:pt>
                <c:pt idx="1">
                  <c:v>228.19108108108108</c:v>
                </c:pt>
                <c:pt idx="2">
                  <c:v>197.96091787439616</c:v>
                </c:pt>
                <c:pt idx="3">
                  <c:v>202.15092920353982</c:v>
                </c:pt>
                <c:pt idx="4">
                  <c:v>209.12483568075115</c:v>
                </c:pt>
                <c:pt idx="5">
                  <c:v>262.1806425702811</c:v>
                </c:pt>
                <c:pt idx="6">
                  <c:v>280.343</c:v>
                </c:pt>
                <c:pt idx="7">
                  <c:v>219.08930875576036</c:v>
                </c:pt>
                <c:pt idx="8">
                  <c:v>240.00945054945055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31.37042766894933"/>
          <c:min val="188.078731963688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972.3704294478528</c:v>
                </c:pt>
                <c:pt idx="1">
                  <c:v>869.7270454545454</c:v>
                </c:pt>
                <c:pt idx="2">
                  <c:v>807.1629770992367</c:v>
                </c:pt>
                <c:pt idx="3">
                  <c:v>969.2566433566434</c:v>
                </c:pt>
                <c:pt idx="4">
                  <c:v>876.5754838709678</c:v>
                </c:pt>
                <c:pt idx="5">
                  <c:v>884.1474566473989</c:v>
                </c:pt>
                <c:pt idx="6">
                  <c:v>856.0540853658537</c:v>
                </c:pt>
                <c:pt idx="7">
                  <c:v>699.5857894736841</c:v>
                </c:pt>
                <c:pt idx="8">
                  <c:v>875.0613605442177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812.2049142857142</c:v>
                </c:pt>
                <c:pt idx="1">
                  <c:v>667.2275</c:v>
                </c:pt>
                <c:pt idx="2">
                  <c:v>778.788025477707</c:v>
                </c:pt>
                <c:pt idx="3">
                  <c:v>963.4282208588957</c:v>
                </c:pt>
                <c:pt idx="4">
                  <c:v>925.1539285714285</c:v>
                </c:pt>
                <c:pt idx="5">
                  <c:v>756.4858385093167</c:v>
                </c:pt>
                <c:pt idx="6">
                  <c:v>715.80774566474</c:v>
                </c:pt>
                <c:pt idx="7">
                  <c:v>914.5150531914893</c:v>
                </c:pt>
                <c:pt idx="8">
                  <c:v>793.52921875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96.781863803681"/>
          <c:min val="642.816065644171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285.0538219895288</c:v>
                </c:pt>
                <c:pt idx="1">
                  <c:v>268.5132545201669</c:v>
                </c:pt>
                <c:pt idx="2">
                  <c:v>266.46166101694917</c:v>
                </c:pt>
                <c:pt idx="3">
                  <c:v>219.40733978234582</c:v>
                </c:pt>
                <c:pt idx="4">
                  <c:v>223.84747183979977</c:v>
                </c:pt>
                <c:pt idx="5">
                  <c:v>215.1105964467005</c:v>
                </c:pt>
                <c:pt idx="6">
                  <c:v>202.21748711340206</c:v>
                </c:pt>
                <c:pt idx="7">
                  <c:v>248.33100598802397</c:v>
                </c:pt>
                <c:pt idx="8">
                  <c:v>264.8106159895151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234.72037756202806</c:v>
                </c:pt>
                <c:pt idx="1">
                  <c:v>213.6207242693774</c:v>
                </c:pt>
                <c:pt idx="2">
                  <c:v>206.78852813852814</c:v>
                </c:pt>
                <c:pt idx="3">
                  <c:v>240.97129237288135</c:v>
                </c:pt>
                <c:pt idx="4">
                  <c:v>232.34234972677595</c:v>
                </c:pt>
                <c:pt idx="5">
                  <c:v>256.4467948717949</c:v>
                </c:pt>
                <c:pt idx="6">
                  <c:v>248.00236458333333</c:v>
                </c:pt>
                <c:pt idx="7">
                  <c:v>223.34906923950058</c:v>
                </c:pt>
                <c:pt idx="8">
                  <c:v>246.87454016298022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1.6807287796189"/>
          <c:min val="195.590580323311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244.77371559633028</c:v>
                </c:pt>
                <c:pt idx="1">
                  <c:v>287.37333333333333</c:v>
                </c:pt>
                <c:pt idx="2">
                  <c:v>253.56468085106383</c:v>
                </c:pt>
                <c:pt idx="3">
                  <c:v>285.1451091703057</c:v>
                </c:pt>
                <c:pt idx="4">
                  <c:v>290.9608167330677</c:v>
                </c:pt>
                <c:pt idx="5">
                  <c:v>330.98859060402685</c:v>
                </c:pt>
                <c:pt idx="6">
                  <c:v>290.78504048582994</c:v>
                </c:pt>
                <c:pt idx="7">
                  <c:v>263.88587525150905</c:v>
                </c:pt>
                <c:pt idx="8">
                  <c:v>268.5960532687651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256.01376373626374</c:v>
                </c:pt>
                <c:pt idx="1">
                  <c:v>257.62968</c:v>
                </c:pt>
                <c:pt idx="2">
                  <c:v>318.7755973451328</c:v>
                </c:pt>
                <c:pt idx="3">
                  <c:v>291.4640631163708</c:v>
                </c:pt>
                <c:pt idx="4">
                  <c:v>237.50550755939526</c:v>
                </c:pt>
                <c:pt idx="5">
                  <c:v>251.92837728194726</c:v>
                </c:pt>
                <c:pt idx="6">
                  <c:v>291.90127789046653</c:v>
                </c:pt>
                <c:pt idx="7">
                  <c:v>249.4124672489083</c:v>
                </c:pt>
                <c:pt idx="8">
                  <c:v>279.8449411764706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38.4672372475974"/>
          <c:min val="230.0268609158247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239.46704436860065</c:v>
                </c:pt>
                <c:pt idx="1">
                  <c:v>235.62801343744326</c:v>
                </c:pt>
                <c:pt idx="2">
                  <c:v>242.11747619842996</c:v>
                </c:pt>
                <c:pt idx="3">
                  <c:v>246.8423388305847</c:v>
                </c:pt>
                <c:pt idx="4">
                  <c:v>246.268765141319</c:v>
                </c:pt>
                <c:pt idx="5">
                  <c:v>230.12985269217742</c:v>
                </c:pt>
                <c:pt idx="6">
                  <c:v>220.50669986936643</c:v>
                </c:pt>
                <c:pt idx="7">
                  <c:v>227.80347106055535</c:v>
                </c:pt>
                <c:pt idx="8">
                  <c:v>216.22488791593696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215.14026315789474</c:v>
                </c:pt>
                <c:pt idx="1">
                  <c:v>231.7484196394323</c:v>
                </c:pt>
                <c:pt idx="2">
                  <c:v>238.93588157677718</c:v>
                </c:pt>
                <c:pt idx="3">
                  <c:v>242.59414494823275</c:v>
                </c:pt>
                <c:pt idx="4">
                  <c:v>240.32156913516314</c:v>
                </c:pt>
                <c:pt idx="5">
                  <c:v>233.46378905604232</c:v>
                </c:pt>
                <c:pt idx="6">
                  <c:v>210.3945931341386</c:v>
                </c:pt>
                <c:pt idx="7">
                  <c:v>220.89620700486884</c:v>
                </c:pt>
                <c:pt idx="8">
                  <c:v>215.4955898975627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49.7581584863004"/>
          <c:min val="207.478773478422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223.94994809688583</c:v>
                </c:pt>
                <c:pt idx="1">
                  <c:v>223.94994809688583</c:v>
                </c:pt>
                <c:pt idx="2">
                  <c:v>223.94994809688583</c:v>
                </c:pt>
                <c:pt idx="3">
                  <c:v>223.94994809688583</c:v>
                </c:pt>
                <c:pt idx="4">
                  <c:v>223.94994809688583</c:v>
                </c:pt>
                <c:pt idx="5">
                  <c:v>223.94994809688583</c:v>
                </c:pt>
                <c:pt idx="6">
                  <c:v>223.94994809688583</c:v>
                </c:pt>
                <c:pt idx="7">
                  <c:v>223.94994809688583</c:v>
                </c:pt>
                <c:pt idx="8">
                  <c:v>223.94994809688583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17.99051456579116"/>
          <c:min val="189.618106634270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9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204.29401384083044</c:v>
                </c:pt>
                <c:pt idx="1">
                  <c:v>212.2406936416185</c:v>
                </c:pt>
                <c:pt idx="2">
                  <c:v>251.32551020408164</c:v>
                </c:pt>
                <c:pt idx="3">
                  <c:v>223.57593457943926</c:v>
                </c:pt>
                <c:pt idx="4">
                  <c:v>223.97177978883863</c:v>
                </c:pt>
                <c:pt idx="5">
                  <c:v>198.471376146789</c:v>
                </c:pt>
                <c:pt idx="6">
                  <c:v>209.48700296735905</c:v>
                </c:pt>
                <c:pt idx="7">
                  <c:v>300.557976366322</c:v>
                </c:pt>
                <c:pt idx="8">
                  <c:v>309.13724505327247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17.99051456579116"/>
          <c:min val="189.618106634270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0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171.36392828685263</c:v>
                </c:pt>
                <c:pt idx="1">
                  <c:v>171.36392828685263</c:v>
                </c:pt>
                <c:pt idx="2">
                  <c:v>171.36392828685263</c:v>
                </c:pt>
                <c:pt idx="3">
                  <c:v>171.36392828685263</c:v>
                </c:pt>
                <c:pt idx="4">
                  <c:v>171.36392828685263</c:v>
                </c:pt>
                <c:pt idx="5">
                  <c:v>171.36392828685263</c:v>
                </c:pt>
                <c:pt idx="6">
                  <c:v>171.36392828685263</c:v>
                </c:pt>
                <c:pt idx="7">
                  <c:v>171.36392828685263</c:v>
                </c:pt>
                <c:pt idx="8">
                  <c:v>171.36392828685263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2.3624078709498"/>
          <c:min val="159.7685231539424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0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170.70264285714285</c:v>
                </c:pt>
                <c:pt idx="1">
                  <c:v>177.0144226044226</c:v>
                </c:pt>
                <c:pt idx="2">
                  <c:v>166.6396028037383</c:v>
                </c:pt>
                <c:pt idx="3">
                  <c:v>170.2187899543379</c:v>
                </c:pt>
                <c:pt idx="4">
                  <c:v>164.08534278959812</c:v>
                </c:pt>
                <c:pt idx="5">
                  <c:v>180.7369082125604</c:v>
                </c:pt>
                <c:pt idx="6">
                  <c:v>201.44026476578412</c:v>
                </c:pt>
                <c:pt idx="7">
                  <c:v>218.0455882352941</c:v>
                </c:pt>
                <c:pt idx="8">
                  <c:v>184.16329621380848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2.3624078709498"/>
          <c:min val="159.7685231539424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0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206.5082456140351</c:v>
                </c:pt>
                <c:pt idx="1">
                  <c:v>206.5082456140351</c:v>
                </c:pt>
                <c:pt idx="2">
                  <c:v>206.5082456140351</c:v>
                </c:pt>
                <c:pt idx="3">
                  <c:v>206.5082456140351</c:v>
                </c:pt>
                <c:pt idx="4">
                  <c:v>206.5082456140351</c:v>
                </c:pt>
                <c:pt idx="5">
                  <c:v>206.5082456140351</c:v>
                </c:pt>
                <c:pt idx="6">
                  <c:v>206.5082456140351</c:v>
                </c:pt>
                <c:pt idx="7">
                  <c:v>206.5082456140351</c:v>
                </c:pt>
                <c:pt idx="8">
                  <c:v>206.5082456140351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7.44730120364346"/>
          <c:min val="169.794558750813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0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175.8395754716981</c:v>
                </c:pt>
                <c:pt idx="1">
                  <c:v>205.67309278350515</c:v>
                </c:pt>
                <c:pt idx="2">
                  <c:v>236.66108597285069</c:v>
                </c:pt>
                <c:pt idx="3">
                  <c:v>196.78334745762712</c:v>
                </c:pt>
                <c:pt idx="4">
                  <c:v>191.7835652173913</c:v>
                </c:pt>
                <c:pt idx="5">
                  <c:v>194.92579365079365</c:v>
                </c:pt>
                <c:pt idx="6">
                  <c:v>251.40228448275863</c:v>
                </c:pt>
                <c:pt idx="7">
                  <c:v>239.65767326732671</c:v>
                </c:pt>
                <c:pt idx="8">
                  <c:v>229.23376623376623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7.44730120364346"/>
          <c:min val="169.794558750813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0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256.5597918637654</c:v>
                </c:pt>
                <c:pt idx="1">
                  <c:v>256.5597918637654</c:v>
                </c:pt>
                <c:pt idx="2">
                  <c:v>256.5597918637654</c:v>
                </c:pt>
                <c:pt idx="3">
                  <c:v>256.5597918637654</c:v>
                </c:pt>
                <c:pt idx="4">
                  <c:v>256.5597918637654</c:v>
                </c:pt>
                <c:pt idx="5">
                  <c:v>256.5597918637654</c:v>
                </c:pt>
                <c:pt idx="6">
                  <c:v>256.5597918637654</c:v>
                </c:pt>
                <c:pt idx="7">
                  <c:v>256.5597918637654</c:v>
                </c:pt>
                <c:pt idx="8">
                  <c:v>256.5597918637654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10.52450638163214"/>
          <c:min val="236.206827725232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0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241.33218487394956</c:v>
                </c:pt>
                <c:pt idx="1">
                  <c:v>268.2311773700306</c:v>
                </c:pt>
                <c:pt idx="2">
                  <c:v>260.90218498659516</c:v>
                </c:pt>
                <c:pt idx="3">
                  <c:v>305.3991492329149</c:v>
                </c:pt>
                <c:pt idx="4">
                  <c:v>259.8896827794562</c:v>
                </c:pt>
                <c:pt idx="5">
                  <c:v>260.9796888888889</c:v>
                </c:pt>
                <c:pt idx="6">
                  <c:v>298.6050330250991</c:v>
                </c:pt>
                <c:pt idx="7">
                  <c:v>305.1826722925457</c:v>
                </c:pt>
                <c:pt idx="8">
                  <c:v>263.0137147102526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10.52450638163214"/>
          <c:min val="236.206827725232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0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591.0125291828793</c:v>
                </c:pt>
                <c:pt idx="1">
                  <c:v>591.0125291828793</c:v>
                </c:pt>
                <c:pt idx="2">
                  <c:v>591.0125291828793</c:v>
                </c:pt>
                <c:pt idx="3">
                  <c:v>591.0125291828793</c:v>
                </c:pt>
                <c:pt idx="4">
                  <c:v>591.0125291828793</c:v>
                </c:pt>
                <c:pt idx="5">
                  <c:v>591.0125291828793</c:v>
                </c:pt>
                <c:pt idx="6">
                  <c:v>591.0125291828793</c:v>
                </c:pt>
                <c:pt idx="7">
                  <c:v>591.0125291828793</c:v>
                </c:pt>
                <c:pt idx="8">
                  <c:v>591.0125291828793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6.8193055536233"/>
          <c:min val="511.4631141565216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0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591.2828635346756</c:v>
                </c:pt>
                <c:pt idx="1">
                  <c:v>531.8325066666666</c:v>
                </c:pt>
                <c:pt idx="2">
                  <c:v>638.6835205183585</c:v>
                </c:pt>
                <c:pt idx="3">
                  <c:v>616.7520512820513</c:v>
                </c:pt>
                <c:pt idx="4">
                  <c:v>589.6969736842105</c:v>
                </c:pt>
                <c:pt idx="5">
                  <c:v>786.4499130434783</c:v>
                </c:pt>
                <c:pt idx="6">
                  <c:v>657.1471229698375</c:v>
                </c:pt>
                <c:pt idx="7">
                  <c:v>701.6400900900901</c:v>
                </c:pt>
                <c:pt idx="8">
                  <c:v>635.5976213592234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6.8193055536233"/>
          <c:min val="511.4631141565216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0.7623867954096765</c:v>
                </c:pt>
                <c:pt idx="1">
                  <c:v>0.7283105545936978</c:v>
                </c:pt>
                <c:pt idx="2">
                  <c:v>0.7275508965482076</c:v>
                </c:pt>
                <c:pt idx="3">
                  <c:v>0.7286792157632688</c:v>
                </c:pt>
                <c:pt idx="4">
                  <c:v>0.7300987979982152</c:v>
                </c:pt>
                <c:pt idx="5">
                  <c:v>0.7404397892279457</c:v>
                </c:pt>
                <c:pt idx="6">
                  <c:v>0.7202287044743452</c:v>
                </c:pt>
                <c:pt idx="7">
                  <c:v>0.7135118519284841</c:v>
                </c:pt>
                <c:pt idx="8">
                  <c:v>0.7973842466572788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0.7845832953998858</c:v>
                </c:pt>
                <c:pt idx="1">
                  <c:v>0.7839019320361219</c:v>
                </c:pt>
                <c:pt idx="2">
                  <c:v>0.7847969951286465</c:v>
                </c:pt>
                <c:pt idx="3">
                  <c:v>0.7835326313091308</c:v>
                </c:pt>
                <c:pt idx="4">
                  <c:v>0.7879104683381316</c:v>
                </c:pt>
                <c:pt idx="5">
                  <c:v>0.7856818427604036</c:v>
                </c:pt>
                <c:pt idx="6">
                  <c:v>0.7848019193580452</c:v>
                </c:pt>
                <c:pt idx="7">
                  <c:v>0.7815144356429409</c:v>
                </c:pt>
                <c:pt idx="8">
                  <c:v>0.7846073375768934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040940382355823"/>
          <c:min val="0.706802060350180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0.7553894030517089</c:v>
                </c:pt>
                <c:pt idx="1">
                  <c:v>0.7542145809008224</c:v>
                </c:pt>
                <c:pt idx="2">
                  <c:v>0.7509814449869179</c:v>
                </c:pt>
                <c:pt idx="3">
                  <c:v>0.7406926789956169</c:v>
                </c:pt>
                <c:pt idx="4">
                  <c:v>0.7526470566593986</c:v>
                </c:pt>
                <c:pt idx="5">
                  <c:v>0.7581010726801828</c:v>
                </c:pt>
                <c:pt idx="6">
                  <c:v>0.7659387783874183</c:v>
                </c:pt>
                <c:pt idx="7">
                  <c:v>0.7523318921469268</c:v>
                </c:pt>
                <c:pt idx="8">
                  <c:v>0.7483136436815667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0.791851624704491</c:v>
                </c:pt>
                <c:pt idx="1">
                  <c:v>0.7905926629474995</c:v>
                </c:pt>
                <c:pt idx="2">
                  <c:v>0.799717991772953</c:v>
                </c:pt>
                <c:pt idx="3">
                  <c:v>0.8003526290628066</c:v>
                </c:pt>
                <c:pt idx="4">
                  <c:v>0.7977448721810654</c:v>
                </c:pt>
                <c:pt idx="5">
                  <c:v>0.7977533817736701</c:v>
                </c:pt>
                <c:pt idx="6">
                  <c:v>0.8025133361607193</c:v>
                </c:pt>
                <c:pt idx="7">
                  <c:v>0.7996666748879707</c:v>
                </c:pt>
                <c:pt idx="8">
                  <c:v>0.7997363431961929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074589887339275"/>
          <c:min val="0.735747026422408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0.7524644413565905</c:v>
                </c:pt>
                <c:pt idx="1">
                  <c:v>0.7653892502655335</c:v>
                </c:pt>
                <c:pt idx="2">
                  <c:v>0.751502125156779</c:v>
                </c:pt>
                <c:pt idx="3">
                  <c:v>0.7697394979325205</c:v>
                </c:pt>
                <c:pt idx="4">
                  <c:v>0.7617088478087821</c:v>
                </c:pt>
                <c:pt idx="5">
                  <c:v>0.7471534759817822</c:v>
                </c:pt>
                <c:pt idx="6">
                  <c:v>0.7817972838137289</c:v>
                </c:pt>
                <c:pt idx="7">
                  <c:v>0.7737071092791464</c:v>
                </c:pt>
                <c:pt idx="8">
                  <c:v>0.7832301470928763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0.7859402816409109</c:v>
                </c:pt>
                <c:pt idx="1">
                  <c:v>0.7477931605446834</c:v>
                </c:pt>
                <c:pt idx="2">
                  <c:v>0.8005413160407644</c:v>
                </c:pt>
                <c:pt idx="3">
                  <c:v>0.79125821830749</c:v>
                </c:pt>
                <c:pt idx="4">
                  <c:v>0.8004224625810359</c:v>
                </c:pt>
                <c:pt idx="5">
                  <c:v>0.8212325785373156</c:v>
                </c:pt>
                <c:pt idx="6">
                  <c:v>0.7969298833418857</c:v>
                </c:pt>
                <c:pt idx="7">
                  <c:v>0.7970158414450433</c:v>
                </c:pt>
                <c:pt idx="8">
                  <c:v>0.795839083259542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271589067417583"/>
          <c:min val="0.74122714777733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0.8060601115568835</c:v>
                </c:pt>
                <c:pt idx="1">
                  <c:v>0.810099025867752</c:v>
                </c:pt>
                <c:pt idx="2">
                  <c:v>0.8234325511979166</c:v>
                </c:pt>
                <c:pt idx="3">
                  <c:v>0.7990612435097568</c:v>
                </c:pt>
                <c:pt idx="4">
                  <c:v>0.819878069496378</c:v>
                </c:pt>
                <c:pt idx="5">
                  <c:v>0.795509290074353</c:v>
                </c:pt>
                <c:pt idx="6">
                  <c:v>0.8169906924190502</c:v>
                </c:pt>
                <c:pt idx="7">
                  <c:v>0.7809198137594865</c:v>
                </c:pt>
                <c:pt idx="8">
                  <c:v>0.7600467647914477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0.8300846372875091</c:v>
                </c:pt>
                <c:pt idx="1">
                  <c:v>0.8430878160289723</c:v>
                </c:pt>
                <c:pt idx="2">
                  <c:v>0.8347178695287913</c:v>
                </c:pt>
                <c:pt idx="3">
                  <c:v>0.8354788355777603</c:v>
                </c:pt>
                <c:pt idx="4">
                  <c:v>0.8229397702290402</c:v>
                </c:pt>
                <c:pt idx="5">
                  <c:v>0.8246389345574898</c:v>
                </c:pt>
                <c:pt idx="6">
                  <c:v>0.8310893971376014</c:v>
                </c:pt>
                <c:pt idx="7">
                  <c:v>0.8383931385949379</c:v>
                </c:pt>
                <c:pt idx="8">
                  <c:v>0.823187956922425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497311001279743"/>
          <c:min val="0.753403480692445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0.7747647118467771</c:v>
                </c:pt>
                <c:pt idx="1">
                  <c:v>0.7771151772513534</c:v>
                </c:pt>
                <c:pt idx="2">
                  <c:v>0.7756358244477545</c:v>
                </c:pt>
                <c:pt idx="3">
                  <c:v>0.7811041015705807</c:v>
                </c:pt>
                <c:pt idx="4">
                  <c:v>0.7843244697927955</c:v>
                </c:pt>
                <c:pt idx="5">
                  <c:v>0.7842486775828857</c:v>
                </c:pt>
                <c:pt idx="6">
                  <c:v>0.7799652080255377</c:v>
                </c:pt>
                <c:pt idx="7">
                  <c:v>0.7816230505627596</c:v>
                </c:pt>
                <c:pt idx="8">
                  <c:v>0.7681523650492434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0.7725314244502147</c:v>
                </c:pt>
                <c:pt idx="1">
                  <c:v>0.769591422763434</c:v>
                </c:pt>
                <c:pt idx="2">
                  <c:v>0.7744341830121779</c:v>
                </c:pt>
                <c:pt idx="3">
                  <c:v>0.7827573931956922</c:v>
                </c:pt>
                <c:pt idx="4">
                  <c:v>0.8011860041738821</c:v>
                </c:pt>
                <c:pt idx="5">
                  <c:v>0.8081676153017628</c:v>
                </c:pt>
                <c:pt idx="6">
                  <c:v>0.8067207801152638</c:v>
                </c:pt>
                <c:pt idx="7">
                  <c:v>0.8110248883892401</c:v>
                </c:pt>
                <c:pt idx="8">
                  <c:v>0.8103440680206176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44546902564399"/>
          <c:min val="0.764722563182043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0.7434848689227614</c:v>
                </c:pt>
                <c:pt idx="1">
                  <c:v>0.7580726110989965</c:v>
                </c:pt>
                <c:pt idx="2">
                  <c:v>0.7355831782631782</c:v>
                </c:pt>
                <c:pt idx="3">
                  <c:v>0.773266246206966</c:v>
                </c:pt>
                <c:pt idx="4">
                  <c:v>0.753970124990633</c:v>
                </c:pt>
                <c:pt idx="5">
                  <c:v>0.7395115681148063</c:v>
                </c:pt>
                <c:pt idx="6">
                  <c:v>0.7087019381041484</c:v>
                </c:pt>
                <c:pt idx="7">
                  <c:v>0.7138388001738364</c:v>
                </c:pt>
                <c:pt idx="8">
                  <c:v>0.6449339668868249</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0.6588147590575565</c:v>
                </c:pt>
                <c:pt idx="1">
                  <c:v>0.7002123778651839</c:v>
                </c:pt>
                <c:pt idx="2">
                  <c:v>0.6849552886021785</c:v>
                </c:pt>
                <c:pt idx="3">
                  <c:v>0.611096863603115</c:v>
                </c:pt>
                <c:pt idx="4">
                  <c:v>0.6889859084810731</c:v>
                </c:pt>
                <c:pt idx="5">
                  <c:v>0.6679648136348183</c:v>
                </c:pt>
                <c:pt idx="6">
                  <c:v>0.6895302606946244</c:v>
                </c:pt>
                <c:pt idx="7">
                  <c:v>0.698565507525689</c:v>
                </c:pt>
                <c:pt idx="8">
                  <c:v>0.6892300719505977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7862397968152741"/>
          <c:min val="0.598123312994806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0.7973937673454071</c:v>
                </c:pt>
                <c:pt idx="1">
                  <c:v>0.8040004351467674</c:v>
                </c:pt>
                <c:pt idx="2">
                  <c:v>0.8032328451524336</c:v>
                </c:pt>
                <c:pt idx="3">
                  <c:v>0.8078235455903459</c:v>
                </c:pt>
                <c:pt idx="4">
                  <c:v>0.7820698539556623</c:v>
                </c:pt>
                <c:pt idx="5">
                  <c:v>0.7787112435413373</c:v>
                </c:pt>
                <c:pt idx="6">
                  <c:v>0.7370465665152814</c:v>
                </c:pt>
                <c:pt idx="7">
                  <c:v>0.7024049253373219</c:v>
                </c:pt>
                <c:pt idx="8">
                  <c:v>0.7111389113674759</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0.7240688483145926</c:v>
                </c:pt>
                <c:pt idx="1">
                  <c:v>0.7197196604671536</c:v>
                </c:pt>
                <c:pt idx="2">
                  <c:v>0.719781949445566</c:v>
                </c:pt>
                <c:pt idx="3">
                  <c:v>0.7221777470481148</c:v>
                </c:pt>
                <c:pt idx="4">
                  <c:v>0.7219424568942449</c:v>
                </c:pt>
                <c:pt idx="5">
                  <c:v>0.729639430104598</c:v>
                </c:pt>
                <c:pt idx="6">
                  <c:v>0.7086468860746036</c:v>
                </c:pt>
                <c:pt idx="7">
                  <c:v>0.7183993189212642</c:v>
                </c:pt>
                <c:pt idx="8">
                  <c:v>0.7346655496055636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62570352105878"/>
          <c:min val="0.693971435717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0.8117776789504294</c:v>
                </c:pt>
                <c:pt idx="1">
                  <c:v>0.8158996601757975</c:v>
                </c:pt>
                <c:pt idx="2">
                  <c:v>0.8190941354283671</c:v>
                </c:pt>
                <c:pt idx="3">
                  <c:v>0.8148733686895823</c:v>
                </c:pt>
                <c:pt idx="4">
                  <c:v>0.813879647264967</c:v>
                </c:pt>
                <c:pt idx="5">
                  <c:v>0.8090986397619949</c:v>
                </c:pt>
                <c:pt idx="6">
                  <c:v>0.8326149070983642</c:v>
                </c:pt>
                <c:pt idx="7">
                  <c:v>0.8194693445308031</c:v>
                </c:pt>
                <c:pt idx="8">
                  <c:v>0.8126594966723104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0.7881337072268148</c:v>
                </c:pt>
                <c:pt idx="1">
                  <c:v>0.7854703027053279</c:v>
                </c:pt>
                <c:pt idx="2">
                  <c:v>0.7843830149132022</c:v>
                </c:pt>
                <c:pt idx="3">
                  <c:v>0.7720839862543319</c:v>
                </c:pt>
                <c:pt idx="4">
                  <c:v>0.7813311564793425</c:v>
                </c:pt>
                <c:pt idx="5">
                  <c:v>0.7988869685611975</c:v>
                </c:pt>
                <c:pt idx="6">
                  <c:v>0.7973986974068216</c:v>
                </c:pt>
                <c:pt idx="7">
                  <c:v>0.7945466253135349</c:v>
                </c:pt>
                <c:pt idx="8">
                  <c:v>0.7809914161513463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374573807658867"/>
          <c:min val="0.76724151258680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0.8526824087918208</c:v>
                </c:pt>
                <c:pt idx="1">
                  <c:v>0.851843149540518</c:v>
                </c:pt>
                <c:pt idx="2">
                  <c:v>0.856153141247292</c:v>
                </c:pt>
                <c:pt idx="3">
                  <c:v>0.8460650101011278</c:v>
                </c:pt>
                <c:pt idx="4">
                  <c:v>0.8458385917680976</c:v>
                </c:pt>
                <c:pt idx="5">
                  <c:v>0.8506132938184316</c:v>
                </c:pt>
                <c:pt idx="6">
                  <c:v>0.8467909647814037</c:v>
                </c:pt>
                <c:pt idx="7">
                  <c:v>0.8505776068218754</c:v>
                </c:pt>
                <c:pt idx="8">
                  <c:v>0.8409402912499904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0.8281424356305128</c:v>
                </c:pt>
                <c:pt idx="1">
                  <c:v>0.8342952523586353</c:v>
                </c:pt>
                <c:pt idx="2">
                  <c:v>0.8287758907679993</c:v>
                </c:pt>
                <c:pt idx="3">
                  <c:v>0.8281239388700058</c:v>
                </c:pt>
                <c:pt idx="4">
                  <c:v>0.8346430553077856</c:v>
                </c:pt>
                <c:pt idx="5">
                  <c:v>0.8251619983923825</c:v>
                </c:pt>
                <c:pt idx="6">
                  <c:v>0.8199117705994141</c:v>
                </c:pt>
                <c:pt idx="7">
                  <c:v>0.8334448487499331</c:v>
                </c:pt>
                <c:pt idx="8">
                  <c:v>0.8299994310094244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590524508991223"/>
          <c:min val="0.817012460947583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0.7560216541450152</c:v>
                </c:pt>
                <c:pt idx="1">
                  <c:v>0.7734854669998245</c:v>
                </c:pt>
                <c:pt idx="2">
                  <c:v>0.7623043597923828</c:v>
                </c:pt>
                <c:pt idx="3">
                  <c:v>0.7717072769977836</c:v>
                </c:pt>
                <c:pt idx="4">
                  <c:v>0.765660072028656</c:v>
                </c:pt>
                <c:pt idx="5">
                  <c:v>0.7615661052087651</c:v>
                </c:pt>
                <c:pt idx="6">
                  <c:v>0.7602877212980741</c:v>
                </c:pt>
                <c:pt idx="7">
                  <c:v>0.7434490806526662</c:v>
                </c:pt>
                <c:pt idx="8">
                  <c:v>0.737468200877346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0.7286302533708656</c:v>
                </c:pt>
                <c:pt idx="1">
                  <c:v>0.7412018875057791</c:v>
                </c:pt>
                <c:pt idx="2">
                  <c:v>0.7480755718211226</c:v>
                </c:pt>
                <c:pt idx="3">
                  <c:v>0.735815499345577</c:v>
                </c:pt>
                <c:pt idx="4">
                  <c:v>0.7351432059225737</c:v>
                </c:pt>
                <c:pt idx="5">
                  <c:v>0.7479074446602287</c:v>
                </c:pt>
                <c:pt idx="6">
                  <c:v>0.7376220866753043</c:v>
                </c:pt>
                <c:pt idx="7">
                  <c:v>0.7353299531980134</c:v>
                </c:pt>
                <c:pt idx="8">
                  <c:v>0.7357171516113464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7770738840901411"/>
          <c:min val="0.72504183628054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0.769365288747561</c:v>
                </c:pt>
                <c:pt idx="1">
                  <c:v>0.769365288747561</c:v>
                </c:pt>
                <c:pt idx="2">
                  <c:v>0.769365288747561</c:v>
                </c:pt>
                <c:pt idx="3">
                  <c:v>0.769365288747561</c:v>
                </c:pt>
                <c:pt idx="4">
                  <c:v>0.769365288747561</c:v>
                </c:pt>
                <c:pt idx="5">
                  <c:v>0.769365288747561</c:v>
                </c:pt>
                <c:pt idx="6">
                  <c:v>0.769365288747561</c:v>
                </c:pt>
                <c:pt idx="7">
                  <c:v>0.769365288747561</c:v>
                </c:pt>
                <c:pt idx="8">
                  <c:v>0.769365288747561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99779043986936"/>
          <c:min val="0.764154404079449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0.7717557027250533</c:v>
                </c:pt>
                <c:pt idx="1">
                  <c:v>0.7680043006531901</c:v>
                </c:pt>
                <c:pt idx="2">
                  <c:v>0.7683371482051408</c:v>
                </c:pt>
                <c:pt idx="3">
                  <c:v>0.7853232939664141</c:v>
                </c:pt>
                <c:pt idx="4">
                  <c:v>0.794487963220431</c:v>
                </c:pt>
                <c:pt idx="5">
                  <c:v>0.8105775496665022</c:v>
                </c:pt>
                <c:pt idx="6">
                  <c:v>0.8093667021308971</c:v>
                </c:pt>
                <c:pt idx="7">
                  <c:v>0.8068183881593113</c:v>
                </c:pt>
                <c:pt idx="8">
                  <c:v>0.8161280078249525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99779043986936"/>
          <c:min val="0.764154404079449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0.7722319818788754</c:v>
                </c:pt>
                <c:pt idx="1">
                  <c:v>0.7722319818788754</c:v>
                </c:pt>
                <c:pt idx="2">
                  <c:v>0.7722319818788754</c:v>
                </c:pt>
                <c:pt idx="3">
                  <c:v>0.7722319818788754</c:v>
                </c:pt>
                <c:pt idx="4">
                  <c:v>0.7722319818788754</c:v>
                </c:pt>
                <c:pt idx="5">
                  <c:v>0.7722319818788754</c:v>
                </c:pt>
                <c:pt idx="6">
                  <c:v>0.7722319818788754</c:v>
                </c:pt>
                <c:pt idx="7">
                  <c:v>0.7722319818788754</c:v>
                </c:pt>
                <c:pt idx="8">
                  <c:v>0.7722319818788754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43395656393047"/>
          <c:min val="0.76627674551336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0.7725314244502147</c:v>
                </c:pt>
                <c:pt idx="1">
                  <c:v>0.769591422763434</c:v>
                </c:pt>
                <c:pt idx="2">
                  <c:v>0.7744341830121779</c:v>
                </c:pt>
                <c:pt idx="3">
                  <c:v>0.7827573931956922</c:v>
                </c:pt>
                <c:pt idx="4">
                  <c:v>0.8011860041738821</c:v>
                </c:pt>
                <c:pt idx="5">
                  <c:v>0.8081676153017628</c:v>
                </c:pt>
                <c:pt idx="6">
                  <c:v>0.8067207801152638</c:v>
                </c:pt>
                <c:pt idx="7">
                  <c:v>0.8110248883892401</c:v>
                </c:pt>
                <c:pt idx="8">
                  <c:v>0.8103440680206176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43395656393047"/>
          <c:min val="0.76627674551336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0.7779644896197645</c:v>
                </c:pt>
                <c:pt idx="1">
                  <c:v>0.7779644896197645</c:v>
                </c:pt>
                <c:pt idx="2">
                  <c:v>0.7779644896197645</c:v>
                </c:pt>
                <c:pt idx="3">
                  <c:v>0.7779644896197645</c:v>
                </c:pt>
                <c:pt idx="4">
                  <c:v>0.7779644896197645</c:v>
                </c:pt>
                <c:pt idx="5">
                  <c:v>0.7779644896197645</c:v>
                </c:pt>
                <c:pt idx="6">
                  <c:v>0.7779644896197645</c:v>
                </c:pt>
                <c:pt idx="7">
                  <c:v>0.7779644896197645</c:v>
                </c:pt>
                <c:pt idx="8">
                  <c:v>0.7779644896197645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17621088629585"/>
          <c:min val="0.760677340270587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0.7808908831590161</c:v>
                </c:pt>
                <c:pt idx="1">
                  <c:v>0.7798183229244784</c:v>
                </c:pt>
                <c:pt idx="2">
                  <c:v>0.7732970892962546</c:v>
                </c:pt>
                <c:pt idx="3">
                  <c:v>0.7976647011189412</c:v>
                </c:pt>
                <c:pt idx="4">
                  <c:v>0.7642004277597164</c:v>
                </c:pt>
                <c:pt idx="5">
                  <c:v>0.7712413192023965</c:v>
                </c:pt>
                <c:pt idx="6">
                  <c:v>0.8082390213738295</c:v>
                </c:pt>
                <c:pt idx="7">
                  <c:v>0.8065895099348631</c:v>
                </c:pt>
                <c:pt idx="8">
                  <c:v>0.7973717799981831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17621088629585"/>
          <c:min val="0.760677340270587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0.7785640851920301</c:v>
                </c:pt>
                <c:pt idx="1">
                  <c:v>0.7785640851920301</c:v>
                </c:pt>
                <c:pt idx="2">
                  <c:v>0.7785640851920301</c:v>
                </c:pt>
                <c:pt idx="3">
                  <c:v>0.7785640851920301</c:v>
                </c:pt>
                <c:pt idx="4">
                  <c:v>0.7785640851920301</c:v>
                </c:pt>
                <c:pt idx="5">
                  <c:v>0.7785640851920301</c:v>
                </c:pt>
                <c:pt idx="6">
                  <c:v>0.7785640851920301</c:v>
                </c:pt>
                <c:pt idx="7">
                  <c:v>0.7785640851920301</c:v>
                </c:pt>
                <c:pt idx="8">
                  <c:v>0.7785640851920301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271077319767262"/>
          <c:min val="0.74191800710527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0.7859402816409109</c:v>
                </c:pt>
                <c:pt idx="1">
                  <c:v>0.7477931605446834</c:v>
                </c:pt>
                <c:pt idx="2">
                  <c:v>0.8005413160407644</c:v>
                </c:pt>
                <c:pt idx="3">
                  <c:v>0.79125821830749</c:v>
                </c:pt>
                <c:pt idx="4">
                  <c:v>0.8004224625810359</c:v>
                </c:pt>
                <c:pt idx="5">
                  <c:v>0.8212325785373156</c:v>
                </c:pt>
                <c:pt idx="6">
                  <c:v>0.7969298833418857</c:v>
                </c:pt>
                <c:pt idx="7">
                  <c:v>0.7970158414450433</c:v>
                </c:pt>
                <c:pt idx="8">
                  <c:v>0.795839083259542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271077319767262"/>
          <c:min val="0.74191800710527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0.8539121783587758</c:v>
                </c:pt>
                <c:pt idx="1">
                  <c:v>0.8539121783587758</c:v>
                </c:pt>
                <c:pt idx="2">
                  <c:v>0.8539121783587758</c:v>
                </c:pt>
                <c:pt idx="3">
                  <c:v>0.8539121783587758</c:v>
                </c:pt>
                <c:pt idx="4">
                  <c:v>0.8539121783587758</c:v>
                </c:pt>
                <c:pt idx="5">
                  <c:v>0.8539121783587758</c:v>
                </c:pt>
                <c:pt idx="6">
                  <c:v>0.8539121783587758</c:v>
                </c:pt>
                <c:pt idx="7">
                  <c:v>0.8539121783587758</c:v>
                </c:pt>
                <c:pt idx="8">
                  <c:v>0.8539121783587758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719269529341427"/>
          <c:min val="0.84814015529948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0.8531949574316529</c:v>
                </c:pt>
                <c:pt idx="1">
                  <c:v>0.849780624101872</c:v>
                </c:pt>
                <c:pt idx="2">
                  <c:v>0.8578711674397532</c:v>
                </c:pt>
                <c:pt idx="3">
                  <c:v>0.8614678806791845</c:v>
                </c:pt>
                <c:pt idx="4">
                  <c:v>0.8601961904724471</c:v>
                </c:pt>
                <c:pt idx="5">
                  <c:v>0.860323322835417</c:v>
                </c:pt>
                <c:pt idx="6">
                  <c:v>0.8674421104673611</c:v>
                </c:pt>
                <c:pt idx="7">
                  <c:v>0.8664841234335822</c:v>
                </c:pt>
                <c:pt idx="8">
                  <c:v>0.8702864841317522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719269529341427"/>
          <c:min val="0.84814015529948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0.38598311904886695</c:v>
                </c:pt>
                <c:pt idx="1">
                  <c:v>0.39047524838116304</c:v>
                </c:pt>
                <c:pt idx="2">
                  <c:v>0.3904826897502513</c:v>
                </c:pt>
                <c:pt idx="3">
                  <c:v>0.3840915627162889</c:v>
                </c:pt>
                <c:pt idx="4">
                  <c:v>0.38143870903785965</c:v>
                </c:pt>
                <c:pt idx="5">
                  <c:v>0.38818740059658835</c:v>
                </c:pt>
                <c:pt idx="6">
                  <c:v>0.3940797315339646</c:v>
                </c:pt>
                <c:pt idx="7">
                  <c:v>0.379869697933222</c:v>
                </c:pt>
                <c:pt idx="8">
                  <c:v>0.3908087333712784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0.3838170224523827</c:v>
                </c:pt>
                <c:pt idx="1">
                  <c:v>0.4035019812938098</c:v>
                </c:pt>
                <c:pt idx="2">
                  <c:v>0.3952216223703298</c:v>
                </c:pt>
                <c:pt idx="3">
                  <c:v>0.4448395856159019</c:v>
                </c:pt>
                <c:pt idx="4">
                  <c:v>0.47606328903347445</c:v>
                </c:pt>
                <c:pt idx="5">
                  <c:v>0.49427527129736526</c:v>
                </c:pt>
                <c:pt idx="6">
                  <c:v>0.4642179700098211</c:v>
                </c:pt>
                <c:pt idx="7">
                  <c:v>0.48270738633256904</c:v>
                </c:pt>
                <c:pt idx="8">
                  <c:v>0.45289434755155056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5034277171664967"/>
          <c:min val="0.3707172520640905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0.3783426164529417</c:v>
                </c:pt>
                <c:pt idx="1">
                  <c:v>0.353286305518064</c:v>
                </c:pt>
                <c:pt idx="2">
                  <c:v>0.38461412980780885</c:v>
                </c:pt>
                <c:pt idx="3">
                  <c:v>0.39021763707490936</c:v>
                </c:pt>
                <c:pt idx="4">
                  <c:v>0.37138689412260545</c:v>
                </c:pt>
                <c:pt idx="5">
                  <c:v>0.3936901947139535</c:v>
                </c:pt>
                <c:pt idx="6">
                  <c:v>0.37227942129576247</c:v>
                </c:pt>
                <c:pt idx="7">
                  <c:v>0.39091747680451056</c:v>
                </c:pt>
                <c:pt idx="8">
                  <c:v>0.4017764416963742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0.43991634620573283</c:v>
                </c:pt>
                <c:pt idx="1">
                  <c:v>0.41940433366580826</c:v>
                </c:pt>
                <c:pt idx="2">
                  <c:v>0.46993478895809015</c:v>
                </c:pt>
                <c:pt idx="3">
                  <c:v>0.3965659134580282</c:v>
                </c:pt>
                <c:pt idx="4">
                  <c:v>0.43081675540105374</c:v>
                </c:pt>
                <c:pt idx="5">
                  <c:v>0.44225263307265883</c:v>
                </c:pt>
                <c:pt idx="6">
                  <c:v>0.4305364772422386</c:v>
                </c:pt>
                <c:pt idx="7">
                  <c:v>0.40180744273547314</c:v>
                </c:pt>
                <c:pt idx="8">
                  <c:v>0.40612586262448785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7926666763329223"/>
          <c:min val="0.343954426842861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0.30572379931499233</c:v>
                </c:pt>
                <c:pt idx="1">
                  <c:v>0.3069211093203133</c:v>
                </c:pt>
                <c:pt idx="2">
                  <c:v>0.30832588425810964</c:v>
                </c:pt>
                <c:pt idx="3">
                  <c:v>0.30307894275388275</c:v>
                </c:pt>
                <c:pt idx="4">
                  <c:v>0.3056908164087092</c:v>
                </c:pt>
                <c:pt idx="5">
                  <c:v>0.3269570579019263</c:v>
                </c:pt>
                <c:pt idx="6">
                  <c:v>0.3122645038412601</c:v>
                </c:pt>
                <c:pt idx="7">
                  <c:v>0.31297898396665813</c:v>
                </c:pt>
                <c:pt idx="8">
                  <c:v>0.30425150757924574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0.3480620576215342</c:v>
                </c:pt>
                <c:pt idx="1">
                  <c:v>0.3315448617572928</c:v>
                </c:pt>
                <c:pt idx="2">
                  <c:v>0.3680607954397946</c:v>
                </c:pt>
                <c:pt idx="3">
                  <c:v>0.35237770058422485</c:v>
                </c:pt>
                <c:pt idx="4">
                  <c:v>0.34150232163749217</c:v>
                </c:pt>
                <c:pt idx="5">
                  <c:v>0.3406943420615374</c:v>
                </c:pt>
                <c:pt idx="6">
                  <c:v>0.3542177192673228</c:v>
                </c:pt>
                <c:pt idx="7">
                  <c:v>0.344199988019082</c:v>
                </c:pt>
                <c:pt idx="8">
                  <c:v>0.34671938106160266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732593436546675"/>
          <c:min val="0.2978803945390098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0.3577528769854739</c:v>
                </c:pt>
                <c:pt idx="1">
                  <c:v>0.3128764521323869</c:v>
                </c:pt>
                <c:pt idx="2">
                  <c:v>0.36281386291104845</c:v>
                </c:pt>
                <c:pt idx="3">
                  <c:v>0.3196182728903373</c:v>
                </c:pt>
                <c:pt idx="4">
                  <c:v>0.35329018725438516</c:v>
                </c:pt>
                <c:pt idx="5">
                  <c:v>0.3352719852592998</c:v>
                </c:pt>
                <c:pt idx="6">
                  <c:v>0.31794925709404914</c:v>
                </c:pt>
                <c:pt idx="7">
                  <c:v>0.3496049069188505</c:v>
                </c:pt>
                <c:pt idx="8">
                  <c:v>0.32093071228172826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0.38979678301129084</c:v>
                </c:pt>
                <c:pt idx="1">
                  <c:v>0.383551095139315</c:v>
                </c:pt>
                <c:pt idx="2">
                  <c:v>0.4166018200345825</c:v>
                </c:pt>
                <c:pt idx="3">
                  <c:v>0.3522053346072349</c:v>
                </c:pt>
                <c:pt idx="4">
                  <c:v>0.36017283576315706</c:v>
                </c:pt>
                <c:pt idx="5">
                  <c:v>0.347603573905152</c:v>
                </c:pt>
                <c:pt idx="6">
                  <c:v>0.3592620598408535</c:v>
                </c:pt>
                <c:pt idx="7">
                  <c:v>0.36697416561412427</c:v>
                </c:pt>
                <c:pt idx="8">
                  <c:v>0.3541123926056448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248998494667582"/>
          <c:min val="0.304578422700211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0.39790894239318125</c:v>
                </c:pt>
                <c:pt idx="1">
                  <c:v>0.37369114559592137</c:v>
                </c:pt>
                <c:pt idx="2">
                  <c:v>0.4500813743646748</c:v>
                </c:pt>
                <c:pt idx="3">
                  <c:v>0.35295297420017363</c:v>
                </c:pt>
                <c:pt idx="4">
                  <c:v>0.43418456023835417</c:v>
                </c:pt>
                <c:pt idx="5">
                  <c:v>0.4233664576504019</c:v>
                </c:pt>
                <c:pt idx="6">
                  <c:v>0.43368873339016123</c:v>
                </c:pt>
                <c:pt idx="7">
                  <c:v>0.43082331342110053</c:v>
                </c:pt>
                <c:pt idx="8">
                  <c:v>0.4432950124259102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0.4411058127734458</c:v>
                </c:pt>
                <c:pt idx="1">
                  <c:v>0.45645701726723603</c:v>
                </c:pt>
                <c:pt idx="2">
                  <c:v>0.43879838840991475</c:v>
                </c:pt>
                <c:pt idx="3">
                  <c:v>0.40377729240207977</c:v>
                </c:pt>
                <c:pt idx="4">
                  <c:v>0.4744010071958122</c:v>
                </c:pt>
                <c:pt idx="5">
                  <c:v>0.4339098342743925</c:v>
                </c:pt>
                <c:pt idx="6">
                  <c:v>0.44740581583560335</c:v>
                </c:pt>
                <c:pt idx="7">
                  <c:v>0.46909418535282466</c:v>
                </c:pt>
                <c:pt idx="8">
                  <c:v>0.45065660188962764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8411684983546327"/>
          <c:min val="0.3432371315605225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0.35891582168831787</c:v>
                </c:pt>
                <c:pt idx="1">
                  <c:v>0.3877162161882417</c:v>
                </c:pt>
                <c:pt idx="2">
                  <c:v>0.3688960228207055</c:v>
                </c:pt>
                <c:pt idx="3">
                  <c:v>0.3664660094532402</c:v>
                </c:pt>
                <c:pt idx="4">
                  <c:v>0.3567442950806059</c:v>
                </c:pt>
                <c:pt idx="5">
                  <c:v>0.39011413937187595</c:v>
                </c:pt>
                <c:pt idx="6">
                  <c:v>0.34319556493387793</c:v>
                </c:pt>
                <c:pt idx="7">
                  <c:v>0.32585569070783</c:v>
                </c:pt>
                <c:pt idx="8">
                  <c:v>0.3216628322280271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0.3175921874084342</c:v>
                </c:pt>
                <c:pt idx="1">
                  <c:v>0.3373250226922007</c:v>
                </c:pt>
                <c:pt idx="2">
                  <c:v>0.3110132050701796</c:v>
                </c:pt>
                <c:pt idx="3">
                  <c:v>0.3689196586190935</c:v>
                </c:pt>
                <c:pt idx="4">
                  <c:v>0.3494274729186284</c:v>
                </c:pt>
                <c:pt idx="5">
                  <c:v>0.34200113696976503</c:v>
                </c:pt>
                <c:pt idx="6">
                  <c:v>0.32818155757111384</c:v>
                </c:pt>
                <c:pt idx="7">
                  <c:v>0.36072685718821257</c:v>
                </c:pt>
                <c:pt idx="8">
                  <c:v>0.31782468388300855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9644221411601166"/>
          <c:min val="0.304685130326043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0.4511964303790522</c:v>
                </c:pt>
                <c:pt idx="1">
                  <c:v>0.45917908486545506</c:v>
                </c:pt>
                <c:pt idx="2">
                  <c:v>0.4333346409546394</c:v>
                </c:pt>
                <c:pt idx="3">
                  <c:v>0.4318358038132894</c:v>
                </c:pt>
                <c:pt idx="4">
                  <c:v>0.45094178147628905</c:v>
                </c:pt>
                <c:pt idx="5">
                  <c:v>0.4714642271434733</c:v>
                </c:pt>
                <c:pt idx="6">
                  <c:v>0.4775370414508386</c:v>
                </c:pt>
                <c:pt idx="7">
                  <c:v>0.4626710062466195</c:v>
                </c:pt>
                <c:pt idx="8">
                  <c:v>0.45093622282894874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0.4451627596167185</c:v>
                </c:pt>
                <c:pt idx="1">
                  <c:v>0.4535565283960975</c:v>
                </c:pt>
                <c:pt idx="2">
                  <c:v>0.46462367301298946</c:v>
                </c:pt>
                <c:pt idx="3">
                  <c:v>0.4004745250593397</c:v>
                </c:pt>
                <c:pt idx="4">
                  <c:v>0.43126958726457587</c:v>
                </c:pt>
                <c:pt idx="5">
                  <c:v>0.46510139556723706</c:v>
                </c:pt>
                <c:pt idx="6">
                  <c:v>0.44535624033322224</c:v>
                </c:pt>
                <c:pt idx="7">
                  <c:v>0.4509975715436039</c:v>
                </c:pt>
                <c:pt idx="8">
                  <c:v>0.4550153510800876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837020427621585"/>
          <c:min val="0.39430952374801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0.41095136837093743</c:v>
                </c:pt>
                <c:pt idx="1">
                  <c:v>0.4360727867074892</c:v>
                </c:pt>
                <c:pt idx="2">
                  <c:v>0.3891742480811233</c:v>
                </c:pt>
                <c:pt idx="3">
                  <c:v>0.39575949223677154</c:v>
                </c:pt>
                <c:pt idx="4">
                  <c:v>0.44235396407140803</c:v>
                </c:pt>
                <c:pt idx="5">
                  <c:v>0.4023732126598505</c:v>
                </c:pt>
                <c:pt idx="6">
                  <c:v>0.38370564500650006</c:v>
                </c:pt>
                <c:pt idx="7">
                  <c:v>0.3929434912018038</c:v>
                </c:pt>
                <c:pt idx="8">
                  <c:v>0.37130834362660076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0.3960316815661207</c:v>
                </c:pt>
                <c:pt idx="1">
                  <c:v>0.41640512700560156</c:v>
                </c:pt>
                <c:pt idx="2">
                  <c:v>0.40079876985314605</c:v>
                </c:pt>
                <c:pt idx="3">
                  <c:v>0.3583092085006641</c:v>
                </c:pt>
                <c:pt idx="4">
                  <c:v>0.3834062210436125</c:v>
                </c:pt>
                <c:pt idx="5">
                  <c:v>0.3758122273755331</c:v>
                </c:pt>
                <c:pt idx="6">
                  <c:v>0.3912563036795523</c:v>
                </c:pt>
                <c:pt idx="7">
                  <c:v>0.4044373851272572</c:v>
                </c:pt>
                <c:pt idx="8">
                  <c:v>0.42482025329747247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4907754451706755"/>
          <c:min val="0.351585628055004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0.3917265230228122</c:v>
                </c:pt>
                <c:pt idx="1">
                  <c:v>0.36727750260890596</c:v>
                </c:pt>
                <c:pt idx="2">
                  <c:v>0.3909648266087148</c:v>
                </c:pt>
                <c:pt idx="3">
                  <c:v>0.3420047716578979</c:v>
                </c:pt>
                <c:pt idx="4">
                  <c:v>0.3910091979887504</c:v>
                </c:pt>
                <c:pt idx="5">
                  <c:v>0.3813489785986323</c:v>
                </c:pt>
                <c:pt idx="6">
                  <c:v>0.3561365775750995</c:v>
                </c:pt>
                <c:pt idx="7">
                  <c:v>0.3504855511843184</c:v>
                </c:pt>
                <c:pt idx="8">
                  <c:v>0.396295777216381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0.3562068115727734</c:v>
                </c:pt>
                <c:pt idx="1">
                  <c:v>0.3761033847795089</c:v>
                </c:pt>
                <c:pt idx="2">
                  <c:v>0.37162553760663075</c:v>
                </c:pt>
                <c:pt idx="3">
                  <c:v>0.34823567778781456</c:v>
                </c:pt>
                <c:pt idx="4">
                  <c:v>0.38564302101229647</c:v>
                </c:pt>
                <c:pt idx="5">
                  <c:v>0.37037508214444115</c:v>
                </c:pt>
                <c:pt idx="6">
                  <c:v>0.3678586410851762</c:v>
                </c:pt>
                <c:pt idx="7">
                  <c:v>0.3603698870843597</c:v>
                </c:pt>
                <c:pt idx="8">
                  <c:v>0.38464846720041795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006390576610596"/>
          <c:min val="0.3376614912132192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0.4097202105284504</c:v>
                </c:pt>
                <c:pt idx="1">
                  <c:v>0.4154646161510049</c:v>
                </c:pt>
                <c:pt idx="2">
                  <c:v>0.4085336342772244</c:v>
                </c:pt>
                <c:pt idx="3">
                  <c:v>0.40858468546021226</c:v>
                </c:pt>
                <c:pt idx="4">
                  <c:v>0.4257371242463337</c:v>
                </c:pt>
                <c:pt idx="5">
                  <c:v>0.44347310666025064</c:v>
                </c:pt>
                <c:pt idx="6">
                  <c:v>0.4298260502265193</c:v>
                </c:pt>
                <c:pt idx="7">
                  <c:v>0.43424298371494635</c:v>
                </c:pt>
                <c:pt idx="8">
                  <c:v>0.4104143950023527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0.4413286169408319</c:v>
                </c:pt>
                <c:pt idx="1">
                  <c:v>0.4319217794268319</c:v>
                </c:pt>
                <c:pt idx="2">
                  <c:v>0.4534850759247865</c:v>
                </c:pt>
                <c:pt idx="3">
                  <c:v>0.4222273511529398</c:v>
                </c:pt>
                <c:pt idx="4">
                  <c:v>0.4313190184365507</c:v>
                </c:pt>
                <c:pt idx="5">
                  <c:v>0.40651072337706146</c:v>
                </c:pt>
                <c:pt idx="6">
                  <c:v>0.4038532955759655</c:v>
                </c:pt>
                <c:pt idx="7">
                  <c:v>0.3960123317519526</c:v>
                </c:pt>
                <c:pt idx="8">
                  <c:v>0.40067825356475656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580828954586132"/>
          <c:min val="0.391414512218125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0.3936303485160775</c:v>
                </c:pt>
                <c:pt idx="1">
                  <c:v>0.3936303485160775</c:v>
                </c:pt>
                <c:pt idx="2">
                  <c:v>0.3936303485160775</c:v>
                </c:pt>
                <c:pt idx="3">
                  <c:v>0.3936303485160775</c:v>
                </c:pt>
                <c:pt idx="4">
                  <c:v>0.3936303485160775</c:v>
                </c:pt>
                <c:pt idx="5">
                  <c:v>0.3936303485160775</c:v>
                </c:pt>
                <c:pt idx="6">
                  <c:v>0.3936303485160775</c:v>
                </c:pt>
                <c:pt idx="7">
                  <c:v>0.3936303485160775</c:v>
                </c:pt>
                <c:pt idx="8">
                  <c:v>0.3936303485160775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5031119312049639"/>
          <c:min val="0.3749803625447840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0.3838170224523827</c:v>
                </c:pt>
                <c:pt idx="1">
                  <c:v>0.4035019812938098</c:v>
                </c:pt>
                <c:pt idx="2">
                  <c:v>0.3952216223703298</c:v>
                </c:pt>
                <c:pt idx="3">
                  <c:v>0.4448395856159019</c:v>
                </c:pt>
                <c:pt idx="4">
                  <c:v>0.47606328903347445</c:v>
                </c:pt>
                <c:pt idx="5">
                  <c:v>0.49427527129736526</c:v>
                </c:pt>
                <c:pt idx="6">
                  <c:v>0.4642179700098211</c:v>
                </c:pt>
                <c:pt idx="7">
                  <c:v>0.48270738633256904</c:v>
                </c:pt>
                <c:pt idx="8">
                  <c:v>0.45289434755155056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5031119312049639"/>
          <c:min val="0.3749803625447840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0.3913678558815367</c:v>
                </c:pt>
                <c:pt idx="1">
                  <c:v>0.3913678558815367</c:v>
                </c:pt>
                <c:pt idx="2">
                  <c:v>0.3913678558815367</c:v>
                </c:pt>
                <c:pt idx="3">
                  <c:v>0.3913678558815367</c:v>
                </c:pt>
                <c:pt idx="4">
                  <c:v>0.3913678558815367</c:v>
                </c:pt>
                <c:pt idx="5">
                  <c:v>0.3913678558815367</c:v>
                </c:pt>
                <c:pt idx="6">
                  <c:v>0.3913678558815367</c:v>
                </c:pt>
                <c:pt idx="7">
                  <c:v>0.3913678558815367</c:v>
                </c:pt>
                <c:pt idx="8">
                  <c:v>0.3913678558815367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6679275696861905"/>
          <c:min val="0.3650569857093974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0.40001902646023274</c:v>
                </c:pt>
                <c:pt idx="1">
                  <c:v>0.3720732457962403</c:v>
                </c:pt>
                <c:pt idx="2">
                  <c:v>0.4018829925450841</c:v>
                </c:pt>
                <c:pt idx="3">
                  <c:v>0.40962760928027814</c:v>
                </c:pt>
                <c:pt idx="4">
                  <c:v>0.4597764968817762</c:v>
                </c:pt>
                <c:pt idx="5">
                  <c:v>0.40350076249992856</c:v>
                </c:pt>
                <c:pt idx="6">
                  <c:v>0.45445150808341633</c:v>
                </c:pt>
                <c:pt idx="7">
                  <c:v>0.42913664813449875</c:v>
                </c:pt>
                <c:pt idx="8">
                  <c:v>0.425523613232545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6679275696861905"/>
          <c:min val="0.3650569857093974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0.3526553480578478</c:v>
                </c:pt>
                <c:pt idx="1">
                  <c:v>0.3526553480578478</c:v>
                </c:pt>
                <c:pt idx="2">
                  <c:v>0.3526553480578478</c:v>
                </c:pt>
                <c:pt idx="3">
                  <c:v>0.3526553480578478</c:v>
                </c:pt>
                <c:pt idx="4">
                  <c:v>0.3526553480578478</c:v>
                </c:pt>
                <c:pt idx="5">
                  <c:v>0.3526553480578478</c:v>
                </c:pt>
                <c:pt idx="6">
                  <c:v>0.3526553480578478</c:v>
                </c:pt>
                <c:pt idx="7">
                  <c:v>0.3526553480578478</c:v>
                </c:pt>
                <c:pt idx="8">
                  <c:v>0.3526553480578478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164410424444459"/>
          <c:min val="0.337436814061718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0.34774542164070493</c:v>
                </c:pt>
                <c:pt idx="1">
                  <c:v>0.3428853815363897</c:v>
                </c:pt>
                <c:pt idx="2">
                  <c:v>0.3678319883700978</c:v>
                </c:pt>
                <c:pt idx="3">
                  <c:v>0.3451036516062462</c:v>
                </c:pt>
                <c:pt idx="4">
                  <c:v>0.37383512874032615</c:v>
                </c:pt>
                <c:pt idx="5">
                  <c:v>0.37442614515827255</c:v>
                </c:pt>
                <c:pt idx="6">
                  <c:v>0.3765012914668214</c:v>
                </c:pt>
                <c:pt idx="7">
                  <c:v>0.4109924749697751</c:v>
                </c:pt>
                <c:pt idx="8">
                  <c:v>0.39565037718326934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164410424444459"/>
          <c:min val="0.337436814061718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0.41058075598302446</c:v>
                </c:pt>
                <c:pt idx="1">
                  <c:v>0.41058075598302446</c:v>
                </c:pt>
                <c:pt idx="2">
                  <c:v>0.41058075598302446</c:v>
                </c:pt>
                <c:pt idx="3">
                  <c:v>0.41058075598302446</c:v>
                </c:pt>
                <c:pt idx="4">
                  <c:v>0.41058075598302446</c:v>
                </c:pt>
                <c:pt idx="5">
                  <c:v>0.41058075598302446</c:v>
                </c:pt>
                <c:pt idx="6">
                  <c:v>0.41058075598302446</c:v>
                </c:pt>
                <c:pt idx="7">
                  <c:v>0.41058075598302446</c:v>
                </c:pt>
                <c:pt idx="8">
                  <c:v>0.41058075598302446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8101897182505626"/>
          <c:min val="0.399995635091961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0.41530601520715416</c:v>
                </c:pt>
                <c:pt idx="1">
                  <c:v>0.4108890052717672</c:v>
                </c:pt>
                <c:pt idx="2">
                  <c:v>0.405583451418382</c:v>
                </c:pt>
                <c:pt idx="3">
                  <c:v>0.41689218345561846</c:v>
                </c:pt>
                <c:pt idx="4">
                  <c:v>0.458754837572283</c:v>
                </c:pt>
                <c:pt idx="5">
                  <c:v>0.47543115549863596</c:v>
                </c:pt>
                <c:pt idx="6">
                  <c:v>0.44051206489623174</c:v>
                </c:pt>
                <c:pt idx="7">
                  <c:v>0.44067846901952584</c:v>
                </c:pt>
                <c:pt idx="8">
                  <c:v>0.4379850163841297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8101897182505626"/>
          <c:min val="0.399995635091961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0.39442235024937655</c:v>
                </c:pt>
                <c:pt idx="1">
                  <c:v>0.39442235024937655</c:v>
                </c:pt>
                <c:pt idx="2">
                  <c:v>0.39442235024937655</c:v>
                </c:pt>
                <c:pt idx="3">
                  <c:v>0.39442235024937655</c:v>
                </c:pt>
                <c:pt idx="4">
                  <c:v>0.39442235024937655</c:v>
                </c:pt>
                <c:pt idx="5">
                  <c:v>0.39442235024937655</c:v>
                </c:pt>
                <c:pt idx="6">
                  <c:v>0.39442235024937655</c:v>
                </c:pt>
                <c:pt idx="7">
                  <c:v>0.39442235024937655</c:v>
                </c:pt>
                <c:pt idx="8">
                  <c:v>0.39442235024937655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352411638730452"/>
          <c:min val="0.329706237591832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0.40057589442118835</c:v>
                </c:pt>
                <c:pt idx="1">
                  <c:v>0.3824592298574588</c:v>
                </c:pt>
                <c:pt idx="2">
                  <c:v>0.3990699220487699</c:v>
                </c:pt>
                <c:pt idx="3">
                  <c:v>0.3369845083698473</c:v>
                </c:pt>
                <c:pt idx="4">
                  <c:v>0.42446429931693574</c:v>
                </c:pt>
                <c:pt idx="5">
                  <c:v>0.4242123912395645</c:v>
                </c:pt>
                <c:pt idx="6">
                  <c:v>0.4125803196455596</c:v>
                </c:pt>
                <c:pt idx="7">
                  <c:v>0.4279628930950305</c:v>
                </c:pt>
                <c:pt idx="8">
                  <c:v>0.41019587611883684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352411638730452"/>
          <c:min val="0.329706237591832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0.04668304668304668</c:v>
                </c:pt>
                <c:pt idx="1">
                  <c:v>0.08648648648648649</c:v>
                </c:pt>
                <c:pt idx="2">
                  <c:v>0.05476190476190476</c:v>
                </c:pt>
                <c:pt idx="3">
                  <c:v>0.060133630289532294</c:v>
                </c:pt>
                <c:pt idx="4">
                  <c:v>0.05152224824355972</c:v>
                </c:pt>
                <c:pt idx="5">
                  <c:v>0.06331877729257641</c:v>
                </c:pt>
                <c:pt idx="6">
                  <c:v>0.02968036529680365</c:v>
                </c:pt>
                <c:pt idx="7">
                  <c:v>0.03818615751789976</c:v>
                </c:pt>
                <c:pt idx="8">
                  <c:v>0.03787878787878788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0.15048543689320387</c:v>
                </c:pt>
                <c:pt idx="1">
                  <c:v>0.13583815028901733</c:v>
                </c:pt>
                <c:pt idx="2">
                  <c:v>0.0967741935483871</c:v>
                </c:pt>
                <c:pt idx="3">
                  <c:v>0.1116751269035533</c:v>
                </c:pt>
                <c:pt idx="4">
                  <c:v>0.11042944785276074</c:v>
                </c:pt>
                <c:pt idx="5">
                  <c:v>0.1485148514851485</c:v>
                </c:pt>
                <c:pt idx="6">
                  <c:v>0.19363395225464192</c:v>
                </c:pt>
                <c:pt idx="7">
                  <c:v>0.19186046511627908</c:v>
                </c:pt>
                <c:pt idx="8">
                  <c:v>0.19518716577540107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0842770981368886"/>
          <c:min val="0.01643982125851585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6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0.0898876404494382</c:v>
                </c:pt>
                <c:pt idx="1">
                  <c:v>0.046052631578947366</c:v>
                </c:pt>
                <c:pt idx="2">
                  <c:v>0.09340659340659341</c:v>
                </c:pt>
                <c:pt idx="3">
                  <c:v>0.11917098445595854</c:v>
                </c:pt>
                <c:pt idx="4">
                  <c:v>0.14736842105263157</c:v>
                </c:pt>
                <c:pt idx="5">
                  <c:v>0.11428571428571428</c:v>
                </c:pt>
                <c:pt idx="6">
                  <c:v>0.19915254237288135</c:v>
                </c:pt>
                <c:pt idx="7">
                  <c:v>0.2440944881889764</c:v>
                </c:pt>
                <c:pt idx="8">
                  <c:v>0.20982142857142858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0.16037735849056603</c:v>
                </c:pt>
                <c:pt idx="1">
                  <c:v>0.15463917525773196</c:v>
                </c:pt>
                <c:pt idx="2">
                  <c:v>0.23076923076923078</c:v>
                </c:pt>
                <c:pt idx="3">
                  <c:v>0.23728813559322035</c:v>
                </c:pt>
                <c:pt idx="4">
                  <c:v>0.1826086956521739</c:v>
                </c:pt>
                <c:pt idx="5">
                  <c:v>0.21428571428571427</c:v>
                </c:pt>
                <c:pt idx="6">
                  <c:v>0.24568965517241378</c:v>
                </c:pt>
                <c:pt idx="7">
                  <c:v>0.24752475247524752</c:v>
                </c:pt>
                <c:pt idx="8">
                  <c:v>0.27705627705627706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9553656869446343"/>
          <c:min val="0.027572339940760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6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0.018575851393188854</c:v>
                </c:pt>
                <c:pt idx="1">
                  <c:v>0.03691275167785235</c:v>
                </c:pt>
                <c:pt idx="2">
                  <c:v>0.04778156996587031</c:v>
                </c:pt>
                <c:pt idx="3">
                  <c:v>0.03303303303303303</c:v>
                </c:pt>
                <c:pt idx="4">
                  <c:v>0.0581039755351682</c:v>
                </c:pt>
                <c:pt idx="5">
                  <c:v>0.1118421052631579</c:v>
                </c:pt>
                <c:pt idx="6">
                  <c:v>0.02040816326530612</c:v>
                </c:pt>
                <c:pt idx="7">
                  <c:v>0.0707395498392283</c:v>
                </c:pt>
                <c:pt idx="8">
                  <c:v>0.05263157894736842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0.05466237942122187</c:v>
                </c:pt>
                <c:pt idx="1">
                  <c:v>0.13149847094801223</c:v>
                </c:pt>
                <c:pt idx="2">
                  <c:v>0.12464589235127478</c:v>
                </c:pt>
                <c:pt idx="3">
                  <c:v>0.14244186046511628</c:v>
                </c:pt>
                <c:pt idx="4">
                  <c:v>0.14935064935064934</c:v>
                </c:pt>
                <c:pt idx="5">
                  <c:v>0.10704225352112676</c:v>
                </c:pt>
                <c:pt idx="6">
                  <c:v>0.10540540540540541</c:v>
                </c:pt>
                <c:pt idx="7">
                  <c:v>0.1256544502617801</c:v>
                </c:pt>
                <c:pt idx="8">
                  <c:v>0.11484593837535013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5981263318724617"/>
          <c:min val="0.0081138675565920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7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0.11335403726708075</c:v>
                </c:pt>
                <c:pt idx="1">
                  <c:v>0.11909262759924386</c:v>
                </c:pt>
                <c:pt idx="2">
                  <c:v>0.12057877813504823</c:v>
                </c:pt>
                <c:pt idx="3">
                  <c:v>0.09555189456342669</c:v>
                </c:pt>
                <c:pt idx="4">
                  <c:v>0.1116751269035533</c:v>
                </c:pt>
                <c:pt idx="5">
                  <c:v>0.078125</c:v>
                </c:pt>
                <c:pt idx="6">
                  <c:v>0.09037037037037036</c:v>
                </c:pt>
                <c:pt idx="7">
                  <c:v>0.07201309328968904</c:v>
                </c:pt>
                <c:pt idx="8">
                  <c:v>0.10132890365448505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0.07439446366782007</c:v>
                </c:pt>
                <c:pt idx="1">
                  <c:v>0.16377649325626203</c:v>
                </c:pt>
                <c:pt idx="2">
                  <c:v>0.14285714285714285</c:v>
                </c:pt>
                <c:pt idx="3">
                  <c:v>0.16510903426791276</c:v>
                </c:pt>
                <c:pt idx="4">
                  <c:v>0.1493212669683258</c:v>
                </c:pt>
                <c:pt idx="5">
                  <c:v>0.10703363914373089</c:v>
                </c:pt>
                <c:pt idx="6">
                  <c:v>0.16468842729970326</c:v>
                </c:pt>
                <c:pt idx="7">
                  <c:v>0.25258493353028066</c:v>
                </c:pt>
                <c:pt idx="8">
                  <c:v>0.2678843226788432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8355402102997557"/>
          <c:min val="0.056343394938556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7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0.12910798122065728</c:v>
                </c:pt>
                <c:pt idx="1">
                  <c:v>0.14180929095354522</c:v>
                </c:pt>
                <c:pt idx="2">
                  <c:v>0.12661498708010335</c:v>
                </c:pt>
                <c:pt idx="3">
                  <c:v>0.164021164021164</c:v>
                </c:pt>
                <c:pt idx="4">
                  <c:v>0.10582010582010581</c:v>
                </c:pt>
                <c:pt idx="5">
                  <c:v>0.10298102981029811</c:v>
                </c:pt>
                <c:pt idx="6">
                  <c:v>0.09444444444444444</c:v>
                </c:pt>
                <c:pt idx="7">
                  <c:v>0.07323943661971831</c:v>
                </c:pt>
                <c:pt idx="8">
                  <c:v>0.08092485549132948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0.1534090909090909</c:v>
                </c:pt>
                <c:pt idx="1">
                  <c:v>0.1464088397790055</c:v>
                </c:pt>
                <c:pt idx="2">
                  <c:v>0.16964285714285715</c:v>
                </c:pt>
                <c:pt idx="3">
                  <c:v>0.16666666666666666</c:v>
                </c:pt>
                <c:pt idx="4">
                  <c:v>0.21067415730337077</c:v>
                </c:pt>
                <c:pt idx="5">
                  <c:v>0.20361990950226244</c:v>
                </c:pt>
                <c:pt idx="6">
                  <c:v>0.20044543429844097</c:v>
                </c:pt>
                <c:pt idx="7">
                  <c:v>0.14898989898989898</c:v>
                </c:pt>
                <c:pt idx="8">
                  <c:v>0.1571072319201995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2166893495806297"/>
          <c:min val="0.0622446589650261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7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0.1656441717791411</c:v>
                </c:pt>
                <c:pt idx="1">
                  <c:v>0.16666666666666666</c:v>
                </c:pt>
                <c:pt idx="2">
                  <c:v>0.17557251908396945</c:v>
                </c:pt>
                <c:pt idx="3">
                  <c:v>0.23076923076923078</c:v>
                </c:pt>
                <c:pt idx="4">
                  <c:v>0.18064516129032257</c:v>
                </c:pt>
                <c:pt idx="5">
                  <c:v>0.15606936416184972</c:v>
                </c:pt>
                <c:pt idx="6">
                  <c:v>0.18902439024390244</c:v>
                </c:pt>
                <c:pt idx="7">
                  <c:v>0.14736842105263157</c:v>
                </c:pt>
                <c:pt idx="8">
                  <c:v>0.17687074829931973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0.14857142857142858</c:v>
                </c:pt>
                <c:pt idx="1">
                  <c:v>0.10294117647058823</c:v>
                </c:pt>
                <c:pt idx="2">
                  <c:v>0.1464968152866242</c:v>
                </c:pt>
                <c:pt idx="3">
                  <c:v>0.15337423312883436</c:v>
                </c:pt>
                <c:pt idx="4">
                  <c:v>0.14285714285714285</c:v>
                </c:pt>
                <c:pt idx="5">
                  <c:v>0.11801242236024845</c:v>
                </c:pt>
                <c:pt idx="6">
                  <c:v>0.09826589595375723</c:v>
                </c:pt>
                <c:pt idx="7">
                  <c:v>0.11702127659574468</c:v>
                </c:pt>
                <c:pt idx="8">
                  <c:v>0.1328125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4136949755446865"/>
          <c:min val="0.0876656291685193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7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0.18586387434554974</c:v>
                </c:pt>
                <c:pt idx="1">
                  <c:v>0.2086230876216968</c:v>
                </c:pt>
                <c:pt idx="2">
                  <c:v>0.14350282485875707</c:v>
                </c:pt>
                <c:pt idx="3">
                  <c:v>0.10640870616686819</c:v>
                </c:pt>
                <c:pt idx="4">
                  <c:v>0.11264080100125157</c:v>
                </c:pt>
                <c:pt idx="5">
                  <c:v>0.08375634517766498</c:v>
                </c:pt>
                <c:pt idx="6">
                  <c:v>0.06572164948453608</c:v>
                </c:pt>
                <c:pt idx="7">
                  <c:v>0.11616766467065869</c:v>
                </c:pt>
                <c:pt idx="8">
                  <c:v>0.18479685452162517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0.07551240560949299</c:v>
                </c:pt>
                <c:pt idx="1">
                  <c:v>0.06607369758576874</c:v>
                </c:pt>
                <c:pt idx="2">
                  <c:v>0.06277056277056277</c:v>
                </c:pt>
                <c:pt idx="3">
                  <c:v>0.09216101694915255</c:v>
                </c:pt>
                <c:pt idx="4">
                  <c:v>0.06885245901639345</c:v>
                </c:pt>
                <c:pt idx="5">
                  <c:v>0.11217948717948718</c:v>
                </c:pt>
                <c:pt idx="6">
                  <c:v>0.16770833333333332</c:v>
                </c:pt>
                <c:pt idx="7">
                  <c:v>0.1271282633371169</c:v>
                </c:pt>
                <c:pt idx="8">
                  <c:v>0.10011641443538999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202912896097875"/>
          <c:min val="0.05110236078247204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7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0.18887530562347188</c:v>
                </c:pt>
                <c:pt idx="1">
                  <c:v>0.1809775429326288</c:v>
                </c:pt>
                <c:pt idx="2">
                  <c:v>0.16234567901234567</c:v>
                </c:pt>
                <c:pt idx="3">
                  <c:v>0.15448968209704406</c:v>
                </c:pt>
                <c:pt idx="4">
                  <c:v>0.15730337078651685</c:v>
                </c:pt>
                <c:pt idx="5">
                  <c:v>0.14933837429111532</c:v>
                </c:pt>
                <c:pt idx="6">
                  <c:v>0.1404526987811956</c:v>
                </c:pt>
                <c:pt idx="7">
                  <c:v>0.1642567958357432</c:v>
                </c:pt>
                <c:pt idx="8">
                  <c:v>0.15218811234487264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0.13295526149968495</c:v>
                </c:pt>
                <c:pt idx="1">
                  <c:v>0.16447823082239116</c:v>
                </c:pt>
                <c:pt idx="2">
                  <c:v>0.14106395696353854</c:v>
                </c:pt>
                <c:pt idx="3">
                  <c:v>0.1444141689373297</c:v>
                </c:pt>
                <c:pt idx="4">
                  <c:v>0.13690476190476192</c:v>
                </c:pt>
                <c:pt idx="5">
                  <c:v>0.13560334528076465</c:v>
                </c:pt>
                <c:pt idx="6">
                  <c:v>0.14783139890042762</c:v>
                </c:pt>
                <c:pt idx="7">
                  <c:v>0.15158636897767333</c:v>
                </c:pt>
                <c:pt idx="8">
                  <c:v>0.15741935483870967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9334890915337483"/>
          <c:min val="0.12848165796978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7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0.11131725417439703</c:v>
                </c:pt>
                <c:pt idx="1">
                  <c:v>0.10305343511450382</c:v>
                </c:pt>
                <c:pt idx="2">
                  <c:v>0.13644859813084112</c:v>
                </c:pt>
                <c:pt idx="3">
                  <c:v>0.12410071942446044</c:v>
                </c:pt>
                <c:pt idx="4">
                  <c:v>0.11149825783972125</c:v>
                </c:pt>
                <c:pt idx="5">
                  <c:v>0.10405643738977072</c:v>
                </c:pt>
                <c:pt idx="6">
                  <c:v>0.14013840830449828</c:v>
                </c:pt>
                <c:pt idx="7">
                  <c:v>0.14017094017094017</c:v>
                </c:pt>
                <c:pt idx="8">
                  <c:v>0.09931506849315068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0.13170731707317074</c:v>
                </c:pt>
                <c:pt idx="1">
                  <c:v>0.1316793893129771</c:v>
                </c:pt>
                <c:pt idx="2">
                  <c:v>0.10214168039538715</c:v>
                </c:pt>
                <c:pt idx="3">
                  <c:v>0.11842105263157894</c:v>
                </c:pt>
                <c:pt idx="4">
                  <c:v>0.10015649452269171</c:v>
                </c:pt>
                <c:pt idx="5">
                  <c:v>0.08634222919937205</c:v>
                </c:pt>
                <c:pt idx="6">
                  <c:v>0.10126582278481013</c:v>
                </c:pt>
                <c:pt idx="7">
                  <c:v>0.12183544303797468</c:v>
                </c:pt>
                <c:pt idx="8">
                  <c:v>0.10773899848254932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4447723704866564"/>
          <c:min val="0.08203593232164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7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0.125</c:v>
                </c:pt>
                <c:pt idx="1">
                  <c:v>0.11339244050396641</c:v>
                </c:pt>
                <c:pt idx="2">
                  <c:v>0.12769704975781593</c:v>
                </c:pt>
                <c:pt idx="3">
                  <c:v>0.1511831726555653</c:v>
                </c:pt>
                <c:pt idx="4">
                  <c:v>0.15539947322212466</c:v>
                </c:pt>
                <c:pt idx="5">
                  <c:v>0.14106988783433994</c:v>
                </c:pt>
                <c:pt idx="6">
                  <c:v>0.1362862010221465</c:v>
                </c:pt>
                <c:pt idx="7">
                  <c:v>0.13458262350936967</c:v>
                </c:pt>
                <c:pt idx="8">
                  <c:v>0.11625708884688091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0.11658382286488929</c:v>
                </c:pt>
                <c:pt idx="1">
                  <c:v>0.11829573934837093</c:v>
                </c:pt>
                <c:pt idx="2">
                  <c:v>0.10888888888888888</c:v>
                </c:pt>
                <c:pt idx="3">
                  <c:v>0.15854214123006835</c:v>
                </c:pt>
                <c:pt idx="4">
                  <c:v>0.12994350282485875</c:v>
                </c:pt>
                <c:pt idx="5">
                  <c:v>0.13755656108597286</c:v>
                </c:pt>
                <c:pt idx="6">
                  <c:v>0.133244798583444</c:v>
                </c:pt>
                <c:pt idx="7">
                  <c:v>0.13096309630963096</c:v>
                </c:pt>
                <c:pt idx="8">
                  <c:v>0.12280701754385964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625144014173627"/>
          <c:min val="0.1049166287015945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7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0.21052631578947367</c:v>
                </c:pt>
                <c:pt idx="1">
                  <c:v>0.21052631578947367</c:v>
                </c:pt>
                <c:pt idx="2">
                  <c:v>0.21052631578947367</c:v>
                </c:pt>
                <c:pt idx="3">
                  <c:v>0.21052631578947367</c:v>
                </c:pt>
                <c:pt idx="4">
                  <c:v>0.21052631578947367</c:v>
                </c:pt>
                <c:pt idx="5">
                  <c:v>0.21052631578947367</c:v>
                </c:pt>
                <c:pt idx="6">
                  <c:v>0.21052631578947367</c:v>
                </c:pt>
                <c:pt idx="7">
                  <c:v>0.21052631578947367</c:v>
                </c:pt>
                <c:pt idx="8">
                  <c:v>0.21052631578947367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66835699081533"/>
          <c:min val="0.16738630884480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7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0.23308270676691728</c:v>
                </c:pt>
                <c:pt idx="1">
                  <c:v>0.18114143920595532</c:v>
                </c:pt>
                <c:pt idx="2">
                  <c:v>0.21772151898734177</c:v>
                </c:pt>
                <c:pt idx="3">
                  <c:v>0.20243902439024392</c:v>
                </c:pt>
                <c:pt idx="4">
                  <c:v>0.33410672853828305</c:v>
                </c:pt>
                <c:pt idx="5">
                  <c:v>0.33638443935926776</c:v>
                </c:pt>
                <c:pt idx="6">
                  <c:v>0.31072210065645517</c:v>
                </c:pt>
                <c:pt idx="7">
                  <c:v>0.28941176470588237</c:v>
                </c:pt>
                <c:pt idx="8">
                  <c:v>0.35308056872037913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66835699081533"/>
          <c:min val="0.16738630884480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7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0.12629757785467127</c:v>
                </c:pt>
                <c:pt idx="1">
                  <c:v>0.12629757785467127</c:v>
                </c:pt>
                <c:pt idx="2">
                  <c:v>0.12629757785467127</c:v>
                </c:pt>
                <c:pt idx="3">
                  <c:v>0.12629757785467127</c:v>
                </c:pt>
                <c:pt idx="4">
                  <c:v>0.12629757785467127</c:v>
                </c:pt>
                <c:pt idx="5">
                  <c:v>0.12629757785467127</c:v>
                </c:pt>
                <c:pt idx="6">
                  <c:v>0.12629757785467127</c:v>
                </c:pt>
                <c:pt idx="7">
                  <c:v>0.12629757785467127</c:v>
                </c:pt>
                <c:pt idx="8">
                  <c:v>0.12629757785467127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8336351139972504"/>
          <c:min val="0.058915274946938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8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0.07439446366782007</c:v>
                </c:pt>
                <c:pt idx="1">
                  <c:v>0.16377649325626203</c:v>
                </c:pt>
                <c:pt idx="2">
                  <c:v>0.14285714285714285</c:v>
                </c:pt>
                <c:pt idx="3">
                  <c:v>0.16510903426791276</c:v>
                </c:pt>
                <c:pt idx="4">
                  <c:v>0.1493212669683258</c:v>
                </c:pt>
                <c:pt idx="5">
                  <c:v>0.10703363914373089</c:v>
                </c:pt>
                <c:pt idx="6">
                  <c:v>0.16468842729970326</c:v>
                </c:pt>
                <c:pt idx="7">
                  <c:v>0.25258493353028066</c:v>
                </c:pt>
                <c:pt idx="8">
                  <c:v>0.2678843226788432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8336351139972504"/>
          <c:min val="0.058915274946938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8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0.040637450199203194</c:v>
                </c:pt>
                <c:pt idx="1">
                  <c:v>0.040637450199203194</c:v>
                </c:pt>
                <c:pt idx="2">
                  <c:v>0.040637450199203194</c:v>
                </c:pt>
                <c:pt idx="3">
                  <c:v>0.040637450199203194</c:v>
                </c:pt>
                <c:pt idx="4">
                  <c:v>0.040637450199203194</c:v>
                </c:pt>
                <c:pt idx="5">
                  <c:v>0.040637450199203194</c:v>
                </c:pt>
                <c:pt idx="6">
                  <c:v>0.040637450199203194</c:v>
                </c:pt>
                <c:pt idx="7">
                  <c:v>0.040637450199203194</c:v>
                </c:pt>
                <c:pt idx="8">
                  <c:v>0.040637450199203194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855530809205643"/>
          <c:min val="0.0083786191536748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8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0.016666666666666666</c:v>
                </c:pt>
                <c:pt idx="1">
                  <c:v>0.04176904176904177</c:v>
                </c:pt>
                <c:pt idx="2">
                  <c:v>0.0630841121495327</c:v>
                </c:pt>
                <c:pt idx="3">
                  <c:v>0.06621004566210045</c:v>
                </c:pt>
                <c:pt idx="4">
                  <c:v>0.08983451536643026</c:v>
                </c:pt>
                <c:pt idx="5">
                  <c:v>0.07729468599033816</c:v>
                </c:pt>
                <c:pt idx="6">
                  <c:v>0.11608961303462322</c:v>
                </c:pt>
                <c:pt idx="7">
                  <c:v>0.11764705882352941</c:v>
                </c:pt>
                <c:pt idx="8">
                  <c:v>0.12026726057906459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855530809205643"/>
          <c:min val="0.0083786191536748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8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0.18341307814992028</c:v>
                </c:pt>
                <c:pt idx="1">
                  <c:v>0.18341307814992028</c:v>
                </c:pt>
                <c:pt idx="2">
                  <c:v>0.18341307814992028</c:v>
                </c:pt>
                <c:pt idx="3">
                  <c:v>0.18341307814992028</c:v>
                </c:pt>
                <c:pt idx="4">
                  <c:v>0.18341307814992028</c:v>
                </c:pt>
                <c:pt idx="5">
                  <c:v>0.18341307814992028</c:v>
                </c:pt>
                <c:pt idx="6">
                  <c:v>0.18341307814992028</c:v>
                </c:pt>
                <c:pt idx="7">
                  <c:v>0.18341307814992028</c:v>
                </c:pt>
                <c:pt idx="8">
                  <c:v>0.18341307814992028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8684964520016065"/>
          <c:min val="0.1448458071138483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8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0.16037735849056603</c:v>
                </c:pt>
                <c:pt idx="1">
                  <c:v>0.15463917525773196</c:v>
                </c:pt>
                <c:pt idx="2">
                  <c:v>0.23076923076923078</c:v>
                </c:pt>
                <c:pt idx="3">
                  <c:v>0.23728813559322035</c:v>
                </c:pt>
                <c:pt idx="4">
                  <c:v>0.1826086956521739</c:v>
                </c:pt>
                <c:pt idx="5">
                  <c:v>0.21428571428571427</c:v>
                </c:pt>
                <c:pt idx="6">
                  <c:v>0.24568965517241378</c:v>
                </c:pt>
                <c:pt idx="7">
                  <c:v>0.24752475247524752</c:v>
                </c:pt>
                <c:pt idx="8">
                  <c:v>0.27705627705627706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8684964520016065"/>
          <c:min val="0.1448458071138483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8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0.12831858407079647</c:v>
                </c:pt>
                <c:pt idx="1">
                  <c:v>0.12831858407079647</c:v>
                </c:pt>
                <c:pt idx="2">
                  <c:v>0.12831858407079647</c:v>
                </c:pt>
                <c:pt idx="3">
                  <c:v>0.12831858407079647</c:v>
                </c:pt>
                <c:pt idx="4">
                  <c:v>0.12831858407079647</c:v>
                </c:pt>
                <c:pt idx="5">
                  <c:v>0.12831858407079647</c:v>
                </c:pt>
                <c:pt idx="6">
                  <c:v>0.12831858407079647</c:v>
                </c:pt>
                <c:pt idx="7">
                  <c:v>0.12831858407079647</c:v>
                </c:pt>
                <c:pt idx="8">
                  <c:v>0.12831858407079647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030602035535622"/>
          <c:min val="0.088901155770225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8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0.15048543689320387</c:v>
                </c:pt>
                <c:pt idx="1">
                  <c:v>0.13583815028901733</c:v>
                </c:pt>
                <c:pt idx="2">
                  <c:v>0.0967741935483871</c:v>
                </c:pt>
                <c:pt idx="3">
                  <c:v>0.1116751269035533</c:v>
                </c:pt>
                <c:pt idx="4">
                  <c:v>0.11042944785276074</c:v>
                </c:pt>
                <c:pt idx="5">
                  <c:v>0.1485148514851485</c:v>
                </c:pt>
                <c:pt idx="6">
                  <c:v>0.19363395225464192</c:v>
                </c:pt>
                <c:pt idx="7">
                  <c:v>0.19186046511627908</c:v>
                </c:pt>
                <c:pt idx="8">
                  <c:v>0.19518716577540107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030602035535622"/>
          <c:min val="0.088901155770225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9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c:v>
                </c:pt>
                <c:pt idx="1">
                  <c:v>0</c:v>
                </c:pt>
                <c:pt idx="2">
                  <c:v>0.001976284584980237</c:v>
                </c:pt>
                <c:pt idx="3">
                  <c:v>0</c:v>
                </c:pt>
                <c:pt idx="4">
                  <c:v>0.0017761989342806395</c:v>
                </c:pt>
                <c:pt idx="5">
                  <c:v>0.0018867924528301887</c:v>
                </c:pt>
                <c:pt idx="6">
                  <c:v>0.0037735849056603774</c:v>
                </c:pt>
                <c:pt idx="7">
                  <c:v>0</c:v>
                </c:pt>
                <c:pt idx="8">
                  <c:v>0</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0.003616636528028933</c:v>
                </c:pt>
                <c:pt idx="1">
                  <c:v>0.24609375</c:v>
                </c:pt>
                <c:pt idx="2">
                  <c:v>0.16339869281045752</c:v>
                </c:pt>
                <c:pt idx="3">
                  <c:v>0.16306156405990016</c:v>
                </c:pt>
                <c:pt idx="4">
                  <c:v>0.1684981684981685</c:v>
                </c:pt>
                <c:pt idx="5">
                  <c:v>0.14188034188034188</c:v>
                </c:pt>
                <c:pt idx="6">
                  <c:v>0.16387959866220736</c:v>
                </c:pt>
                <c:pt idx="7">
                  <c:v>0.13863216266173753</c:v>
                </c:pt>
                <c:pt idx="8">
                  <c:v>0.16337522441651706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6578125"/>
          <c:min val="-0.019687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9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0.018779342723004695</c:v>
                </c:pt>
                <c:pt idx="1">
                  <c:v>0.034229828850855744</c:v>
                </c:pt>
                <c:pt idx="2">
                  <c:v>0.015503875968992248</c:v>
                </c:pt>
                <c:pt idx="3">
                  <c:v>0.07671957671957672</c:v>
                </c:pt>
                <c:pt idx="4">
                  <c:v>0.042328042328042326</c:v>
                </c:pt>
                <c:pt idx="5">
                  <c:v>0.03523035230352303</c:v>
                </c:pt>
                <c:pt idx="6">
                  <c:v>0.044444444444444446</c:v>
                </c:pt>
                <c:pt idx="7">
                  <c:v>0.011267605633802818</c:v>
                </c:pt>
                <c:pt idx="8">
                  <c:v>0.031791907514450865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0.1534090909090909</c:v>
                </c:pt>
                <c:pt idx="1">
                  <c:v>0.15469613259668508</c:v>
                </c:pt>
                <c:pt idx="2">
                  <c:v>0.15178571428571427</c:v>
                </c:pt>
                <c:pt idx="3">
                  <c:v>0.19900497512437812</c:v>
                </c:pt>
                <c:pt idx="4">
                  <c:v>0.23876404494382023</c:v>
                </c:pt>
                <c:pt idx="5">
                  <c:v>0.17194570135746606</c:v>
                </c:pt>
                <c:pt idx="6">
                  <c:v>0.16481069042316257</c:v>
                </c:pt>
                <c:pt idx="7">
                  <c:v>0.16161616161616163</c:v>
                </c:pt>
                <c:pt idx="8">
                  <c:v>0.13466334164588528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569637600886216"/>
          <c:min val="-0.00693210951099857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9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0.09627329192546584</c:v>
                </c:pt>
                <c:pt idx="1">
                  <c:v>0.0831758034026465</c:v>
                </c:pt>
                <c:pt idx="2">
                  <c:v>0.08681672025723473</c:v>
                </c:pt>
                <c:pt idx="3">
                  <c:v>0.054365733113673806</c:v>
                </c:pt>
                <c:pt idx="4">
                  <c:v>0.06598984771573604</c:v>
                </c:pt>
                <c:pt idx="5">
                  <c:v>0.0515625</c:v>
                </c:pt>
                <c:pt idx="6">
                  <c:v>0.06222222222222222</c:v>
                </c:pt>
                <c:pt idx="7">
                  <c:v>0.03273322422258593</c:v>
                </c:pt>
                <c:pt idx="8">
                  <c:v>0.053156146179401995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0.05536332179930796</c:v>
                </c:pt>
                <c:pt idx="1">
                  <c:v>0.1252408477842004</c:v>
                </c:pt>
                <c:pt idx="2">
                  <c:v>0.12401883830455258</c:v>
                </c:pt>
                <c:pt idx="3">
                  <c:v>0.11682242990654206</c:v>
                </c:pt>
                <c:pt idx="4">
                  <c:v>0.09803921568627451</c:v>
                </c:pt>
                <c:pt idx="5">
                  <c:v>0.07339449541284404</c:v>
                </c:pt>
                <c:pt idx="6">
                  <c:v>0.12166172106824925</c:v>
                </c:pt>
                <c:pt idx="7">
                  <c:v>0.22156573116691286</c:v>
                </c:pt>
                <c:pt idx="8">
                  <c:v>0.2374429223744292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538196982265767"/>
          <c:min val="0.0163564483704384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9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0.004901960784313725</c:v>
                </c:pt>
                <c:pt idx="1">
                  <c:v>0.019662921348314606</c:v>
                </c:pt>
                <c:pt idx="2">
                  <c:v>0.013824884792626729</c:v>
                </c:pt>
                <c:pt idx="3">
                  <c:v>0.0072992700729927005</c:v>
                </c:pt>
                <c:pt idx="4">
                  <c:v>0.004514672686230248</c:v>
                </c:pt>
                <c:pt idx="5">
                  <c:v>0.0069605568445475635</c:v>
                </c:pt>
                <c:pt idx="6">
                  <c:v>0.004329004329004329</c:v>
                </c:pt>
                <c:pt idx="7">
                  <c:v>0.023696682464454975</c:v>
                </c:pt>
                <c:pt idx="8">
                  <c:v>0.01762114537444934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0.011904761904761904</c:v>
                </c:pt>
                <c:pt idx="1">
                  <c:v>0.05405405405405406</c:v>
                </c:pt>
                <c:pt idx="2">
                  <c:v>0.09345794392523364</c:v>
                </c:pt>
                <c:pt idx="3">
                  <c:v>0.1278538812785388</c:v>
                </c:pt>
                <c:pt idx="4">
                  <c:v>0.09219858156028368</c:v>
                </c:pt>
                <c:pt idx="5">
                  <c:v>0.05314009661835749</c:v>
                </c:pt>
                <c:pt idx="6">
                  <c:v>0.05702647657841141</c:v>
                </c:pt>
                <c:pt idx="7">
                  <c:v>0.10180995475113122</c:v>
                </c:pt>
                <c:pt idx="8">
                  <c:v>0.10022271714922049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3773587143450156"/>
          <c:min val="-0.00555298582695842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9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0.006191950464396285</c:v>
                </c:pt>
                <c:pt idx="1">
                  <c:v>0.020134228187919462</c:v>
                </c:pt>
                <c:pt idx="2">
                  <c:v>0.0034129692832764505</c:v>
                </c:pt>
                <c:pt idx="3">
                  <c:v>0.003003003003003003</c:v>
                </c:pt>
                <c:pt idx="4">
                  <c:v>0.012232415902140673</c:v>
                </c:pt>
                <c:pt idx="5">
                  <c:v>0.06907894736842106</c:v>
                </c:pt>
                <c:pt idx="6">
                  <c:v>0.01020408163265306</c:v>
                </c:pt>
                <c:pt idx="7">
                  <c:v>0.03858520900321544</c:v>
                </c:pt>
                <c:pt idx="8">
                  <c:v>0.021671826625386997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0.01929260450160772</c:v>
                </c:pt>
                <c:pt idx="1">
                  <c:v>0.10091743119266056</c:v>
                </c:pt>
                <c:pt idx="2">
                  <c:v>0.0906515580736544</c:v>
                </c:pt>
                <c:pt idx="3">
                  <c:v>0.06395348837209303</c:v>
                </c:pt>
                <c:pt idx="4">
                  <c:v>0.08116883116883117</c:v>
                </c:pt>
                <c:pt idx="5">
                  <c:v>0.0676056338028169</c:v>
                </c:pt>
                <c:pt idx="6">
                  <c:v>0.08378378378378379</c:v>
                </c:pt>
                <c:pt idx="7">
                  <c:v>0.08900523560209424</c:v>
                </c:pt>
                <c:pt idx="8">
                  <c:v>0.09523809523809523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0875058544783316"/>
          <c:min val="-0.0048301512521696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9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0.03710575139146568</c:v>
                </c:pt>
                <c:pt idx="1">
                  <c:v>0.03435114503816794</c:v>
                </c:pt>
                <c:pt idx="2">
                  <c:v>0.0616822429906542</c:v>
                </c:pt>
                <c:pt idx="3">
                  <c:v>0.06654676258992806</c:v>
                </c:pt>
                <c:pt idx="4">
                  <c:v>0.05400696864111498</c:v>
                </c:pt>
                <c:pt idx="5">
                  <c:v>0.05291005291005291</c:v>
                </c:pt>
                <c:pt idx="6">
                  <c:v>0.06228373702422145</c:v>
                </c:pt>
                <c:pt idx="7">
                  <c:v>0.05982905982905983</c:v>
                </c:pt>
                <c:pt idx="8">
                  <c:v>0.04965753424657534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0.05203252032520325</c:v>
                </c:pt>
                <c:pt idx="1">
                  <c:v>0.04198473282442748</c:v>
                </c:pt>
                <c:pt idx="2">
                  <c:v>0.03130148270181219</c:v>
                </c:pt>
                <c:pt idx="3">
                  <c:v>0.03289473684210526</c:v>
                </c:pt>
                <c:pt idx="4">
                  <c:v>0.026604068857589983</c:v>
                </c:pt>
                <c:pt idx="5">
                  <c:v>0.03453689167974882</c:v>
                </c:pt>
                <c:pt idx="6">
                  <c:v>0.04113924050632911</c:v>
                </c:pt>
                <c:pt idx="7">
                  <c:v>0.0379746835443038</c:v>
                </c:pt>
                <c:pt idx="8">
                  <c:v>0.03490136570561457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697421780885151"/>
          <c:min val="0.02340865335900293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9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0.05275498241500586</c:v>
                </c:pt>
                <c:pt idx="1">
                  <c:v>0.03636363636363636</c:v>
                </c:pt>
                <c:pt idx="2">
                  <c:v>0.055288461538461536</c:v>
                </c:pt>
                <c:pt idx="3">
                  <c:v>0.04199772985244041</c:v>
                </c:pt>
                <c:pt idx="4">
                  <c:v>0.023837902264600714</c:v>
                </c:pt>
                <c:pt idx="5">
                  <c:v>0.005194805194805195</c:v>
                </c:pt>
                <c:pt idx="6">
                  <c:v>0.007380073800738007</c:v>
                </c:pt>
                <c:pt idx="7">
                  <c:v>0.0011641443538998836</c:v>
                </c:pt>
                <c:pt idx="8">
                  <c:v>0.007633587786259542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0.00902061855670103</c:v>
                </c:pt>
                <c:pt idx="1">
                  <c:v>0.007587253414264037</c:v>
                </c:pt>
                <c:pt idx="2">
                  <c:v>0.007228915662650603</c:v>
                </c:pt>
                <c:pt idx="3">
                  <c:v>0.011673151750972763</c:v>
                </c:pt>
                <c:pt idx="4">
                  <c:v>0.008674101610904586</c:v>
                </c:pt>
                <c:pt idx="5">
                  <c:v>0.02278481012658228</c:v>
                </c:pt>
                <c:pt idx="6">
                  <c:v>0.008674101610904586</c:v>
                </c:pt>
                <c:pt idx="7">
                  <c:v>0.013613861386138614</c:v>
                </c:pt>
                <c:pt idx="8">
                  <c:v>0.005517241379310344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59618406913226465"/>
          <c:min val="-0.00316580102086504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0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0.10340314136125654</c:v>
                </c:pt>
                <c:pt idx="1">
                  <c:v>0.06815020862308763</c:v>
                </c:pt>
                <c:pt idx="2">
                  <c:v>0.07457627118644068</c:v>
                </c:pt>
                <c:pt idx="3">
                  <c:v>0.06771463119709795</c:v>
                </c:pt>
                <c:pt idx="4">
                  <c:v>0.08135168961201501</c:v>
                </c:pt>
                <c:pt idx="5">
                  <c:v>0.06472081218274112</c:v>
                </c:pt>
                <c:pt idx="6">
                  <c:v>0.028350515463917526</c:v>
                </c:pt>
                <c:pt idx="7">
                  <c:v>0.0562874251497006</c:v>
                </c:pt>
                <c:pt idx="8">
                  <c:v>0.04849279161205767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0.06796116504854369</c:v>
                </c:pt>
                <c:pt idx="1">
                  <c:v>0.06734434561626429</c:v>
                </c:pt>
                <c:pt idx="2">
                  <c:v>0.06818181818181818</c:v>
                </c:pt>
                <c:pt idx="3">
                  <c:v>0.06885593220338983</c:v>
                </c:pt>
                <c:pt idx="4">
                  <c:v>0.02841530054644809</c:v>
                </c:pt>
                <c:pt idx="5">
                  <c:v>0.03739316239316239</c:v>
                </c:pt>
                <c:pt idx="6">
                  <c:v>0.058333333333333334</c:v>
                </c:pt>
                <c:pt idx="7">
                  <c:v>0.039727582292849034</c:v>
                </c:pt>
                <c:pt idx="8">
                  <c:v>0.034924330616996506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0940735143304367"/>
          <c:min val="0.0223463053921304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0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0.13753056234718827</c:v>
                </c:pt>
                <c:pt idx="1">
                  <c:v>0.130779392338177</c:v>
                </c:pt>
                <c:pt idx="2">
                  <c:v>0.1117283950617284</c:v>
                </c:pt>
                <c:pt idx="3">
                  <c:v>0.10540992749581707</c:v>
                </c:pt>
                <c:pt idx="4">
                  <c:v>0.10999408633944412</c:v>
                </c:pt>
                <c:pt idx="5">
                  <c:v>0.10270951480781348</c:v>
                </c:pt>
                <c:pt idx="6">
                  <c:v>0.09576320371445154</c:v>
                </c:pt>
                <c:pt idx="7">
                  <c:v>0.11509543088490456</c:v>
                </c:pt>
                <c:pt idx="8">
                  <c:v>0.11169170476812541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0.0976685570258349</c:v>
                </c:pt>
                <c:pt idx="1">
                  <c:v>0.1078092605390463</c:v>
                </c:pt>
                <c:pt idx="2">
                  <c:v>0.10520023909145249</c:v>
                </c:pt>
                <c:pt idx="3">
                  <c:v>0.09673024523160763</c:v>
                </c:pt>
                <c:pt idx="4">
                  <c:v>0.08597883597883597</c:v>
                </c:pt>
                <c:pt idx="5">
                  <c:v>0.0961768219832736</c:v>
                </c:pt>
                <c:pt idx="6">
                  <c:v>0.10995723885155773</c:v>
                </c:pt>
                <c:pt idx="7">
                  <c:v>0.11163337250293771</c:v>
                </c:pt>
                <c:pt idx="8">
                  <c:v>0.10709677419354839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4165470045665646"/>
          <c:min val="0.0818546978693677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0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0.11467576791808874</c:v>
                </c:pt>
                <c:pt idx="1">
                  <c:v>0.10768113310332304</c:v>
                </c:pt>
                <c:pt idx="2">
                  <c:v>0.12543844997494571</c:v>
                </c:pt>
                <c:pt idx="3">
                  <c:v>0.12127269698484092</c:v>
                </c:pt>
                <c:pt idx="4">
                  <c:v>0.1303835800807537</c:v>
                </c:pt>
                <c:pt idx="5">
                  <c:v>0.11039620724686759</c:v>
                </c:pt>
                <c:pt idx="6">
                  <c:v>0.10630306988896146</c:v>
                </c:pt>
                <c:pt idx="7">
                  <c:v>0.12378721980595517</c:v>
                </c:pt>
                <c:pt idx="8">
                  <c:v>0.11260945709281961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0.1166832174776564</c:v>
                </c:pt>
                <c:pt idx="1">
                  <c:v>0.11948599923283468</c:v>
                </c:pt>
                <c:pt idx="2">
                  <c:v>0.12007257133432295</c:v>
                </c:pt>
                <c:pt idx="3">
                  <c:v>0.11531595858621921</c:v>
                </c:pt>
                <c:pt idx="4">
                  <c:v>0.10996029691006387</c:v>
                </c:pt>
                <c:pt idx="5">
                  <c:v>0.10762109439576789</c:v>
                </c:pt>
                <c:pt idx="6">
                  <c:v>0.1080737444373808</c:v>
                </c:pt>
                <c:pt idx="7">
                  <c:v>0.1077430501020889</c:v>
                </c:pt>
                <c:pt idx="8">
                  <c:v>0.10649947015188979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3231002089609709"/>
          <c:min val="0.104376629073618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0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0.10149942329873127</c:v>
                </c:pt>
                <c:pt idx="1">
                  <c:v>0.10149942329873127</c:v>
                </c:pt>
                <c:pt idx="2">
                  <c:v>0.10149942329873127</c:v>
                </c:pt>
                <c:pt idx="3">
                  <c:v>0.10149942329873127</c:v>
                </c:pt>
                <c:pt idx="4">
                  <c:v>0.10149942329873127</c:v>
                </c:pt>
                <c:pt idx="5">
                  <c:v>0.10149942329873127</c:v>
                </c:pt>
                <c:pt idx="6">
                  <c:v>0.10149942329873127</c:v>
                </c:pt>
                <c:pt idx="7">
                  <c:v>0.10149942329873127</c:v>
                </c:pt>
                <c:pt idx="8">
                  <c:v>0.10149942329873127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520092904204389"/>
          <c:min val="0.0407969537532982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0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0.05536332179930796</c:v>
                </c:pt>
                <c:pt idx="1">
                  <c:v>0.1252408477842004</c:v>
                </c:pt>
                <c:pt idx="2">
                  <c:v>0.12401883830455258</c:v>
                </c:pt>
                <c:pt idx="3">
                  <c:v>0.11682242990654206</c:v>
                </c:pt>
                <c:pt idx="4">
                  <c:v>0.09803921568627451</c:v>
                </c:pt>
                <c:pt idx="5">
                  <c:v>0.07339449541284404</c:v>
                </c:pt>
                <c:pt idx="6">
                  <c:v>0.12166172106824925</c:v>
                </c:pt>
                <c:pt idx="7">
                  <c:v>0.22156573116691286</c:v>
                </c:pt>
                <c:pt idx="8">
                  <c:v>0.2374429223744292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520092904204389"/>
          <c:min val="0.0407969537532982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0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0.10845295055821372</c:v>
                </c:pt>
                <c:pt idx="1">
                  <c:v>0.10845295055821372</c:v>
                </c:pt>
                <c:pt idx="2">
                  <c:v>0.10845295055821372</c:v>
                </c:pt>
                <c:pt idx="3">
                  <c:v>0.10845295055821372</c:v>
                </c:pt>
                <c:pt idx="4">
                  <c:v>0.10845295055821372</c:v>
                </c:pt>
                <c:pt idx="5">
                  <c:v>0.10845295055821372</c:v>
                </c:pt>
                <c:pt idx="6">
                  <c:v>0.10845295055821372</c:v>
                </c:pt>
                <c:pt idx="7">
                  <c:v>0.10845295055821372</c:v>
                </c:pt>
                <c:pt idx="8">
                  <c:v>0.10845295055821372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2154373927958834"/>
          <c:min val="0.0849170954831332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0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0.09433962264150944</c:v>
                </c:pt>
                <c:pt idx="1">
                  <c:v>0.11855670103092783</c:v>
                </c:pt>
                <c:pt idx="2">
                  <c:v>0.11312217194570136</c:v>
                </c:pt>
                <c:pt idx="3">
                  <c:v>0.1440677966101695</c:v>
                </c:pt>
                <c:pt idx="4">
                  <c:v>0.12173913043478261</c:v>
                </c:pt>
                <c:pt idx="5">
                  <c:v>0.1388888888888889</c:v>
                </c:pt>
                <c:pt idx="6">
                  <c:v>0.125</c:v>
                </c:pt>
                <c:pt idx="7">
                  <c:v>0.14356435643564355</c:v>
                </c:pt>
                <c:pt idx="8">
                  <c:v>0.21212121212121213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2154373927958834"/>
          <c:min val="0.0849170954831332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0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0.007407407407407408</c:v>
                </c:pt>
                <c:pt idx="1">
                  <c:v>0.007407407407407408</c:v>
                </c:pt>
                <c:pt idx="2">
                  <c:v>0.007407407407407408</c:v>
                </c:pt>
                <c:pt idx="3">
                  <c:v>0.007407407407407408</c:v>
                </c:pt>
                <c:pt idx="4">
                  <c:v>0.007407407407407408</c:v>
                </c:pt>
                <c:pt idx="5">
                  <c:v>0.007407407407407408</c:v>
                </c:pt>
                <c:pt idx="6">
                  <c:v>0.007407407407407408</c:v>
                </c:pt>
                <c:pt idx="7">
                  <c:v>0.007407407407407408</c:v>
                </c:pt>
                <c:pt idx="8">
                  <c:v>0.007407407407407408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5502648780376705"/>
          <c:min val="-0.00278197098412553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0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0.004873294346978557</c:v>
                </c:pt>
                <c:pt idx="1">
                  <c:v>0.0012048192771084338</c:v>
                </c:pt>
                <c:pt idx="2">
                  <c:v>0.015321756894790603</c:v>
                </c:pt>
                <c:pt idx="3">
                  <c:v>0.011099899091826439</c:v>
                </c:pt>
                <c:pt idx="4">
                  <c:v>0.003972194637537239</c:v>
                </c:pt>
                <c:pt idx="5">
                  <c:v>0.03501945525291829</c:v>
                </c:pt>
                <c:pt idx="6">
                  <c:v>0.05103969754253308</c:v>
                </c:pt>
                <c:pt idx="7">
                  <c:v>0.04133064516129032</c:v>
                </c:pt>
                <c:pt idx="8">
                  <c:v>0.02747791952894995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5502648780376705"/>
          <c:min val="-0.00278197098412553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0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0.05338645418326695</c:v>
                </c:pt>
                <c:pt idx="1">
                  <c:v>0.05338645418326695</c:v>
                </c:pt>
                <c:pt idx="2">
                  <c:v>0.05338645418326695</c:v>
                </c:pt>
                <c:pt idx="3">
                  <c:v>0.05338645418326695</c:v>
                </c:pt>
                <c:pt idx="4">
                  <c:v>0.05338645418326695</c:v>
                </c:pt>
                <c:pt idx="5">
                  <c:v>0.05338645418326695</c:v>
                </c:pt>
                <c:pt idx="6">
                  <c:v>0.05338645418326695</c:v>
                </c:pt>
                <c:pt idx="7">
                  <c:v>0.05338645418326695</c:v>
                </c:pt>
                <c:pt idx="8">
                  <c:v>0.05338645418326695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3712981082844095"/>
          <c:min val="0.0026288323548597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0.011904761904761904</c:v>
                </c:pt>
                <c:pt idx="1">
                  <c:v>0.05405405405405406</c:v>
                </c:pt>
                <c:pt idx="2">
                  <c:v>0.09345794392523364</c:v>
                </c:pt>
                <c:pt idx="3">
                  <c:v>0.1278538812785388</c:v>
                </c:pt>
                <c:pt idx="4">
                  <c:v>0.09219858156028368</c:v>
                </c:pt>
                <c:pt idx="5">
                  <c:v>0.05314009661835749</c:v>
                </c:pt>
                <c:pt idx="6">
                  <c:v>0.05702647657841141</c:v>
                </c:pt>
                <c:pt idx="7">
                  <c:v>0.10180995475113122</c:v>
                </c:pt>
                <c:pt idx="8">
                  <c:v>0.10022271714922049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3712981082844095"/>
          <c:min val="0.0026288323548597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0.0967122117847993</c:v>
                </c:pt>
                <c:pt idx="1">
                  <c:v>0.0967122117847993</c:v>
                </c:pt>
                <c:pt idx="2">
                  <c:v>0.0967122117847993</c:v>
                </c:pt>
                <c:pt idx="3">
                  <c:v>0.0967122117847993</c:v>
                </c:pt>
                <c:pt idx="4">
                  <c:v>0.0967122117847993</c:v>
                </c:pt>
                <c:pt idx="5">
                  <c:v>0.0967122117847993</c:v>
                </c:pt>
                <c:pt idx="6">
                  <c:v>0.0967122117847993</c:v>
                </c:pt>
                <c:pt idx="7">
                  <c:v>0.0967122117847993</c:v>
                </c:pt>
                <c:pt idx="8">
                  <c:v>0.0967122117847993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6182920557227304"/>
          <c:min val="0.0832758225316458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0.09898477157360407</c:v>
                </c:pt>
                <c:pt idx="1">
                  <c:v>0.08869329722410291</c:v>
                </c:pt>
                <c:pt idx="2">
                  <c:v>0.10177805027590435</c:v>
                </c:pt>
                <c:pt idx="3">
                  <c:v>0.13354037267080746</c:v>
                </c:pt>
                <c:pt idx="4">
                  <c:v>0.156411730879816</c:v>
                </c:pt>
                <c:pt idx="5">
                  <c:v>0.1283084004602992</c:v>
                </c:pt>
                <c:pt idx="6">
                  <c:v>0.11723737666860128</c:v>
                </c:pt>
                <c:pt idx="7">
                  <c:v>0.13226666666666667</c:v>
                </c:pt>
                <c:pt idx="8">
                  <c:v>0.11554496724240619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6182920557227304"/>
          <c:min val="0.0832758225316458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0.02813599062133646</c:v>
                </c:pt>
                <c:pt idx="1">
                  <c:v>0.02987012987012987</c:v>
                </c:pt>
                <c:pt idx="2">
                  <c:v>0.042067307692307696</c:v>
                </c:pt>
                <c:pt idx="3">
                  <c:v>0.032917139614074914</c:v>
                </c:pt>
                <c:pt idx="4">
                  <c:v>0.03456495828367104</c:v>
                </c:pt>
                <c:pt idx="5">
                  <c:v>0.02987012987012987</c:v>
                </c:pt>
                <c:pt idx="6">
                  <c:v>0.03198031980319803</c:v>
                </c:pt>
                <c:pt idx="7">
                  <c:v>0.051222351571594875</c:v>
                </c:pt>
                <c:pt idx="8">
                  <c:v>0.05979643765903308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0.10051546391752578</c:v>
                </c:pt>
                <c:pt idx="1">
                  <c:v>0.1411229135053111</c:v>
                </c:pt>
                <c:pt idx="2">
                  <c:v>0.12771084337349398</c:v>
                </c:pt>
                <c:pt idx="3">
                  <c:v>0.10635538261997406</c:v>
                </c:pt>
                <c:pt idx="4">
                  <c:v>0.12639405204460966</c:v>
                </c:pt>
                <c:pt idx="5">
                  <c:v>0.14556962025316456</c:v>
                </c:pt>
                <c:pt idx="6">
                  <c:v>0.10408921933085502</c:v>
                </c:pt>
                <c:pt idx="7">
                  <c:v>0.09158415841584158</c:v>
                </c:pt>
                <c:pt idx="8">
                  <c:v>0.10758620689655173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549643106237108"/>
          <c:min val="0.0187413002507902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0.14788732394366197</c:v>
                </c:pt>
                <c:pt idx="1">
                  <c:v>0.17114914425427874</c:v>
                </c:pt>
                <c:pt idx="2">
                  <c:v>0.17571059431524547</c:v>
                </c:pt>
                <c:pt idx="3">
                  <c:v>0.12962962962962962</c:v>
                </c:pt>
                <c:pt idx="4">
                  <c:v>0.15079365079365079</c:v>
                </c:pt>
                <c:pt idx="5">
                  <c:v>0.16531165311653118</c:v>
                </c:pt>
                <c:pt idx="6">
                  <c:v>0.15</c:v>
                </c:pt>
                <c:pt idx="7">
                  <c:v>0.16338028169014085</c:v>
                </c:pt>
                <c:pt idx="8">
                  <c:v>0.1069364161849711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0.20454545454545456</c:v>
                </c:pt>
                <c:pt idx="1">
                  <c:v>0.1878453038674033</c:v>
                </c:pt>
                <c:pt idx="2">
                  <c:v>0.19642857142857142</c:v>
                </c:pt>
                <c:pt idx="3">
                  <c:v>0.2462686567164179</c:v>
                </c:pt>
                <c:pt idx="4">
                  <c:v>0.22752808988764045</c:v>
                </c:pt>
                <c:pt idx="5">
                  <c:v>0.2149321266968326</c:v>
                </c:pt>
                <c:pt idx="6">
                  <c:v>0.18485523385300667</c:v>
                </c:pt>
                <c:pt idx="7">
                  <c:v>0.20202020202020202</c:v>
                </c:pt>
                <c:pt idx="8">
                  <c:v>0.19451371571072318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574152359589336"/>
          <c:min val="0.0957898369424553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0.1111111111111111</c:v>
                </c:pt>
                <c:pt idx="1">
                  <c:v>0.07386363636363637</c:v>
                </c:pt>
                <c:pt idx="2">
                  <c:v>0.09883720930232558</c:v>
                </c:pt>
                <c:pt idx="3">
                  <c:v>0.08620689655172414</c:v>
                </c:pt>
                <c:pt idx="4">
                  <c:v>0.09146341463414634</c:v>
                </c:pt>
                <c:pt idx="5">
                  <c:v>0.06493506493506493</c:v>
                </c:pt>
                <c:pt idx="6">
                  <c:v>0.04516129032258064</c:v>
                </c:pt>
                <c:pt idx="7">
                  <c:v>0.1111111111111111</c:v>
                </c:pt>
                <c:pt idx="8">
                  <c:v>0.11875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0.09815950920245399</c:v>
                </c:pt>
                <c:pt idx="1">
                  <c:v>0.13496932515337423</c:v>
                </c:pt>
                <c:pt idx="2">
                  <c:v>0.16770186335403728</c:v>
                </c:pt>
                <c:pt idx="3">
                  <c:v>0.12857142857142856</c:v>
                </c:pt>
                <c:pt idx="4">
                  <c:v>0.13333333333333333</c:v>
                </c:pt>
                <c:pt idx="5">
                  <c:v>0.16374269005847952</c:v>
                </c:pt>
                <c:pt idx="6">
                  <c:v>0.13333333333333333</c:v>
                </c:pt>
                <c:pt idx="7">
                  <c:v>0.18333333333333332</c:v>
                </c:pt>
                <c:pt idx="8">
                  <c:v>0.14457831325301204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9438709677419352"/>
          <c:min val="0.0341075268817204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0.02857142857142857</c:v>
                </c:pt>
                <c:pt idx="1">
                  <c:v>0.018796992481203006</c:v>
                </c:pt>
                <c:pt idx="2">
                  <c:v>0.013986013986013986</c:v>
                </c:pt>
                <c:pt idx="3">
                  <c:v>0.006211180124223602</c:v>
                </c:pt>
                <c:pt idx="4">
                  <c:v>0.01020408163265306</c:v>
                </c:pt>
                <c:pt idx="5">
                  <c:v>0.03731343283582089</c:v>
                </c:pt>
                <c:pt idx="6">
                  <c:v>0.05102040816326531</c:v>
                </c:pt>
                <c:pt idx="7">
                  <c:v>0.03802281368821293</c:v>
                </c:pt>
                <c:pt idx="8">
                  <c:v>0.013100436681222707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0.08421052631578947</c:v>
                </c:pt>
                <c:pt idx="1">
                  <c:v>0.08914728682170543</c:v>
                </c:pt>
                <c:pt idx="2">
                  <c:v>0.05194805194805195</c:v>
                </c:pt>
                <c:pt idx="3">
                  <c:v>0.07220216606498195</c:v>
                </c:pt>
                <c:pt idx="4">
                  <c:v>0.06007067137809187</c:v>
                </c:pt>
                <c:pt idx="5">
                  <c:v>0.06865671641791045</c:v>
                </c:pt>
                <c:pt idx="6">
                  <c:v>0.08832807570977919</c:v>
                </c:pt>
                <c:pt idx="7">
                  <c:v>0.1183206106870229</c:v>
                </c:pt>
                <c:pt idx="8">
                  <c:v>0.05245901639344262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728936513204686"/>
          <c:min val="-0.00275757432080034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0.018404907975460124</c:v>
                </c:pt>
                <c:pt idx="1">
                  <c:v>0.015151515151515152</c:v>
                </c:pt>
                <c:pt idx="2">
                  <c:v>0</c:v>
                </c:pt>
                <c:pt idx="3">
                  <c:v>0</c:v>
                </c:pt>
                <c:pt idx="4">
                  <c:v>0.01935483870967742</c:v>
                </c:pt>
                <c:pt idx="5">
                  <c:v>0.03468208092485549</c:v>
                </c:pt>
                <c:pt idx="6">
                  <c:v>0.04878048780487805</c:v>
                </c:pt>
                <c:pt idx="7">
                  <c:v>0.05263157894736842</c:v>
                </c:pt>
                <c:pt idx="8">
                  <c:v>0.034013605442176874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0.04</c:v>
                </c:pt>
                <c:pt idx="1">
                  <c:v>0.058823529411764705</c:v>
                </c:pt>
                <c:pt idx="2">
                  <c:v>0.1337579617834395</c:v>
                </c:pt>
                <c:pt idx="3">
                  <c:v>0.08588957055214724</c:v>
                </c:pt>
                <c:pt idx="4">
                  <c:v>0.1</c:v>
                </c:pt>
                <c:pt idx="5">
                  <c:v>0.055900621118012424</c:v>
                </c:pt>
                <c:pt idx="6">
                  <c:v>0.06358381502890173</c:v>
                </c:pt>
                <c:pt idx="7">
                  <c:v>0.047872340425531915</c:v>
                </c:pt>
                <c:pt idx="8">
                  <c:v>0.078125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4445859872611466"/>
          <c:min val="-0.010700636942675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0.049069373942470386</c:v>
                </c:pt>
                <c:pt idx="1">
                  <c:v>0.05736137667304015</c:v>
                </c:pt>
                <c:pt idx="2">
                  <c:v>0.06491499227202473</c:v>
                </c:pt>
                <c:pt idx="3">
                  <c:v>0.07281553398058252</c:v>
                </c:pt>
                <c:pt idx="4">
                  <c:v>0.05143721633888049</c:v>
                </c:pt>
                <c:pt idx="5">
                  <c:v>0.06129032258064516</c:v>
                </c:pt>
                <c:pt idx="6">
                  <c:v>0.06921944035346098</c:v>
                </c:pt>
                <c:pt idx="7">
                  <c:v>0.05465288035450517</c:v>
                </c:pt>
                <c:pt idx="8">
                  <c:v>0.05815831987075929</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0.04938271604938271</c:v>
                </c:pt>
                <c:pt idx="1">
                  <c:v>0.04678362573099415</c:v>
                </c:pt>
                <c:pt idx="2">
                  <c:v>0.04727272727272727</c:v>
                </c:pt>
                <c:pt idx="3">
                  <c:v>0.03339517625231911</c:v>
                </c:pt>
                <c:pt idx="4">
                  <c:v>0.04275092936802974</c:v>
                </c:pt>
                <c:pt idx="5">
                  <c:v>0.04160246533127889</c:v>
                </c:pt>
                <c:pt idx="6">
                  <c:v>0.030726256983240222</c:v>
                </c:pt>
                <c:pt idx="7">
                  <c:v>0.03619909502262444</c:v>
                </c:pt>
                <c:pt idx="8">
                  <c:v>0.056179775280898875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761826761403699"/>
          <c:min val="0.02735911482345283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0.11815754339118825</c:v>
                </c:pt>
                <c:pt idx="1">
                  <c:v>0.1358515573227303</c:v>
                </c:pt>
                <c:pt idx="2">
                  <c:v>0.1411901983663944</c:v>
                </c:pt>
                <c:pt idx="3">
                  <c:v>0.14045991298943444</c:v>
                </c:pt>
                <c:pt idx="4">
                  <c:v>0.12407932011331445</c:v>
                </c:pt>
                <c:pt idx="5">
                  <c:v>0.13613159387407828</c:v>
                </c:pt>
                <c:pt idx="6">
                  <c:v>0.13336904124263524</c:v>
                </c:pt>
                <c:pt idx="7">
                  <c:v>0.13967723984418476</c:v>
                </c:pt>
                <c:pt idx="8">
                  <c:v>0.10747663551401869</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0.12626903553299493</c:v>
                </c:pt>
                <c:pt idx="1">
                  <c:v>0.10968178740690589</c:v>
                </c:pt>
                <c:pt idx="2">
                  <c:v>0.1213979153893317</c:v>
                </c:pt>
                <c:pt idx="3">
                  <c:v>0.1341614906832298</c:v>
                </c:pt>
                <c:pt idx="4">
                  <c:v>0.1276595744680851</c:v>
                </c:pt>
                <c:pt idx="5">
                  <c:v>0.12945914844649023</c:v>
                </c:pt>
                <c:pt idx="6">
                  <c:v>0.1073708647707487</c:v>
                </c:pt>
                <c:pt idx="7">
                  <c:v>0.11733333333333333</c:v>
                </c:pt>
                <c:pt idx="8">
                  <c:v>0.11554496724240619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4389574505404606"/>
          <c:min val="0.104665318083097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0.12430426716141002</c:v>
                </c:pt>
                <c:pt idx="1">
                  <c:v>0.10877862595419847</c:v>
                </c:pt>
                <c:pt idx="2">
                  <c:v>0.10654205607476636</c:v>
                </c:pt>
                <c:pt idx="3">
                  <c:v>0.1079136690647482</c:v>
                </c:pt>
                <c:pt idx="4">
                  <c:v>0.12020905923344948</c:v>
                </c:pt>
                <c:pt idx="5">
                  <c:v>0.09700176366843033</c:v>
                </c:pt>
                <c:pt idx="6">
                  <c:v>0.10899653979238755</c:v>
                </c:pt>
                <c:pt idx="7">
                  <c:v>0.11282051282051282</c:v>
                </c:pt>
                <c:pt idx="8">
                  <c:v>0.10616438356164383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0.11544715447154472</c:v>
                </c:pt>
                <c:pt idx="1">
                  <c:v>0.10877862595419847</c:v>
                </c:pt>
                <c:pt idx="2">
                  <c:v>0.10543657331136738</c:v>
                </c:pt>
                <c:pt idx="3">
                  <c:v>0.1069078947368421</c:v>
                </c:pt>
                <c:pt idx="4">
                  <c:v>0.11424100156494522</c:v>
                </c:pt>
                <c:pt idx="5">
                  <c:v>0.11459968602825746</c:v>
                </c:pt>
                <c:pt idx="6">
                  <c:v>0.11234177215189874</c:v>
                </c:pt>
                <c:pt idx="7">
                  <c:v>0.09177215189873418</c:v>
                </c:pt>
                <c:pt idx="8">
                  <c:v>0.09863429438543247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69068363824241"/>
          <c:min val="0.0891695826777201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0.12637362637362637</c:v>
                </c:pt>
                <c:pt idx="1">
                  <c:v>0.11075949367088607</c:v>
                </c:pt>
                <c:pt idx="2">
                  <c:v>0.0979381443298969</c:v>
                </c:pt>
                <c:pt idx="3">
                  <c:v>0.13267813267813267</c:v>
                </c:pt>
                <c:pt idx="4">
                  <c:v>0.12947658402203857</c:v>
                </c:pt>
                <c:pt idx="5">
                  <c:v>0.1164021164021164</c:v>
                </c:pt>
                <c:pt idx="6">
                  <c:v>0.16052631578947368</c:v>
                </c:pt>
                <c:pt idx="7">
                  <c:v>0.10336538461538461</c:v>
                </c:pt>
                <c:pt idx="8">
                  <c:v>0.10755813953488372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0.10789473684210527</c:v>
                </c:pt>
                <c:pt idx="1">
                  <c:v>0.12012012012012012</c:v>
                </c:pt>
                <c:pt idx="2">
                  <c:v>0.1348314606741573</c:v>
                </c:pt>
                <c:pt idx="3">
                  <c:v>0.11750599520383694</c:v>
                </c:pt>
                <c:pt idx="4">
                  <c:v>0.0921409214092141</c:v>
                </c:pt>
                <c:pt idx="5">
                  <c:v>0.13711583924349882</c:v>
                </c:pt>
                <c:pt idx="6">
                  <c:v>0.14516129032258066</c:v>
                </c:pt>
                <c:pt idx="7">
                  <c:v>0.11488250652741515</c:v>
                </c:pt>
                <c:pt idx="8">
                  <c:v>0.1002710027100271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6599714733989446"/>
          <c:min val="0.086670089858793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0.06575185820468839</c:v>
                </c:pt>
                <c:pt idx="1">
                  <c:v>0.07395898073337477</c:v>
                </c:pt>
                <c:pt idx="2">
                  <c:v>0.06994127068873465</c:v>
                </c:pt>
                <c:pt idx="3">
                  <c:v>0.07045215562565721</c:v>
                </c:pt>
                <c:pt idx="4">
                  <c:v>0.0685077004779607</c:v>
                </c:pt>
                <c:pt idx="5">
                  <c:v>0.07049180327868852</c:v>
                </c:pt>
                <c:pt idx="6">
                  <c:v>0.06863780359028511</c:v>
                </c:pt>
                <c:pt idx="7">
                  <c:v>0.05799549549549549</c:v>
                </c:pt>
                <c:pt idx="8">
                  <c:v>0.06695464362850972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0.0572562358276644</c:v>
                </c:pt>
                <c:pt idx="1">
                  <c:v>0.08061647895672792</c:v>
                </c:pt>
                <c:pt idx="2">
                  <c:v>0.0768025078369906</c:v>
                </c:pt>
                <c:pt idx="3">
                  <c:v>0.07243558580456977</c:v>
                </c:pt>
                <c:pt idx="4">
                  <c:v>0.07124284971398856</c:v>
                </c:pt>
                <c:pt idx="5">
                  <c:v>0.07149805447470817</c:v>
                </c:pt>
                <c:pt idx="6">
                  <c:v>0.0711217183770883</c:v>
                </c:pt>
                <c:pt idx="7">
                  <c:v>0.06854410201912858</c:v>
                </c:pt>
                <c:pt idx="8">
                  <c:v>0.06506506506506507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82485298407053"/>
          <c:min val="0.0553874163773393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0.05190311418685121</c:v>
                </c:pt>
                <c:pt idx="1">
                  <c:v>0.05190311418685121</c:v>
                </c:pt>
                <c:pt idx="2">
                  <c:v>0.05190311418685121</c:v>
                </c:pt>
                <c:pt idx="3">
                  <c:v>0.05190311418685121</c:v>
                </c:pt>
                <c:pt idx="4">
                  <c:v>0.05190311418685121</c:v>
                </c:pt>
                <c:pt idx="5">
                  <c:v>0.05190311418685121</c:v>
                </c:pt>
                <c:pt idx="6">
                  <c:v>0.05190311418685121</c:v>
                </c:pt>
                <c:pt idx="7">
                  <c:v>0.05190311418685121</c:v>
                </c:pt>
                <c:pt idx="8">
                  <c:v>0.05190311418685121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0201924444233776"/>
          <c:min val="0.031492102615959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0.04325259515570934</c:v>
                </c:pt>
                <c:pt idx="1">
                  <c:v>0.05009633911368015</c:v>
                </c:pt>
                <c:pt idx="2">
                  <c:v>0.061224489795918366</c:v>
                </c:pt>
                <c:pt idx="3">
                  <c:v>0.06542056074766354</c:v>
                </c:pt>
                <c:pt idx="4">
                  <c:v>0.058823529411764705</c:v>
                </c:pt>
                <c:pt idx="5">
                  <c:v>0.04434250764525994</c:v>
                </c:pt>
                <c:pt idx="6">
                  <c:v>0.057863501483679525</c:v>
                </c:pt>
                <c:pt idx="7">
                  <c:v>0.17725258493353027</c:v>
                </c:pt>
                <c:pt idx="8">
                  <c:v>0.1902587519025875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0201924444233776"/>
          <c:min val="0.031492102615959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0.005249343832020997</c:v>
                </c:pt>
                <c:pt idx="1">
                  <c:v>0.005249343832020997</c:v>
                </c:pt>
                <c:pt idx="2">
                  <c:v>0.005249343832020997</c:v>
                </c:pt>
                <c:pt idx="3">
                  <c:v>0.005249343832020997</c:v>
                </c:pt>
                <c:pt idx="4">
                  <c:v>0.005249343832020997</c:v>
                </c:pt>
                <c:pt idx="5">
                  <c:v>0.005249343832020997</c:v>
                </c:pt>
                <c:pt idx="6">
                  <c:v>0.005249343832020997</c:v>
                </c:pt>
                <c:pt idx="7">
                  <c:v>0.005249343832020997</c:v>
                </c:pt>
                <c:pt idx="8">
                  <c:v>0.005249343832020997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1482758620689655"/>
          <c:min val="-0.00850574712643678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0.007444168734491315</c:v>
                </c:pt>
                <c:pt idx="1">
                  <c:v>0.0030959752321981426</c:v>
                </c:pt>
                <c:pt idx="2">
                  <c:v>0.004796163069544364</c:v>
                </c:pt>
                <c:pt idx="3">
                  <c:v>0</c:v>
                </c:pt>
                <c:pt idx="4">
                  <c:v>0</c:v>
                </c:pt>
                <c:pt idx="5">
                  <c:v>0</c:v>
                </c:pt>
                <c:pt idx="6">
                  <c:v>0</c:v>
                </c:pt>
                <c:pt idx="7">
                  <c:v>0.05952380952380952</c:v>
                </c:pt>
                <c:pt idx="8">
                  <c:v>0.10632183908045977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1482758620689655"/>
          <c:min val="-0.00850574712643678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0.03904382470119523</c:v>
                </c:pt>
                <c:pt idx="1">
                  <c:v>0.03904382470119523</c:v>
                </c:pt>
                <c:pt idx="2">
                  <c:v>0.03904382470119523</c:v>
                </c:pt>
                <c:pt idx="3">
                  <c:v>0.03904382470119523</c:v>
                </c:pt>
                <c:pt idx="4">
                  <c:v>0.03904382470119523</c:v>
                </c:pt>
                <c:pt idx="5">
                  <c:v>0.03904382470119523</c:v>
                </c:pt>
                <c:pt idx="6">
                  <c:v>0.03904382470119523</c:v>
                </c:pt>
                <c:pt idx="7">
                  <c:v>0.03904382470119523</c:v>
                </c:pt>
                <c:pt idx="8">
                  <c:v>0.03904382470119523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9114179658500371"/>
          <c:min val="0.0290512249443207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0.03333333333333333</c:v>
                </c:pt>
                <c:pt idx="1">
                  <c:v>0.044226044226044224</c:v>
                </c:pt>
                <c:pt idx="2">
                  <c:v>0.0397196261682243</c:v>
                </c:pt>
                <c:pt idx="3">
                  <c:v>0.0684931506849315</c:v>
                </c:pt>
                <c:pt idx="4">
                  <c:v>0.05200945626477541</c:v>
                </c:pt>
                <c:pt idx="5">
                  <c:v>0.05555555555555555</c:v>
                </c:pt>
                <c:pt idx="6">
                  <c:v>0.06720977596741344</c:v>
                </c:pt>
                <c:pt idx="7">
                  <c:v>0.083710407239819</c:v>
                </c:pt>
                <c:pt idx="8">
                  <c:v>0.08685968819599109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9114179658500371"/>
          <c:min val="0.0290512249443207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0.08293460925039872</c:v>
                </c:pt>
                <c:pt idx="1">
                  <c:v>0.08293460925039872</c:v>
                </c:pt>
                <c:pt idx="2">
                  <c:v>0.08293460925039872</c:v>
                </c:pt>
                <c:pt idx="3">
                  <c:v>0.08293460925039872</c:v>
                </c:pt>
                <c:pt idx="4">
                  <c:v>0.08293460925039872</c:v>
                </c:pt>
                <c:pt idx="5">
                  <c:v>0.08293460925039872</c:v>
                </c:pt>
                <c:pt idx="6">
                  <c:v>0.08293460925039872</c:v>
                </c:pt>
                <c:pt idx="7">
                  <c:v>0.08293460925039872</c:v>
                </c:pt>
                <c:pt idx="8">
                  <c:v>0.08293460925039872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5820649938297"/>
          <c:min val="0.0611819552996023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0.08490566037735849</c:v>
                </c:pt>
                <c:pt idx="1">
                  <c:v>0.0979381443298969</c:v>
                </c:pt>
                <c:pt idx="2">
                  <c:v>0.06787330316742081</c:v>
                </c:pt>
                <c:pt idx="3">
                  <c:v>0.08898305084745763</c:v>
                </c:pt>
                <c:pt idx="4">
                  <c:v>0.0782608695652174</c:v>
                </c:pt>
                <c:pt idx="5">
                  <c:v>0.0992063492063492</c:v>
                </c:pt>
                <c:pt idx="6">
                  <c:v>0.09913793103448276</c:v>
                </c:pt>
                <c:pt idx="7">
                  <c:v>0.09900990099009901</c:v>
                </c:pt>
                <c:pt idx="8">
                  <c:v>0.15151515151515152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5820649938297"/>
          <c:min val="0.0611819552996023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0.08074298711144808</c:v>
                </c:pt>
                <c:pt idx="1">
                  <c:v>0.08074298711144808</c:v>
                </c:pt>
                <c:pt idx="2">
                  <c:v>0.08074298711144808</c:v>
                </c:pt>
                <c:pt idx="3">
                  <c:v>0.08074298711144808</c:v>
                </c:pt>
                <c:pt idx="4">
                  <c:v>0.08074298711144808</c:v>
                </c:pt>
                <c:pt idx="5">
                  <c:v>0.08074298711144808</c:v>
                </c:pt>
                <c:pt idx="6">
                  <c:v>0.08074298711144808</c:v>
                </c:pt>
                <c:pt idx="7">
                  <c:v>0.08074298711144808</c:v>
                </c:pt>
                <c:pt idx="8">
                  <c:v>0.08074298711144808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504040153438042"/>
          <c:min val="0.0506041718353403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0.08198489751887811</c:v>
                </c:pt>
                <c:pt idx="1">
                  <c:v>0.08132147395171538</c:v>
                </c:pt>
                <c:pt idx="2">
                  <c:v>0.07900432900432901</c:v>
                </c:pt>
                <c:pt idx="3">
                  <c:v>0.07203389830508475</c:v>
                </c:pt>
                <c:pt idx="4">
                  <c:v>0.05573770491803279</c:v>
                </c:pt>
                <c:pt idx="5">
                  <c:v>0.06837606837606838</c:v>
                </c:pt>
                <c:pt idx="6">
                  <c:v>0.10104166666666667</c:v>
                </c:pt>
                <c:pt idx="7">
                  <c:v>0.08740068104426787</c:v>
                </c:pt>
                <c:pt idx="8">
                  <c:v>0.119906868451688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504040153438042"/>
          <c:min val="0.0506041718353403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c:v>
                </c:pt>
                <c:pt idx="1">
                  <c:v>0</c:v>
                </c:pt>
                <c:pt idx="2">
                  <c:v>0</c:v>
                </c:pt>
                <c:pt idx="3">
                  <c:v>0</c:v>
                </c:pt>
                <c:pt idx="4">
                  <c:v>0</c:v>
                </c:pt>
                <c:pt idx="5">
                  <c:v>0</c:v>
                </c:pt>
                <c:pt idx="6">
                  <c:v>0</c:v>
                </c:pt>
                <c:pt idx="7">
                  <c:v>0</c:v>
                </c:pt>
                <c:pt idx="8">
                  <c:v>0</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0.1967479674796748</c:v>
                </c:pt>
                <c:pt idx="1">
                  <c:v>0.15839694656488548</c:v>
                </c:pt>
                <c:pt idx="2">
                  <c:v>0.17627677100494235</c:v>
                </c:pt>
                <c:pt idx="3">
                  <c:v>0.16282894736842105</c:v>
                </c:pt>
                <c:pt idx="4">
                  <c:v>0.1486697965571205</c:v>
                </c:pt>
                <c:pt idx="5">
                  <c:v>0.09733124018838304</c:v>
                </c:pt>
                <c:pt idx="6">
                  <c:v>0.12183544303797468</c:v>
                </c:pt>
                <c:pt idx="7">
                  <c:v>0.11075949367088607</c:v>
                </c:pt>
                <c:pt idx="8">
                  <c:v>0.0834597875569044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1248780487804877"/>
          <c:min val="-0.01573983739837398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0.022222222222222223</c:v>
                </c:pt>
                <c:pt idx="1">
                  <c:v>0.03383458646616541</c:v>
                </c:pt>
                <c:pt idx="2">
                  <c:v>0.01048951048951049</c:v>
                </c:pt>
                <c:pt idx="3">
                  <c:v>0.003105590062111801</c:v>
                </c:pt>
                <c:pt idx="4">
                  <c:v>0.006802721088435374</c:v>
                </c:pt>
                <c:pt idx="5">
                  <c:v>0.041044776119402986</c:v>
                </c:pt>
                <c:pt idx="6">
                  <c:v>0.04421768707482993</c:v>
                </c:pt>
                <c:pt idx="7">
                  <c:v>0.026615969581749048</c:v>
                </c:pt>
                <c:pt idx="8">
                  <c:v>0.004366812227074236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0.04912280701754386</c:v>
                </c:pt>
                <c:pt idx="1">
                  <c:v>0.08914728682170543</c:v>
                </c:pt>
                <c:pt idx="2">
                  <c:v>0.06493506493506493</c:v>
                </c:pt>
                <c:pt idx="3">
                  <c:v>0.06498194945848375</c:v>
                </c:pt>
                <c:pt idx="4">
                  <c:v>0.06007067137809187</c:v>
                </c:pt>
                <c:pt idx="5">
                  <c:v>0.1044776119402985</c:v>
                </c:pt>
                <c:pt idx="6">
                  <c:v>0.11987381703470032</c:v>
                </c:pt>
                <c:pt idx="7">
                  <c:v>0.11450381679389313</c:v>
                </c:pt>
                <c:pt idx="8">
                  <c:v>0.06885245901639345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92152751925074"/>
          <c:min val="-0.00623586809569528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c:v>
                </c:pt>
                <c:pt idx="1">
                  <c:v>0.0024449877750611247</c:v>
                </c:pt>
                <c:pt idx="2">
                  <c:v>0.002583979328165375</c:v>
                </c:pt>
                <c:pt idx="3">
                  <c:v>0.005291005291005291</c:v>
                </c:pt>
                <c:pt idx="4">
                  <c:v>0.0026455026455026454</c:v>
                </c:pt>
                <c:pt idx="5">
                  <c:v>0</c:v>
                </c:pt>
                <c:pt idx="6">
                  <c:v>0.002777777777777778</c:v>
                </c:pt>
                <c:pt idx="7">
                  <c:v>0.005633802816901409</c:v>
                </c:pt>
                <c:pt idx="8">
                  <c:v>0</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0.03125</c:v>
                </c:pt>
                <c:pt idx="1">
                  <c:v>0.03591160220994475</c:v>
                </c:pt>
                <c:pt idx="2">
                  <c:v>0.08333333333333333</c:v>
                </c:pt>
                <c:pt idx="3">
                  <c:v>0.05472636815920398</c:v>
                </c:pt>
                <c:pt idx="4">
                  <c:v>0.08146067415730338</c:v>
                </c:pt>
                <c:pt idx="5">
                  <c:v>0.04751131221719457</c:v>
                </c:pt>
                <c:pt idx="6">
                  <c:v>0.06904231625835189</c:v>
                </c:pt>
                <c:pt idx="7">
                  <c:v>0.06313131313131314</c:v>
                </c:pt>
                <c:pt idx="8">
                  <c:v>0.032418952618453865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9"/>
          <c:min val="-0.0066666666666666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c:v>
                </c:pt>
                <c:pt idx="1">
                  <c:v>0</c:v>
                </c:pt>
                <c:pt idx="2">
                  <c:v>0</c:v>
                </c:pt>
                <c:pt idx="3">
                  <c:v>0</c:v>
                </c:pt>
                <c:pt idx="4">
                  <c:v>0</c:v>
                </c:pt>
                <c:pt idx="5">
                  <c:v>0</c:v>
                </c:pt>
                <c:pt idx="6">
                  <c:v>0</c:v>
                </c:pt>
                <c:pt idx="7">
                  <c:v>0</c:v>
                </c:pt>
                <c:pt idx="8">
                  <c:v>0</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0.02857142857142857</c:v>
                </c:pt>
                <c:pt idx="1">
                  <c:v>0.029411764705882353</c:v>
                </c:pt>
                <c:pt idx="2">
                  <c:v>0.08917197452229299</c:v>
                </c:pt>
                <c:pt idx="3">
                  <c:v>0.06748466257668712</c:v>
                </c:pt>
                <c:pt idx="4">
                  <c:v>0.05714285714285714</c:v>
                </c:pt>
                <c:pt idx="5">
                  <c:v>0.043478260869565216</c:v>
                </c:pt>
                <c:pt idx="6">
                  <c:v>0.03468208092485549</c:v>
                </c:pt>
                <c:pt idx="7">
                  <c:v>0.02127659574468085</c:v>
                </c:pt>
                <c:pt idx="8">
                  <c:v>0.046875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9630573248407642"/>
          <c:min val="-0.007133757961783439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0.02947845804988662</c:v>
                </c:pt>
                <c:pt idx="1">
                  <c:v>0.05301204819277108</c:v>
                </c:pt>
                <c:pt idx="2">
                  <c:v>0.06334841628959276</c:v>
                </c:pt>
                <c:pt idx="3">
                  <c:v>0.05569007263922518</c:v>
                </c:pt>
                <c:pt idx="4">
                  <c:v>0.060810810810810814</c:v>
                </c:pt>
                <c:pt idx="5">
                  <c:v>0.04824561403508772</c:v>
                </c:pt>
                <c:pt idx="6">
                  <c:v>0.056433408577878104</c:v>
                </c:pt>
                <c:pt idx="7">
                  <c:v>0.06221198156682028</c:v>
                </c:pt>
                <c:pt idx="8">
                  <c:v>0.054502369668246446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0.11335012594458438</c:v>
                </c:pt>
                <c:pt idx="1">
                  <c:v>0.07084468664850137</c:v>
                </c:pt>
                <c:pt idx="2">
                  <c:v>0.07990314769975787</c:v>
                </c:pt>
                <c:pt idx="3">
                  <c:v>0.05597964376590331</c:v>
                </c:pt>
                <c:pt idx="4">
                  <c:v>0.11519607843137254</c:v>
                </c:pt>
                <c:pt idx="5">
                  <c:v>0.0988235294117647</c:v>
                </c:pt>
                <c:pt idx="6">
                  <c:v>0.10714285714285714</c:v>
                </c:pt>
                <c:pt idx="7">
                  <c:v>0.0855106888361045</c:v>
                </c:pt>
                <c:pt idx="8">
                  <c:v>0.11278195488721804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205348806189141"/>
          <c:min val="0.02262104841936774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0.10574572127139364</c:v>
                </c:pt>
                <c:pt idx="1">
                  <c:v>0.09709379128137384</c:v>
                </c:pt>
                <c:pt idx="2">
                  <c:v>0.08765432098765433</c:v>
                </c:pt>
                <c:pt idx="3">
                  <c:v>0.08421639709983268</c:v>
                </c:pt>
                <c:pt idx="4">
                  <c:v>0.0833826138379657</c:v>
                </c:pt>
                <c:pt idx="5">
                  <c:v>0.08191556395715185</c:v>
                </c:pt>
                <c:pt idx="6">
                  <c:v>0.05861868833430064</c:v>
                </c:pt>
                <c:pt idx="7">
                  <c:v>0.07576633892423366</c:v>
                </c:pt>
                <c:pt idx="8">
                  <c:v>0.06792945787067277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0.06868304977945809</c:v>
                </c:pt>
                <c:pt idx="1">
                  <c:v>0.06565307532826538</c:v>
                </c:pt>
                <c:pt idx="2">
                  <c:v>0.06634787806335923</c:v>
                </c:pt>
                <c:pt idx="3">
                  <c:v>0.07220708446866485</c:v>
                </c:pt>
                <c:pt idx="4">
                  <c:v>0.06746031746031746</c:v>
                </c:pt>
                <c:pt idx="5">
                  <c:v>0.07108721624850657</c:v>
                </c:pt>
                <c:pt idx="6">
                  <c:v>0.07758094074526573</c:v>
                </c:pt>
                <c:pt idx="7">
                  <c:v>0.08049353701527615</c:v>
                </c:pt>
                <c:pt idx="8">
                  <c:v>0.06709677419354838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0951588390636109"/>
          <c:min val="0.05484852569933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0.04060913705583756</c:v>
                </c:pt>
                <c:pt idx="1">
                  <c:v>0.04397705544933078</c:v>
                </c:pt>
                <c:pt idx="2">
                  <c:v>0.06027820710973725</c:v>
                </c:pt>
                <c:pt idx="3">
                  <c:v>0.05016181229773463</c:v>
                </c:pt>
                <c:pt idx="4">
                  <c:v>0.03479576399394856</c:v>
                </c:pt>
                <c:pt idx="5">
                  <c:v>0.041935483870967745</c:v>
                </c:pt>
                <c:pt idx="6">
                  <c:v>0.023564064801178203</c:v>
                </c:pt>
                <c:pt idx="7">
                  <c:v>0.028064992614475627</c:v>
                </c:pt>
                <c:pt idx="8">
                  <c:v>0.035541195476575124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0.02821869488536155</c:v>
                </c:pt>
                <c:pt idx="1">
                  <c:v>0.017543859649122806</c:v>
                </c:pt>
                <c:pt idx="2">
                  <c:v>0.03636363636363636</c:v>
                </c:pt>
                <c:pt idx="3">
                  <c:v>0.027829313543599257</c:v>
                </c:pt>
                <c:pt idx="4">
                  <c:v>0.02973977695167286</c:v>
                </c:pt>
                <c:pt idx="5">
                  <c:v>0.026194144838212634</c:v>
                </c:pt>
                <c:pt idx="6">
                  <c:v>0.030726256983240222</c:v>
                </c:pt>
                <c:pt idx="7">
                  <c:v>0.030165912518853696</c:v>
                </c:pt>
                <c:pt idx="8">
                  <c:v>0.04173354735152488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636969549065864"/>
          <c:min val="0.014125111852273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0.07032590051457976</c:v>
                </c:pt>
                <c:pt idx="1">
                  <c:v>0.0689869484151647</c:v>
                </c:pt>
                <c:pt idx="2">
                  <c:v>0.06353443673251469</c:v>
                </c:pt>
                <c:pt idx="3">
                  <c:v>0.054153522607781286</c:v>
                </c:pt>
                <c:pt idx="4">
                  <c:v>0.064259160913436</c:v>
                </c:pt>
                <c:pt idx="5">
                  <c:v>0.05628415300546448</c:v>
                </c:pt>
                <c:pt idx="6">
                  <c:v>0.05860612460401267</c:v>
                </c:pt>
                <c:pt idx="7">
                  <c:v>0.050112612612612614</c:v>
                </c:pt>
                <c:pt idx="8">
                  <c:v>0.05993520518358531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0.04591836734693878</c:v>
                </c:pt>
                <c:pt idx="1">
                  <c:v>0.06164789567279194</c:v>
                </c:pt>
                <c:pt idx="2">
                  <c:v>0.07105538140020899</c:v>
                </c:pt>
                <c:pt idx="3">
                  <c:v>0.056878949927078266</c:v>
                </c:pt>
                <c:pt idx="4">
                  <c:v>0.062402496099843996</c:v>
                </c:pt>
                <c:pt idx="5">
                  <c:v>0.06420233463035019</c:v>
                </c:pt>
                <c:pt idx="6">
                  <c:v>0.06300715990453461</c:v>
                </c:pt>
                <c:pt idx="7">
                  <c:v>0.044633368756641874</c:v>
                </c:pt>
                <c:pt idx="8">
                  <c:v>0.053553553553553554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7316914241169437"/>
          <c:min val="0.0425196077451565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0.019030079803560467</c:v>
                </c:pt>
                <c:pt idx="1">
                  <c:v>0.017543859649122806</c:v>
                </c:pt>
                <c:pt idx="2">
                  <c:v>0.016414970453053186</c:v>
                </c:pt>
                <c:pt idx="3">
                  <c:v>0.016519174041297935</c:v>
                </c:pt>
                <c:pt idx="4">
                  <c:v>0.02074688796680498</c:v>
                </c:pt>
                <c:pt idx="5">
                  <c:v>0.016321406151914627</c:v>
                </c:pt>
                <c:pt idx="6">
                  <c:v>0.0178359096313912</c:v>
                </c:pt>
                <c:pt idx="7">
                  <c:v>0.013309134906231096</c:v>
                </c:pt>
                <c:pt idx="8">
                  <c:v>0.011896893588896233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0.015518311607697082</c:v>
                </c:pt>
                <c:pt idx="1">
                  <c:v>0.012399708242159009</c:v>
                </c:pt>
                <c:pt idx="2">
                  <c:v>0.02286670384829894</c:v>
                </c:pt>
                <c:pt idx="3">
                  <c:v>0.019088669950738917</c:v>
                </c:pt>
                <c:pt idx="4">
                  <c:v>0.02746268656716418</c:v>
                </c:pt>
                <c:pt idx="5">
                  <c:v>0.01788617886178862</c:v>
                </c:pt>
                <c:pt idx="6">
                  <c:v>0.010514665190924184</c:v>
                </c:pt>
                <c:pt idx="7">
                  <c:v>0.01189767995240928</c:v>
                </c:pt>
                <c:pt idx="8">
                  <c:v>0.01384083044982699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28818528277263382"/>
          <c:min val="0.0091588234808249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0.05255972696245734</c:v>
                </c:pt>
                <c:pt idx="1">
                  <c:v>0.057018340294171056</c:v>
                </c:pt>
                <c:pt idx="2">
                  <c:v>0.06714548187740103</c:v>
                </c:pt>
                <c:pt idx="3">
                  <c:v>0.07229718474096285</c:v>
                </c:pt>
                <c:pt idx="4">
                  <c:v>0.06258411843876177</c:v>
                </c:pt>
                <c:pt idx="5">
                  <c:v>0.05993904503894345</c:v>
                </c:pt>
                <c:pt idx="6">
                  <c:v>0.056172436316133244</c:v>
                </c:pt>
                <c:pt idx="7">
                  <c:v>0.06172632987621278</c:v>
                </c:pt>
                <c:pt idx="8">
                  <c:v>0.05831873905429072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0.057100297914597815</c:v>
                </c:pt>
                <c:pt idx="1">
                  <c:v>0.06578442654392022</c:v>
                </c:pt>
                <c:pt idx="2">
                  <c:v>0.058881741712023754</c:v>
                </c:pt>
                <c:pt idx="3">
                  <c:v>0.06640485540878258</c:v>
                </c:pt>
                <c:pt idx="4">
                  <c:v>0.06680476437079233</c:v>
                </c:pt>
                <c:pt idx="5">
                  <c:v>0.061167135063646884</c:v>
                </c:pt>
                <c:pt idx="6">
                  <c:v>0.051811824539097266</c:v>
                </c:pt>
                <c:pt idx="7">
                  <c:v>0.055442123449034084</c:v>
                </c:pt>
                <c:pt idx="8">
                  <c:v>0.05934298834334158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7393601355711209"/>
          <c:min val="0.050172995722948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0.025374855824682813</c:v>
                </c:pt>
                <c:pt idx="1">
                  <c:v>0.025374855824682813</c:v>
                </c:pt>
                <c:pt idx="2">
                  <c:v>0.025374855824682813</c:v>
                </c:pt>
                <c:pt idx="3">
                  <c:v>0.025374855824682813</c:v>
                </c:pt>
                <c:pt idx="4">
                  <c:v>0.025374855824682813</c:v>
                </c:pt>
                <c:pt idx="5">
                  <c:v>0.025374855824682813</c:v>
                </c:pt>
                <c:pt idx="6">
                  <c:v>0.025374855824682813</c:v>
                </c:pt>
                <c:pt idx="7">
                  <c:v>0.025374855824682813</c:v>
                </c:pt>
                <c:pt idx="8">
                  <c:v>0.025374855824682813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028570231661849"/>
          <c:min val="-0.00188792537667741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0.02249134948096886</c:v>
                </c:pt>
                <c:pt idx="1">
                  <c:v>0.030828516377649325</c:v>
                </c:pt>
                <c:pt idx="2">
                  <c:v>0.023547880690737835</c:v>
                </c:pt>
                <c:pt idx="3">
                  <c:v>0.020249221183800622</c:v>
                </c:pt>
                <c:pt idx="4">
                  <c:v>0.027149321266968326</c:v>
                </c:pt>
                <c:pt idx="5">
                  <c:v>0.012232415902140673</c:v>
                </c:pt>
                <c:pt idx="6">
                  <c:v>0.026706231454005934</c:v>
                </c:pt>
                <c:pt idx="7">
                  <c:v>0.10635155096011817</c:v>
                </c:pt>
                <c:pt idx="8">
                  <c:v>0.1887366818873668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028570231661849"/>
          <c:min val="-0.00188792537667741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0.0415929203539823</c:v>
                </c:pt>
                <c:pt idx="1">
                  <c:v>0.0415929203539823</c:v>
                </c:pt>
                <c:pt idx="2">
                  <c:v>0.0415929203539823</c:v>
                </c:pt>
                <c:pt idx="3">
                  <c:v>0.0415929203539823</c:v>
                </c:pt>
                <c:pt idx="4">
                  <c:v>0.0415929203539823</c:v>
                </c:pt>
                <c:pt idx="5">
                  <c:v>0.0415929203539823</c:v>
                </c:pt>
                <c:pt idx="6">
                  <c:v>0.0415929203539823</c:v>
                </c:pt>
                <c:pt idx="7">
                  <c:v>0.0415929203539823</c:v>
                </c:pt>
                <c:pt idx="8">
                  <c:v>0.0415929203539823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434037692747002"/>
          <c:min val="0.02728726442033123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0.03398058252427184</c:v>
                </c:pt>
                <c:pt idx="1">
                  <c:v>0.04335260115606936</c:v>
                </c:pt>
                <c:pt idx="2">
                  <c:v>0.04838709677419355</c:v>
                </c:pt>
                <c:pt idx="3">
                  <c:v>0.04060913705583756</c:v>
                </c:pt>
                <c:pt idx="4">
                  <c:v>0.06134969325153374</c:v>
                </c:pt>
                <c:pt idx="5">
                  <c:v>0.06188118811881188</c:v>
                </c:pt>
                <c:pt idx="6">
                  <c:v>0.0636604774535809</c:v>
                </c:pt>
                <c:pt idx="7">
                  <c:v>0.061046511627906974</c:v>
                </c:pt>
                <c:pt idx="8">
                  <c:v>0.11764705882352941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434037692747002"/>
          <c:min val="0.02728726442033123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0.01199294532627866</c:v>
                </c:pt>
                <c:pt idx="1">
                  <c:v>0.01199294532627866</c:v>
                </c:pt>
                <c:pt idx="2">
                  <c:v>0.01199294532627866</c:v>
                </c:pt>
                <c:pt idx="3">
                  <c:v>0.01199294532627866</c:v>
                </c:pt>
                <c:pt idx="4">
                  <c:v>0.01199294532627866</c:v>
                </c:pt>
                <c:pt idx="5">
                  <c:v>0.01199294532627866</c:v>
                </c:pt>
                <c:pt idx="6">
                  <c:v>0.01199294532627866</c:v>
                </c:pt>
                <c:pt idx="7">
                  <c:v>0.01199294532627866</c:v>
                </c:pt>
                <c:pt idx="8">
                  <c:v>0.01199294532627866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5829244357212954"/>
          <c:min val="-0.00431795878312070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c:v>
                </c:pt>
                <c:pt idx="1">
                  <c:v>0.0012048192771084338</c:v>
                </c:pt>
                <c:pt idx="2">
                  <c:v>0.033707865168539325</c:v>
                </c:pt>
                <c:pt idx="3">
                  <c:v>0.028254288597376387</c:v>
                </c:pt>
                <c:pt idx="4">
                  <c:v>0.030784508440913606</c:v>
                </c:pt>
                <c:pt idx="5">
                  <c:v>0.04377431906614786</c:v>
                </c:pt>
                <c:pt idx="6">
                  <c:v>0.04158790170132325</c:v>
                </c:pt>
                <c:pt idx="7">
                  <c:v>0.05141129032258065</c:v>
                </c:pt>
                <c:pt idx="8">
                  <c:v>0.053974484789008834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5829244357212954"/>
          <c:min val="-0.00431795878312070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0.06698002350176263</c:v>
                </c:pt>
                <c:pt idx="1">
                  <c:v>0.06698002350176263</c:v>
                </c:pt>
                <c:pt idx="2">
                  <c:v>0.06698002350176263</c:v>
                </c:pt>
                <c:pt idx="3">
                  <c:v>0.06698002350176263</c:v>
                </c:pt>
                <c:pt idx="4">
                  <c:v>0.06698002350176263</c:v>
                </c:pt>
                <c:pt idx="5">
                  <c:v>0.06698002350176263</c:v>
                </c:pt>
                <c:pt idx="6">
                  <c:v>0.06698002350176263</c:v>
                </c:pt>
                <c:pt idx="7">
                  <c:v>0.06698002350176263</c:v>
                </c:pt>
                <c:pt idx="8">
                  <c:v>0.06698002350176263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553389783607283"/>
          <c:min val="0.04346272621617134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0.04912280701754386</c:v>
                </c:pt>
                <c:pt idx="1">
                  <c:v>0.08914728682170543</c:v>
                </c:pt>
                <c:pt idx="2">
                  <c:v>0.06493506493506493</c:v>
                </c:pt>
                <c:pt idx="3">
                  <c:v>0.06498194945848375</c:v>
                </c:pt>
                <c:pt idx="4">
                  <c:v>0.06007067137809187</c:v>
                </c:pt>
                <c:pt idx="5">
                  <c:v>0.1044776119402985</c:v>
                </c:pt>
                <c:pt idx="6">
                  <c:v>0.11987381703470032</c:v>
                </c:pt>
                <c:pt idx="7">
                  <c:v>0.11450381679389313</c:v>
                </c:pt>
                <c:pt idx="8">
                  <c:v>0.06885245901639345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553389783607283"/>
          <c:min val="0.04346272621617134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6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0.06379585326953749</c:v>
                </c:pt>
                <c:pt idx="1">
                  <c:v>0.06379585326953749</c:v>
                </c:pt>
                <c:pt idx="2">
                  <c:v>0.06379585326953749</c:v>
                </c:pt>
                <c:pt idx="3">
                  <c:v>0.06379585326953749</c:v>
                </c:pt>
                <c:pt idx="4">
                  <c:v>0.06379585326953749</c:v>
                </c:pt>
                <c:pt idx="5">
                  <c:v>0.06379585326953749</c:v>
                </c:pt>
                <c:pt idx="6">
                  <c:v>0.06379585326953749</c:v>
                </c:pt>
                <c:pt idx="7">
                  <c:v>0.06379585326953749</c:v>
                </c:pt>
                <c:pt idx="8">
                  <c:v>0.06379585326953749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3627783980725156"/>
          <c:min val="0.0433660457189868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6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0.07075471698113207</c:v>
                </c:pt>
                <c:pt idx="1">
                  <c:v>0.07216494845360824</c:v>
                </c:pt>
                <c:pt idx="2">
                  <c:v>0.049773755656108594</c:v>
                </c:pt>
                <c:pt idx="3">
                  <c:v>0.0635593220338983</c:v>
                </c:pt>
                <c:pt idx="4">
                  <c:v>0.06956521739130435</c:v>
                </c:pt>
                <c:pt idx="5">
                  <c:v>0.07142857142857142</c:v>
                </c:pt>
                <c:pt idx="6">
                  <c:v>0.06465517241379311</c:v>
                </c:pt>
                <c:pt idx="7">
                  <c:v>0.06930693069306931</c:v>
                </c:pt>
                <c:pt idx="8">
                  <c:v>0.12987012987012986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3627783980725156"/>
          <c:min val="0.0433660457189868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7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174.38803526448365</c:v>
                </c:pt>
                <c:pt idx="1">
                  <c:v>155.40462692788662</c:v>
                </c:pt>
                <c:pt idx="2">
                  <c:v>157.178566256336</c:v>
                </c:pt>
                <c:pt idx="3">
                  <c:v>167.77336193447738</c:v>
                </c:pt>
                <c:pt idx="4">
                  <c:v>155.3153262803108</c:v>
                </c:pt>
                <c:pt idx="5">
                  <c:v>157.53557336621455</c:v>
                </c:pt>
                <c:pt idx="6">
                  <c:v>150.69488745419648</c:v>
                </c:pt>
                <c:pt idx="7">
                  <c:v>159.21100507614213</c:v>
                </c:pt>
                <c:pt idx="8">
                  <c:v>150.49119190404798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178.05296922410056</c:v>
                </c:pt>
                <c:pt idx="1">
                  <c:v>160.21677304964538</c:v>
                </c:pt>
                <c:pt idx="2">
                  <c:v>191.89693103448275</c:v>
                </c:pt>
                <c:pt idx="3">
                  <c:v>209.60167838512137</c:v>
                </c:pt>
                <c:pt idx="4">
                  <c:v>197.62391593796107</c:v>
                </c:pt>
                <c:pt idx="5">
                  <c:v>205.25217777777777</c:v>
                </c:pt>
                <c:pt idx="6">
                  <c:v>218.43707991038087</c:v>
                </c:pt>
                <c:pt idx="7">
                  <c:v>219.43117424242425</c:v>
                </c:pt>
                <c:pt idx="8">
                  <c:v>256.0428263546798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64.4869571107303"/>
          <c:min val="142.0470611479974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7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192.45955849889623</c:v>
                </c:pt>
                <c:pt idx="1">
                  <c:v>163.1255167498218</c:v>
                </c:pt>
                <c:pt idx="2">
                  <c:v>186.59958100558663</c:v>
                </c:pt>
                <c:pt idx="3">
                  <c:v>164.87568577801892</c:v>
                </c:pt>
                <c:pt idx="4">
                  <c:v>156.55868351454598</c:v>
                </c:pt>
                <c:pt idx="5">
                  <c:v>173.93430114787304</c:v>
                </c:pt>
                <c:pt idx="6">
                  <c:v>156.8232884097035</c:v>
                </c:pt>
                <c:pt idx="7">
                  <c:v>164.90077030812324</c:v>
                </c:pt>
                <c:pt idx="8">
                  <c:v>143.5186921296296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184.7164980500763</c:v>
                </c:pt>
                <c:pt idx="1">
                  <c:v>223.62025547445256</c:v>
                </c:pt>
                <c:pt idx="2">
                  <c:v>223.18226620884667</c:v>
                </c:pt>
                <c:pt idx="3">
                  <c:v>210.9834523036989</c:v>
                </c:pt>
                <c:pt idx="4">
                  <c:v>261.6163382072473</c:v>
                </c:pt>
                <c:pt idx="5">
                  <c:v>167.6960537021969</c:v>
                </c:pt>
                <c:pt idx="6">
                  <c:v>164.572911656245</c:v>
                </c:pt>
                <c:pt idx="7">
                  <c:v>183.99331470010577</c:v>
                </c:pt>
                <c:pt idx="8">
                  <c:v>288.0587732160313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9.6219797029434"/>
          <c:min val="131.955485642717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7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150.9563117453348</c:v>
                </c:pt>
                <c:pt idx="1">
                  <c:v>142.04798368826462</c:v>
                </c:pt>
                <c:pt idx="2">
                  <c:v>128.7344332855093</c:v>
                </c:pt>
                <c:pt idx="3">
                  <c:v>135.34032205060794</c:v>
                </c:pt>
                <c:pt idx="4">
                  <c:v>139.49756690997566</c:v>
                </c:pt>
                <c:pt idx="5">
                  <c:v>138.1369610935857</c:v>
                </c:pt>
                <c:pt idx="6">
                  <c:v>131.53535714285715</c:v>
                </c:pt>
                <c:pt idx="7">
                  <c:v>135.33781773093614</c:v>
                </c:pt>
                <c:pt idx="8">
                  <c:v>145.10995113282985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159.4314230521571</c:v>
                </c:pt>
                <c:pt idx="1">
                  <c:v>159.60374125874125</c:v>
                </c:pt>
                <c:pt idx="2">
                  <c:v>153.66641791044776</c:v>
                </c:pt>
                <c:pt idx="3">
                  <c:v>164.2155411655874</c:v>
                </c:pt>
                <c:pt idx="4">
                  <c:v>165.55831754452444</c:v>
                </c:pt>
                <c:pt idx="5">
                  <c:v>173.33435843054085</c:v>
                </c:pt>
                <c:pt idx="6">
                  <c:v>170.62600596125188</c:v>
                </c:pt>
                <c:pt idx="7">
                  <c:v>173.8277404036407</c:v>
                </c:pt>
                <c:pt idx="8">
                  <c:v>173.4787518142235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7.4352049730912"/>
          <c:min val="125.12696871605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7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122.58168064163324</c:v>
                </c:pt>
                <c:pt idx="1">
                  <c:v>117.52640423214562</c:v>
                </c:pt>
                <c:pt idx="2">
                  <c:v>111.23336145086462</c:v>
                </c:pt>
                <c:pt idx="3">
                  <c:v>117.85230905861458</c:v>
                </c:pt>
                <c:pt idx="4">
                  <c:v>112.32017661739299</c:v>
                </c:pt>
                <c:pt idx="5">
                  <c:v>114.64485964272693</c:v>
                </c:pt>
                <c:pt idx="6">
                  <c:v>110.71989544895449</c:v>
                </c:pt>
                <c:pt idx="7">
                  <c:v>104.05066496629624</c:v>
                </c:pt>
                <c:pt idx="8">
                  <c:v>113.54065143062803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136.26171531176286</c:v>
                </c:pt>
                <c:pt idx="1">
                  <c:v>133.26594511675472</c:v>
                </c:pt>
                <c:pt idx="2">
                  <c:v>140.11032485831964</c:v>
                </c:pt>
                <c:pt idx="3">
                  <c:v>129.41722343714653</c:v>
                </c:pt>
                <c:pt idx="4">
                  <c:v>128.00904134833183</c:v>
                </c:pt>
                <c:pt idx="5">
                  <c:v>139.7038959288218</c:v>
                </c:pt>
                <c:pt idx="6">
                  <c:v>133.6440097799511</c:v>
                </c:pt>
                <c:pt idx="7">
                  <c:v>132.44499130667378</c:v>
                </c:pt>
                <c:pt idx="8">
                  <c:v>135.95611102591627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2.99509764968153"/>
          <c:min val="101.1658921749343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7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92.880250849019</c:v>
                </c:pt>
                <c:pt idx="1">
                  <c:v>95.84905902227085</c:v>
                </c:pt>
                <c:pt idx="2">
                  <c:v>96.63554468528355</c:v>
                </c:pt>
                <c:pt idx="3">
                  <c:v>94.4279766354856</c:v>
                </c:pt>
                <c:pt idx="4">
                  <c:v>100.89441951658024</c:v>
                </c:pt>
                <c:pt idx="5">
                  <c:v>99.32603506552257</c:v>
                </c:pt>
                <c:pt idx="6">
                  <c:v>99.29664541399629</c:v>
                </c:pt>
                <c:pt idx="7">
                  <c:v>96.71248109122307</c:v>
                </c:pt>
                <c:pt idx="8">
                  <c:v>102.2272950128454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101.14933274595738</c:v>
                </c:pt>
                <c:pt idx="1">
                  <c:v>100.39484517662517</c:v>
                </c:pt>
                <c:pt idx="2">
                  <c:v>107.0513883482949</c:v>
                </c:pt>
                <c:pt idx="3">
                  <c:v>109.79377636145013</c:v>
                </c:pt>
                <c:pt idx="4">
                  <c:v>113.85863092924549</c:v>
                </c:pt>
                <c:pt idx="5">
                  <c:v>111.76761969209947</c:v>
                </c:pt>
                <c:pt idx="6">
                  <c:v>132.35613456526005</c:v>
                </c:pt>
                <c:pt idx="7">
                  <c:v>124.73996944571296</c:v>
                </c:pt>
                <c:pt idx="8">
                  <c:v>128.02506223859402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5.51420526255933"/>
          <c:min val="89.7221801517197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7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143.41632193963633</c:v>
                </c:pt>
                <c:pt idx="1">
                  <c:v>137.3487265917603</c:v>
                </c:pt>
                <c:pt idx="2">
                  <c:v>155.6923861870637</c:v>
                </c:pt>
                <c:pt idx="3">
                  <c:v>130.1777800511509</c:v>
                </c:pt>
                <c:pt idx="4">
                  <c:v>107.49428444180522</c:v>
                </c:pt>
                <c:pt idx="5">
                  <c:v>99.00991464958972</c:v>
                </c:pt>
                <c:pt idx="6">
                  <c:v>109.15019552509574</c:v>
                </c:pt>
                <c:pt idx="7">
                  <c:v>101.812531179475</c:v>
                </c:pt>
                <c:pt idx="8">
                  <c:v>111.88819898004832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94.34418299222939</c:v>
                </c:pt>
                <c:pt idx="1">
                  <c:v>87.40689620956539</c:v>
                </c:pt>
                <c:pt idx="2">
                  <c:v>89.59074165840767</c:v>
                </c:pt>
                <c:pt idx="3">
                  <c:v>88.27070541943087</c:v>
                </c:pt>
                <c:pt idx="4">
                  <c:v>91.91285089463221</c:v>
                </c:pt>
                <c:pt idx="5">
                  <c:v>85.26126510912741</c:v>
                </c:pt>
                <c:pt idx="6">
                  <c:v>79.93511894859424</c:v>
                </c:pt>
                <c:pt idx="7">
                  <c:v>74.42129447804572</c:v>
                </c:pt>
                <c:pt idx="8">
                  <c:v>93.86721714465806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2.19407352378514"/>
          <c:min val="67.9196071413242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7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247.51648005498126</c:v>
                </c:pt>
                <c:pt idx="1">
                  <c:v>242.9926990941687</c:v>
                </c:pt>
                <c:pt idx="2">
                  <c:v>229.56736699665265</c:v>
                </c:pt>
                <c:pt idx="3">
                  <c:v>235.1071239706882</c:v>
                </c:pt>
                <c:pt idx="4">
                  <c:v>215.03272381509655</c:v>
                </c:pt>
                <c:pt idx="5">
                  <c:v>226.64854946048976</c:v>
                </c:pt>
                <c:pt idx="6">
                  <c:v>230.3340022296544</c:v>
                </c:pt>
                <c:pt idx="7">
                  <c:v>235.68966622474105</c:v>
                </c:pt>
                <c:pt idx="8">
                  <c:v>186.11508221899877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169.52408694754814</c:v>
                </c:pt>
                <c:pt idx="1">
                  <c:v>167.78464393947337</c:v>
                </c:pt>
                <c:pt idx="2">
                  <c:v>174.54432014552071</c:v>
                </c:pt>
                <c:pt idx="3">
                  <c:v>168.43185776815127</c:v>
                </c:pt>
                <c:pt idx="4">
                  <c:v>164.9412937148447</c:v>
                </c:pt>
                <c:pt idx="5">
                  <c:v>161.08077401692384</c:v>
                </c:pt>
                <c:pt idx="6">
                  <c:v>156.68231533280056</c:v>
                </c:pt>
                <c:pt idx="7">
                  <c:v>174.21928828097833</c:v>
                </c:pt>
                <c:pt idx="8">
                  <c:v>162.21129385964915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4.7832132327557"/>
          <c:min val="149.415582155026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7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184.16574312289728</c:v>
                </c:pt>
                <c:pt idx="1">
                  <c:v>181.30166633993332</c:v>
                </c:pt>
                <c:pt idx="2">
                  <c:v>214.43773449144265</c:v>
                </c:pt>
                <c:pt idx="3">
                  <c:v>181.0650144442755</c:v>
                </c:pt>
                <c:pt idx="4">
                  <c:v>176.5007314015046</c:v>
                </c:pt>
                <c:pt idx="5">
                  <c:v>182.1384466884467</c:v>
                </c:pt>
                <c:pt idx="6">
                  <c:v>195.76362068619784</c:v>
                </c:pt>
                <c:pt idx="7">
                  <c:v>181.53635739080127</c:v>
                </c:pt>
                <c:pt idx="8">
                  <c:v>147.40153097982707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125.66385959129863</c:v>
                </c:pt>
                <c:pt idx="1">
                  <c:v>139.17604957667803</c:v>
                </c:pt>
                <c:pt idx="2">
                  <c:v>150.8165109604934</c:v>
                </c:pt>
                <c:pt idx="3">
                  <c:v>137.7541237449472</c:v>
                </c:pt>
                <c:pt idx="4">
                  <c:v>142.69115226337448</c:v>
                </c:pt>
                <c:pt idx="5">
                  <c:v>139.3973072939784</c:v>
                </c:pt>
                <c:pt idx="6">
                  <c:v>157.60556323958812</c:v>
                </c:pt>
                <c:pt idx="7">
                  <c:v>144.10511611664046</c:v>
                </c:pt>
                <c:pt idx="8">
                  <c:v>139.2658336811352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1.53964448345417"/>
          <c:min val="118.561949599287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7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149.9706485678831</c:v>
                </c:pt>
                <c:pt idx="1">
                  <c:v>172.00720834208133</c:v>
                </c:pt>
                <c:pt idx="2">
                  <c:v>166.39400682391337</c:v>
                </c:pt>
                <c:pt idx="3">
                  <c:v>178.3032138455542</c:v>
                </c:pt>
                <c:pt idx="4">
                  <c:v>178.1761071616463</c:v>
                </c:pt>
                <c:pt idx="5">
                  <c:v>189.14884979702296</c:v>
                </c:pt>
                <c:pt idx="6">
                  <c:v>180.57775255391599</c:v>
                </c:pt>
                <c:pt idx="7">
                  <c:v>172.7758240665551</c:v>
                </c:pt>
                <c:pt idx="8">
                  <c:v>169.02812577268605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130.15357019227744</c:v>
                </c:pt>
                <c:pt idx="1">
                  <c:v>132.3568408957877</c:v>
                </c:pt>
                <c:pt idx="2">
                  <c:v>139.5993858179788</c:v>
                </c:pt>
                <c:pt idx="3">
                  <c:v>159.58102153810475</c:v>
                </c:pt>
                <c:pt idx="4">
                  <c:v>154.51384767556874</c:v>
                </c:pt>
                <c:pt idx="5">
                  <c:v>146.04025813798992</c:v>
                </c:pt>
                <c:pt idx="6">
                  <c:v>181.6469104300171</c:v>
                </c:pt>
                <c:pt idx="7">
                  <c:v>184.97411940167567</c:v>
                </c:pt>
                <c:pt idx="8">
                  <c:v>181.77506453278266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3.8684721654026"/>
          <c:min val="125.433947823897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8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144.67625445292623</c:v>
                </c:pt>
                <c:pt idx="1">
                  <c:v>160.96337604456826</c:v>
                </c:pt>
                <c:pt idx="2">
                  <c:v>148.61763562711076</c:v>
                </c:pt>
                <c:pt idx="3">
                  <c:v>163.63036573191758</c:v>
                </c:pt>
                <c:pt idx="4">
                  <c:v>158.638249475891</c:v>
                </c:pt>
                <c:pt idx="5">
                  <c:v>161.57829244357214</c:v>
                </c:pt>
                <c:pt idx="6">
                  <c:v>156.0278287840011</c:v>
                </c:pt>
                <c:pt idx="7">
                  <c:v>160.5997293758184</c:v>
                </c:pt>
                <c:pt idx="8">
                  <c:v>160.18754669987547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155.72106828193833</c:v>
                </c:pt>
                <c:pt idx="1">
                  <c:v>145.75028198626615</c:v>
                </c:pt>
                <c:pt idx="2">
                  <c:v>147.99482419818935</c:v>
                </c:pt>
                <c:pt idx="3">
                  <c:v>141.03026612645104</c:v>
                </c:pt>
                <c:pt idx="4">
                  <c:v>139.1263412477101</c:v>
                </c:pt>
                <c:pt idx="5">
                  <c:v>131.02312467377524</c:v>
                </c:pt>
                <c:pt idx="6">
                  <c:v>130.2903637004692</c:v>
                </c:pt>
                <c:pt idx="7">
                  <c:v>124.60342396356685</c:v>
                </c:pt>
                <c:pt idx="8">
                  <c:v>138.82405599593895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6.75252107338562"/>
          <c:min val="121.48126862209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8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134.35290516842034</c:v>
                </c:pt>
                <c:pt idx="1">
                  <c:v>134.35290516842034</c:v>
                </c:pt>
                <c:pt idx="2">
                  <c:v>134.35290516842034</c:v>
                </c:pt>
                <c:pt idx="3">
                  <c:v>134.35290516842034</c:v>
                </c:pt>
                <c:pt idx="4">
                  <c:v>134.35290516842034</c:v>
                </c:pt>
                <c:pt idx="5">
                  <c:v>134.35290516842034</c:v>
                </c:pt>
                <c:pt idx="6">
                  <c:v>134.35290516842034</c:v>
                </c:pt>
                <c:pt idx="7">
                  <c:v>134.35290516842034</c:v>
                </c:pt>
                <c:pt idx="8">
                  <c:v>134.35290516842034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9.3597633384275"/>
          <c:min val="125.7679262555255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8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130.15357019227744</c:v>
                </c:pt>
                <c:pt idx="1">
                  <c:v>132.3568408957877</c:v>
                </c:pt>
                <c:pt idx="2">
                  <c:v>139.5993858179788</c:v>
                </c:pt>
                <c:pt idx="3">
                  <c:v>159.58102153810475</c:v>
                </c:pt>
                <c:pt idx="4">
                  <c:v>154.51384767556874</c:v>
                </c:pt>
                <c:pt idx="5">
                  <c:v>146.04025813798992</c:v>
                </c:pt>
                <c:pt idx="6">
                  <c:v>181.6469104300171</c:v>
                </c:pt>
                <c:pt idx="7">
                  <c:v>184.97411940167567</c:v>
                </c:pt>
                <c:pt idx="8">
                  <c:v>181.77506453278266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9.3597633384275"/>
          <c:min val="125.7679262555255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8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176.78841410240437</c:v>
                </c:pt>
                <c:pt idx="1">
                  <c:v>176.78841410240437</c:v>
                </c:pt>
                <c:pt idx="2">
                  <c:v>176.78841410240437</c:v>
                </c:pt>
                <c:pt idx="3">
                  <c:v>176.78841410240437</c:v>
                </c:pt>
                <c:pt idx="4">
                  <c:v>176.78841410240437</c:v>
                </c:pt>
                <c:pt idx="5">
                  <c:v>176.78841410240437</c:v>
                </c:pt>
                <c:pt idx="6">
                  <c:v>176.78841410240437</c:v>
                </c:pt>
                <c:pt idx="7">
                  <c:v>176.78841410240437</c:v>
                </c:pt>
                <c:pt idx="8">
                  <c:v>176.78841410240437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63.70891061908253"/>
          <c:min val="152.550688785242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8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178.05296922410056</c:v>
                </c:pt>
                <c:pt idx="1">
                  <c:v>160.21677304964538</c:v>
                </c:pt>
                <c:pt idx="2">
                  <c:v>191.89693103448275</c:v>
                </c:pt>
                <c:pt idx="3">
                  <c:v>209.60167838512137</c:v>
                </c:pt>
                <c:pt idx="4">
                  <c:v>197.62391593796107</c:v>
                </c:pt>
                <c:pt idx="5">
                  <c:v>205.25217777777777</c:v>
                </c:pt>
                <c:pt idx="6">
                  <c:v>218.43707991038087</c:v>
                </c:pt>
                <c:pt idx="7">
                  <c:v>219.43117424242425</c:v>
                </c:pt>
                <c:pt idx="8">
                  <c:v>256.0428263546798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63.70891061908253"/>
          <c:min val="152.550688785242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8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102.7121623243627</c:v>
                </c:pt>
                <c:pt idx="1">
                  <c:v>102.7121623243627</c:v>
                </c:pt>
                <c:pt idx="2">
                  <c:v>102.7121623243627</c:v>
                </c:pt>
                <c:pt idx="3">
                  <c:v>102.7121623243627</c:v>
                </c:pt>
                <c:pt idx="4">
                  <c:v>102.7121623243627</c:v>
                </c:pt>
                <c:pt idx="5">
                  <c:v>102.7121623243627</c:v>
                </c:pt>
                <c:pt idx="6">
                  <c:v>102.7121623243627</c:v>
                </c:pt>
                <c:pt idx="7">
                  <c:v>102.7121623243627</c:v>
                </c:pt>
                <c:pt idx="8">
                  <c:v>102.7121623243627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4.91303771635083"/>
          <c:min val="97.8379420255343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8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101.14933274595738</c:v>
                </c:pt>
                <c:pt idx="1">
                  <c:v>100.39484517662517</c:v>
                </c:pt>
                <c:pt idx="2">
                  <c:v>107.0513883482949</c:v>
                </c:pt>
                <c:pt idx="3">
                  <c:v>109.79377636145013</c:v>
                </c:pt>
                <c:pt idx="4">
                  <c:v>113.85863092924549</c:v>
                </c:pt>
                <c:pt idx="5">
                  <c:v>111.76761969209947</c:v>
                </c:pt>
                <c:pt idx="6">
                  <c:v>132.35613456526005</c:v>
                </c:pt>
                <c:pt idx="7">
                  <c:v>124.73996944571296</c:v>
                </c:pt>
                <c:pt idx="8">
                  <c:v>128.02506223859402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4.91303771635083"/>
          <c:min val="97.8379420255343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8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96.73828452718628</c:v>
                </c:pt>
                <c:pt idx="1">
                  <c:v>96.73828452718628</c:v>
                </c:pt>
                <c:pt idx="2">
                  <c:v>96.73828452718628</c:v>
                </c:pt>
                <c:pt idx="3">
                  <c:v>96.73828452718628</c:v>
                </c:pt>
                <c:pt idx="4">
                  <c:v>96.73828452718628</c:v>
                </c:pt>
                <c:pt idx="5">
                  <c:v>96.73828452718628</c:v>
                </c:pt>
                <c:pt idx="6">
                  <c:v>96.73828452718628</c:v>
                </c:pt>
                <c:pt idx="7">
                  <c:v>96.73828452718628</c:v>
                </c:pt>
                <c:pt idx="8">
                  <c:v>96.73828452718628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6.3635026734635"/>
          <c:min val="89.3692949584707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8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92.61027480088403</c:v>
                </c:pt>
                <c:pt idx="1">
                  <c:v>93.13047757929273</c:v>
                </c:pt>
                <c:pt idx="2">
                  <c:v>105.0972046279875</c:v>
                </c:pt>
                <c:pt idx="3">
                  <c:v>93.82475887290849</c:v>
                </c:pt>
                <c:pt idx="4">
                  <c:v>110.21642929370833</c:v>
                </c:pt>
                <c:pt idx="5">
                  <c:v>110.57268252560692</c:v>
                </c:pt>
                <c:pt idx="6">
                  <c:v>115.0152976091913</c:v>
                </c:pt>
                <c:pt idx="7">
                  <c:v>108.92671433788448</c:v>
                </c:pt>
                <c:pt idx="8">
                  <c:v>133.12252283105022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6.3635026734635"/>
          <c:min val="89.3692949584707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8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159.33849946742944</c:v>
                </c:pt>
                <c:pt idx="1">
                  <c:v>159.33849946742944</c:v>
                </c:pt>
                <c:pt idx="2">
                  <c:v>159.33849946742944</c:v>
                </c:pt>
                <c:pt idx="3">
                  <c:v>159.33849946742944</c:v>
                </c:pt>
                <c:pt idx="4">
                  <c:v>159.33849946742944</c:v>
                </c:pt>
                <c:pt idx="5">
                  <c:v>159.33849946742944</c:v>
                </c:pt>
                <c:pt idx="6">
                  <c:v>159.33849946742944</c:v>
                </c:pt>
                <c:pt idx="7">
                  <c:v>159.33849946742944</c:v>
                </c:pt>
                <c:pt idx="8">
                  <c:v>159.33849946742944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7.555227943887"/>
          <c:min val="122.40396460577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9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195.19433955605746</c:v>
                </c:pt>
                <c:pt idx="1">
                  <c:v>128.96612069805988</c:v>
                </c:pt>
                <c:pt idx="2">
                  <c:v>148.0151558808275</c:v>
                </c:pt>
                <c:pt idx="3">
                  <c:v>155.75241501675725</c:v>
                </c:pt>
                <c:pt idx="4">
                  <c:v>183.83668297282964</c:v>
                </c:pt>
                <c:pt idx="5">
                  <c:v>210.9930718516035</c:v>
                </c:pt>
                <c:pt idx="6">
                  <c:v>203.00622398568484</c:v>
                </c:pt>
                <c:pt idx="7">
                  <c:v>185.13596682671323</c:v>
                </c:pt>
                <c:pt idx="8">
                  <c:v>176.51716247139586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7.555227943887"/>
          <c:min val="122.40396460577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9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0.7174160247123765</c:v>
                </c:pt>
                <c:pt idx="1">
                  <c:v>0.7175361327620391</c:v>
                </c:pt>
                <c:pt idx="2">
                  <c:v>0.711607661423203</c:v>
                </c:pt>
                <c:pt idx="3">
                  <c:v>0.7159331805150619</c:v>
                </c:pt>
                <c:pt idx="4">
                  <c:v>0.7135978821918489</c:v>
                </c:pt>
                <c:pt idx="5">
                  <c:v>0.7213545615772601</c:v>
                </c:pt>
                <c:pt idx="6">
                  <c:v>0.7064116474466818</c:v>
                </c:pt>
                <c:pt idx="7">
                  <c:v>0.711205043496377</c:v>
                </c:pt>
                <c:pt idx="8">
                  <c:v>0.7298815972600206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0.7651085981493705</c:v>
                </c:pt>
                <c:pt idx="1">
                  <c:v>0.7621976687505652</c:v>
                </c:pt>
                <c:pt idx="2">
                  <c:v>0.7548864768837471</c:v>
                </c:pt>
                <c:pt idx="3">
                  <c:v>0.7897413228341565</c:v>
                </c:pt>
                <c:pt idx="4">
                  <c:v>0.7796153341420556</c:v>
                </c:pt>
                <c:pt idx="5">
                  <c:v>0.7816763192620453</c:v>
                </c:pt>
                <c:pt idx="6">
                  <c:v>0.7817499585359114</c:v>
                </c:pt>
                <c:pt idx="7">
                  <c:v>0.7744891631322395</c:v>
                </c:pt>
                <c:pt idx="8">
                  <c:v>0.7683527583064161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7964076968651546"/>
          <c:min val="0.699745273415683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9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0.7845953303510527</c:v>
                </c:pt>
                <c:pt idx="1">
                  <c:v>0.7729916321370631</c:v>
                </c:pt>
                <c:pt idx="2">
                  <c:v>0.7649357705842584</c:v>
                </c:pt>
                <c:pt idx="3">
                  <c:v>0.7601357028583657</c:v>
                </c:pt>
                <c:pt idx="4">
                  <c:v>0.7550778890530081</c:v>
                </c:pt>
                <c:pt idx="5">
                  <c:v>0.7621083162398041</c:v>
                </c:pt>
                <c:pt idx="6">
                  <c:v>0.7503007128512356</c:v>
                </c:pt>
                <c:pt idx="7">
                  <c:v>0.7454293133609077</c:v>
                </c:pt>
                <c:pt idx="8">
                  <c:v>0.7561357924156353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0.8019546067086512</c:v>
                </c:pt>
                <c:pt idx="1">
                  <c:v>0.8024559796478014</c:v>
                </c:pt>
                <c:pt idx="2">
                  <c:v>0.807102420759885</c:v>
                </c:pt>
                <c:pt idx="3">
                  <c:v>0.7897822971634221</c:v>
                </c:pt>
                <c:pt idx="4">
                  <c:v>0.7902116861910387</c:v>
                </c:pt>
                <c:pt idx="5">
                  <c:v>0.8082847682215061</c:v>
                </c:pt>
                <c:pt idx="6">
                  <c:v>0.7968095058907267</c:v>
                </c:pt>
                <c:pt idx="7">
                  <c:v>0.7882622808321431</c:v>
                </c:pt>
                <c:pt idx="8">
                  <c:v>0.7915471517301852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3313204610354"/>
          <c:min val="0.74040087697205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9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0.821004223472653</c:v>
                </c:pt>
                <c:pt idx="1">
                  <c:v>0.7908593315450893</c:v>
                </c:pt>
                <c:pt idx="2">
                  <c:v>0.8196927816486322</c:v>
                </c:pt>
                <c:pt idx="3">
                  <c:v>0.7940249956760895</c:v>
                </c:pt>
                <c:pt idx="4">
                  <c:v>0.7755463341349312</c:v>
                </c:pt>
                <c:pt idx="5">
                  <c:v>0.7943296633846629</c:v>
                </c:pt>
                <c:pt idx="6">
                  <c:v>0.7664066066429431</c:v>
                </c:pt>
                <c:pt idx="7">
                  <c:v>0.7784509230786871</c:v>
                </c:pt>
                <c:pt idx="8">
                  <c:v>0.7318632275848054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0.8108845602258622</c:v>
                </c:pt>
                <c:pt idx="1">
                  <c:v>0.840929658677421</c:v>
                </c:pt>
                <c:pt idx="2">
                  <c:v>0.8390248325890332</c:v>
                </c:pt>
                <c:pt idx="3">
                  <c:v>0.8291677257814949</c:v>
                </c:pt>
                <c:pt idx="4">
                  <c:v>0.8623185852535402</c:v>
                </c:pt>
                <c:pt idx="5">
                  <c:v>0.7837174418342302</c:v>
                </c:pt>
                <c:pt idx="6">
                  <c:v>0.7785272659297353</c:v>
                </c:pt>
                <c:pt idx="7">
                  <c:v>0.7950715265630648</c:v>
                </c:pt>
                <c:pt idx="8">
                  <c:v>0.8546545389915389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72755013867039"/>
          <c:min val="0.72142679897130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0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0.844029126201906</c:v>
                </c:pt>
                <c:pt idx="1">
                  <c:v>0.8234677348620243</c:v>
                </c:pt>
                <c:pt idx="2">
                  <c:v>0.8211512662648183</c:v>
                </c:pt>
                <c:pt idx="3">
                  <c:v>0.8292120643214128</c:v>
                </c:pt>
                <c:pt idx="4">
                  <c:v>0.8239402913818182</c:v>
                </c:pt>
                <c:pt idx="5">
                  <c:v>0.8224654795836143</c:v>
                </c:pt>
                <c:pt idx="6">
                  <c:v>0.8175181940835012</c:v>
                </c:pt>
                <c:pt idx="7">
                  <c:v>0.8181647520220907</c:v>
                </c:pt>
                <c:pt idx="8">
                  <c:v>0.8091925366833495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0.8269802774411457</c:v>
                </c:pt>
                <c:pt idx="1">
                  <c:v>0.8087039877046016</c:v>
                </c:pt>
                <c:pt idx="2">
                  <c:v>0.8485374063052166</c:v>
                </c:pt>
                <c:pt idx="3">
                  <c:v>0.8533177771443917</c:v>
                </c:pt>
                <c:pt idx="4">
                  <c:v>0.8471338298701822</c:v>
                </c:pt>
                <c:pt idx="5">
                  <c:v>0.8582047796380128</c:v>
                </c:pt>
                <c:pt idx="6">
                  <c:v>0.8612674569575255</c:v>
                </c:pt>
                <c:pt idx="7">
                  <c:v>0.8610986774861933</c:v>
                </c:pt>
                <c:pt idx="8">
                  <c:v>0.8837465734341748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897499802925407"/>
          <c:min val="0.80270058084623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0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0.8207718761422481</c:v>
                </c:pt>
                <c:pt idx="1">
                  <c:v>0.8071626179147107</c:v>
                </c:pt>
                <c:pt idx="2">
                  <c:v>0.7913926437596334</c:v>
                </c:pt>
                <c:pt idx="3">
                  <c:v>0.7976790049354048</c:v>
                </c:pt>
                <c:pt idx="4">
                  <c:v>0.8087052072523045</c:v>
                </c:pt>
                <c:pt idx="5">
                  <c:v>0.8050327990210725</c:v>
                </c:pt>
                <c:pt idx="6">
                  <c:v>0.7945438740960858</c:v>
                </c:pt>
                <c:pt idx="7">
                  <c:v>0.7962894165320278</c:v>
                </c:pt>
                <c:pt idx="8">
                  <c:v>0.8083103086707945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0.8266305730683328</c:v>
                </c:pt>
                <c:pt idx="1">
                  <c:v>0.82581204718767</c:v>
                </c:pt>
                <c:pt idx="2">
                  <c:v>0.813242148066332</c:v>
                </c:pt>
                <c:pt idx="3">
                  <c:v>0.8225578395308619</c:v>
                </c:pt>
                <c:pt idx="4">
                  <c:v>0.8254908809260706</c:v>
                </c:pt>
                <c:pt idx="5">
                  <c:v>0.8329267976839194</c:v>
                </c:pt>
                <c:pt idx="6">
                  <c:v>0.8325181969961581</c:v>
                </c:pt>
                <c:pt idx="7">
                  <c:v>0.8354708924750498</c:v>
                </c:pt>
                <c:pt idx="8">
                  <c:v>0.8367069962349886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40332144433017"/>
          <c:min val="0.7877674955616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0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0.7851708215193521</c:v>
                </c:pt>
                <c:pt idx="1">
                  <c:v>0.7721620054041067</c:v>
                </c:pt>
                <c:pt idx="2">
                  <c:v>0.797979160770411</c:v>
                </c:pt>
                <c:pt idx="3">
                  <c:v>0.7797813857233051</c:v>
                </c:pt>
                <c:pt idx="4">
                  <c:v>0.7557826708733755</c:v>
                </c:pt>
                <c:pt idx="5">
                  <c:v>0.7179182662221913</c:v>
                </c:pt>
                <c:pt idx="6">
                  <c:v>0.7639490526693069</c:v>
                </c:pt>
                <c:pt idx="7">
                  <c:v>0.7365490934769798</c:v>
                </c:pt>
                <c:pt idx="8">
                  <c:v>0.7655757226439307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0.7102083610781524</c:v>
                </c:pt>
                <c:pt idx="1">
                  <c:v>0.6966919809323946</c:v>
                </c:pt>
                <c:pt idx="2">
                  <c:v>0.6958658407671268</c:v>
                </c:pt>
                <c:pt idx="3">
                  <c:v>0.6849311508867544</c:v>
                </c:pt>
                <c:pt idx="4">
                  <c:v>0.6739023507530385</c:v>
                </c:pt>
                <c:pt idx="5">
                  <c:v>0.6581074983978068</c:v>
                </c:pt>
                <c:pt idx="6">
                  <c:v>0.6465264625694603</c:v>
                </c:pt>
                <c:pt idx="7">
                  <c:v>0.6221645825802212</c:v>
                </c:pt>
                <c:pt idx="8">
                  <c:v>0.7013007088219111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20443270256261"/>
          <c:min val="0.608099416325006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0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0.7826781946836383</c:v>
                </c:pt>
                <c:pt idx="1">
                  <c:v>0.6756725243526519</c:v>
                </c:pt>
                <c:pt idx="2">
                  <c:v>0.8043451301826513</c:v>
                </c:pt>
                <c:pt idx="3">
                  <c:v>0.7753891560882413</c:v>
                </c:pt>
                <c:pt idx="4">
                  <c:v>0.7810957237541702</c:v>
                </c:pt>
                <c:pt idx="5">
                  <c:v>0.7684671695911997</c:v>
                </c:pt>
                <c:pt idx="6">
                  <c:v>0.7919514183196192</c:v>
                </c:pt>
                <c:pt idx="7">
                  <c:v>0.7230859717341547</c:v>
                </c:pt>
                <c:pt idx="8">
                  <c:v>0.6382272537951112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0.737567591014565</c:v>
                </c:pt>
                <c:pt idx="1">
                  <c:v>0.6955894617010289</c:v>
                </c:pt>
                <c:pt idx="2">
                  <c:v>0.7197958764337912</c:v>
                </c:pt>
                <c:pt idx="3">
                  <c:v>0.7282157853256137</c:v>
                </c:pt>
                <c:pt idx="4">
                  <c:v>0.6930970207779816</c:v>
                </c:pt>
                <c:pt idx="5">
                  <c:v>0.6577970227368963</c:v>
                </c:pt>
                <c:pt idx="6">
                  <c:v>0.6589295890361307</c:v>
                </c:pt>
                <c:pt idx="7">
                  <c:v>0.6996509645580978</c:v>
                </c:pt>
                <c:pt idx="8">
                  <c:v>0.6960205903902767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76345602936546"/>
          <c:min val="0.6249378236841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0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0.8608967756459749</c:v>
                </c:pt>
                <c:pt idx="1">
                  <c:v>0.8548106344608972</c:v>
                </c:pt>
                <c:pt idx="2">
                  <c:v>0.8824983252702636</c:v>
                </c:pt>
                <c:pt idx="3">
                  <c:v>0.8506551458494944</c:v>
                </c:pt>
                <c:pt idx="4">
                  <c:v>0.8435260135339797</c:v>
                </c:pt>
                <c:pt idx="5">
                  <c:v>0.8432810284509764</c:v>
                </c:pt>
                <c:pt idx="6">
                  <c:v>0.8495633716485143</c:v>
                </c:pt>
                <c:pt idx="7">
                  <c:v>0.8476101167407404</c:v>
                </c:pt>
                <c:pt idx="8">
                  <c:v>0.8135777401339951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0.7716386395101663</c:v>
                </c:pt>
                <c:pt idx="1">
                  <c:v>0.8037112061576798</c:v>
                </c:pt>
                <c:pt idx="2">
                  <c:v>0.8206182219519482</c:v>
                </c:pt>
                <c:pt idx="3">
                  <c:v>0.7921788001667398</c:v>
                </c:pt>
                <c:pt idx="4">
                  <c:v>0.8012819159890665</c:v>
                </c:pt>
                <c:pt idx="5">
                  <c:v>0.795421585367821</c:v>
                </c:pt>
                <c:pt idx="6">
                  <c:v>0.8189352842026352</c:v>
                </c:pt>
                <c:pt idx="7">
                  <c:v>0.8018684341261859</c:v>
                </c:pt>
                <c:pt idx="8">
                  <c:v>0.7764643245465588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913671001310715"/>
          <c:min val="0.762769864649358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0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0.7896089322193962</c:v>
                </c:pt>
                <c:pt idx="1">
                  <c:v>0.7729787145346964</c:v>
                </c:pt>
                <c:pt idx="2">
                  <c:v>0.7872109364932143</c:v>
                </c:pt>
                <c:pt idx="3">
                  <c:v>0.7958548965660284</c:v>
                </c:pt>
                <c:pt idx="4">
                  <c:v>0.7782883482557692</c:v>
                </c:pt>
                <c:pt idx="5">
                  <c:v>0.8076814232997988</c:v>
                </c:pt>
                <c:pt idx="6">
                  <c:v>0.8198671064410783</c:v>
                </c:pt>
                <c:pt idx="7">
                  <c:v>0.7760589130166738</c:v>
                </c:pt>
                <c:pt idx="8">
                  <c:v>0.7236029228764652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0.7328344593374038</c:v>
                </c:pt>
                <c:pt idx="1">
                  <c:v>0.7508096322027134</c:v>
                </c:pt>
                <c:pt idx="2">
                  <c:v>0.7477089608315961</c:v>
                </c:pt>
                <c:pt idx="3">
                  <c:v>0.7387790290566626</c:v>
                </c:pt>
                <c:pt idx="4">
                  <c:v>0.7392904491132696</c:v>
                </c:pt>
                <c:pt idx="5">
                  <c:v>0.7261177822999249</c:v>
                </c:pt>
                <c:pt idx="6">
                  <c:v>0.7368648194383742</c:v>
                </c:pt>
                <c:pt idx="7">
                  <c:v>0.7425785131606314</c:v>
                </c:pt>
                <c:pt idx="8">
                  <c:v>0.7250781215478552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275682411262474"/>
          <c:min val="0.715901788191296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0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0.752656584028817</c:v>
                </c:pt>
                <c:pt idx="1">
                  <c:v>0.7928606925691013</c:v>
                </c:pt>
                <c:pt idx="2">
                  <c:v>0.773510592145787</c:v>
                </c:pt>
                <c:pt idx="3">
                  <c:v>0.7745801311415709</c:v>
                </c:pt>
                <c:pt idx="4">
                  <c:v>0.8447131954226463</c:v>
                </c:pt>
                <c:pt idx="5">
                  <c:v>0.7622804381219529</c:v>
                </c:pt>
                <c:pt idx="6">
                  <c:v>0.7698851774530271</c:v>
                </c:pt>
                <c:pt idx="7">
                  <c:v>0.7324285273152438</c:v>
                </c:pt>
                <c:pt idx="8">
                  <c:v>0.7393357148183461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0.6444914977155137</c:v>
                </c:pt>
                <c:pt idx="1">
                  <c:v>0.7641318884528808</c:v>
                </c:pt>
                <c:pt idx="2">
                  <c:v>0.7578820485285939</c:v>
                </c:pt>
                <c:pt idx="3">
                  <c:v>0.6984712747383682</c:v>
                </c:pt>
                <c:pt idx="4">
                  <c:v>0.6957563994866627</c:v>
                </c:pt>
                <c:pt idx="5">
                  <c:v>0.7145816409358926</c:v>
                </c:pt>
                <c:pt idx="6">
                  <c:v>0.7279827108179773</c:v>
                </c:pt>
                <c:pt idx="7">
                  <c:v>0.7319628542049779</c:v>
                </c:pt>
                <c:pt idx="8">
                  <c:v>0.7346938622522566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60730931239217"/>
          <c:min val="0.628473761898943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0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0.6624963107595871</c:v>
                </c:pt>
                <c:pt idx="1">
                  <c:v>0.6624963107595871</c:v>
                </c:pt>
                <c:pt idx="2">
                  <c:v>0.6624963107595871</c:v>
                </c:pt>
                <c:pt idx="3">
                  <c:v>0.6624963107595871</c:v>
                </c:pt>
                <c:pt idx="4">
                  <c:v>0.6624963107595871</c:v>
                </c:pt>
                <c:pt idx="5">
                  <c:v>0.6624963107595871</c:v>
                </c:pt>
                <c:pt idx="6">
                  <c:v>0.6624963107595871</c:v>
                </c:pt>
                <c:pt idx="7">
                  <c:v>0.6624963107595871</c:v>
                </c:pt>
                <c:pt idx="8">
                  <c:v>0.6624963107595871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7695391544189739"/>
          <c:min val="0.633357484418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0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0.642800376606284</c:v>
                </c:pt>
                <c:pt idx="1">
                  <c:v>0.6495211129548664</c:v>
                </c:pt>
                <c:pt idx="2">
                  <c:v>0.693388717640479</c:v>
                </c:pt>
                <c:pt idx="3">
                  <c:v>0.6427493237285349</c:v>
                </c:pt>
                <c:pt idx="4">
                  <c:v>0.7107516050107623</c:v>
                </c:pt>
                <c:pt idx="5">
                  <c:v>0.7117195471613551</c:v>
                </c:pt>
                <c:pt idx="6">
                  <c:v>0.7082060870882604</c:v>
                </c:pt>
                <c:pt idx="7">
                  <c:v>0.7009725449582771</c:v>
                </c:pt>
                <c:pt idx="8">
                  <c:v>0.760147315108571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7695391544189739"/>
          <c:min val="0.633357484418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0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0.7679559576152816</c:v>
                </c:pt>
                <c:pt idx="1">
                  <c:v>0.7679559576152816</c:v>
                </c:pt>
                <c:pt idx="2">
                  <c:v>0.7679559576152816</c:v>
                </c:pt>
                <c:pt idx="3">
                  <c:v>0.7679559576152816</c:v>
                </c:pt>
                <c:pt idx="4">
                  <c:v>0.7679559576152816</c:v>
                </c:pt>
                <c:pt idx="5">
                  <c:v>0.7679559576152816</c:v>
                </c:pt>
                <c:pt idx="6">
                  <c:v>0.7679559576152816</c:v>
                </c:pt>
                <c:pt idx="7">
                  <c:v>0.7679559576152816</c:v>
                </c:pt>
                <c:pt idx="8">
                  <c:v>0.7679559576152816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40320577460591"/>
          <c:min val="0.75996514322861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0.7656368525806503</c:v>
                </c:pt>
                <c:pt idx="1">
                  <c:v>0.7655068973135796</c:v>
                </c:pt>
                <c:pt idx="2">
                  <c:v>0.771642287930605</c:v>
                </c:pt>
                <c:pt idx="3">
                  <c:v>0.8075138599252102</c:v>
                </c:pt>
                <c:pt idx="4">
                  <c:v>0.8239118476943292</c:v>
                </c:pt>
                <c:pt idx="5">
                  <c:v>0.8061349305933695</c:v>
                </c:pt>
                <c:pt idx="6">
                  <c:v>0.8347788233756271</c:v>
                </c:pt>
                <c:pt idx="7">
                  <c:v>0.8143547339526653</c:v>
                </c:pt>
                <c:pt idx="8">
                  <c:v>0.8056847024035625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40320577460591"/>
          <c:min val="0.75996514322861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0.8296151747828842</c:v>
                </c:pt>
                <c:pt idx="1">
                  <c:v>0.8296151747828842</c:v>
                </c:pt>
                <c:pt idx="2">
                  <c:v>0.8296151747828842</c:v>
                </c:pt>
                <c:pt idx="3">
                  <c:v>0.8296151747828842</c:v>
                </c:pt>
                <c:pt idx="4">
                  <c:v>0.8296151747828842</c:v>
                </c:pt>
                <c:pt idx="5">
                  <c:v>0.8296151747828842</c:v>
                </c:pt>
                <c:pt idx="6">
                  <c:v>0.8296151747828842</c:v>
                </c:pt>
                <c:pt idx="7">
                  <c:v>0.8296151747828842</c:v>
                </c:pt>
                <c:pt idx="8">
                  <c:v>0.8296151747828842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897499802925407"/>
          <c:min val="0.80270058084623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0.8269802774411457</c:v>
                </c:pt>
                <c:pt idx="1">
                  <c:v>0.8087039877046016</c:v>
                </c:pt>
                <c:pt idx="2">
                  <c:v>0.8485374063052166</c:v>
                </c:pt>
                <c:pt idx="3">
                  <c:v>0.8533177771443917</c:v>
                </c:pt>
                <c:pt idx="4">
                  <c:v>0.8471338298701822</c:v>
                </c:pt>
                <c:pt idx="5">
                  <c:v>0.8582047796380128</c:v>
                </c:pt>
                <c:pt idx="6">
                  <c:v>0.8612674569575255</c:v>
                </c:pt>
                <c:pt idx="7">
                  <c:v>0.8610986774861933</c:v>
                </c:pt>
                <c:pt idx="8">
                  <c:v>0.8837465734341748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897499802925407"/>
          <c:min val="0.80270058084623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0.7247454932704448</c:v>
                </c:pt>
                <c:pt idx="1">
                  <c:v>0.7247454932704448</c:v>
                </c:pt>
                <c:pt idx="2">
                  <c:v>0.7247454932704448</c:v>
                </c:pt>
                <c:pt idx="3">
                  <c:v>0.7247454932704448</c:v>
                </c:pt>
                <c:pt idx="4">
                  <c:v>0.7247454932704448</c:v>
                </c:pt>
                <c:pt idx="5">
                  <c:v>0.7247454932704448</c:v>
                </c:pt>
                <c:pt idx="6">
                  <c:v>0.7247454932704448</c:v>
                </c:pt>
                <c:pt idx="7">
                  <c:v>0.7247454932704448</c:v>
                </c:pt>
                <c:pt idx="8">
                  <c:v>0.7247454932704448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798204611066193"/>
          <c:min val="0.69991153538356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0.7091698796790782</c:v>
                </c:pt>
                <c:pt idx="1">
                  <c:v>0.7066903681892592</c:v>
                </c:pt>
                <c:pt idx="2">
                  <c:v>0.7525988533616593</c:v>
                </c:pt>
                <c:pt idx="3">
                  <c:v>0.7546154097994816</c:v>
                </c:pt>
                <c:pt idx="4">
                  <c:v>0.7914257782604942</c:v>
                </c:pt>
                <c:pt idx="5">
                  <c:v>0.7478438189230078</c:v>
                </c:pt>
                <c:pt idx="6">
                  <c:v>0.7488199673862302</c:v>
                </c:pt>
                <c:pt idx="7">
                  <c:v>0.7756275467623768</c:v>
                </c:pt>
                <c:pt idx="8">
                  <c:v>0.7667323402256447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798204611066193"/>
          <c:min val="0.69991153538356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0.764081367200984</c:v>
                </c:pt>
                <c:pt idx="1">
                  <c:v>0.764081367200984</c:v>
                </c:pt>
                <c:pt idx="2">
                  <c:v>0.764081367200984</c:v>
                </c:pt>
                <c:pt idx="3">
                  <c:v>0.764081367200984</c:v>
                </c:pt>
                <c:pt idx="4">
                  <c:v>0.764081367200984</c:v>
                </c:pt>
                <c:pt idx="5">
                  <c:v>0.764081367200984</c:v>
                </c:pt>
                <c:pt idx="6">
                  <c:v>0.764081367200984</c:v>
                </c:pt>
                <c:pt idx="7">
                  <c:v>0.764081367200984</c:v>
                </c:pt>
                <c:pt idx="8">
                  <c:v>0.764081367200984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34290924728245"/>
          <c:min val="0.75422459609737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0.7583076648129263</c:v>
                </c:pt>
                <c:pt idx="1">
                  <c:v>0.7630521193842345</c:v>
                </c:pt>
                <c:pt idx="2">
                  <c:v>0.7710994670969925</c:v>
                </c:pt>
                <c:pt idx="3">
                  <c:v>0.7725067556672072</c:v>
                </c:pt>
                <c:pt idx="4">
                  <c:v>0.7857387641511895</c:v>
                </c:pt>
                <c:pt idx="5">
                  <c:v>0.7741261715505878</c:v>
                </c:pt>
                <c:pt idx="6">
                  <c:v>0.8093460237572765</c:v>
                </c:pt>
                <c:pt idx="7">
                  <c:v>0.7894982931192939</c:v>
                </c:pt>
                <c:pt idx="8">
                  <c:v>0.7910871626236404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134290924728245"/>
          <c:min val="0.75422459609737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0.31713747379427826</c:v>
                </c:pt>
                <c:pt idx="1">
                  <c:v>0.3109520570221026</c:v>
                </c:pt>
                <c:pt idx="2">
                  <c:v>0.26936792073970256</c:v>
                </c:pt>
                <c:pt idx="3">
                  <c:v>0.25923742865142274</c:v>
                </c:pt>
                <c:pt idx="4">
                  <c:v>0.28802663402755346</c:v>
                </c:pt>
                <c:pt idx="5">
                  <c:v>0.2522536048556422</c:v>
                </c:pt>
                <c:pt idx="6">
                  <c:v>0.2814382917298273</c:v>
                </c:pt>
                <c:pt idx="7">
                  <c:v>0.27420156969271625</c:v>
                </c:pt>
                <c:pt idx="8">
                  <c:v>0.2547096501720273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0.30326002083588016</c:v>
                </c:pt>
                <c:pt idx="1">
                  <c:v>0.29639654583038577</c:v>
                </c:pt>
                <c:pt idx="2">
                  <c:v>0.3390292942827001</c:v>
                </c:pt>
                <c:pt idx="3">
                  <c:v>0.37622564319803664</c:v>
                </c:pt>
                <c:pt idx="4">
                  <c:v>0.3528105644799664</c:v>
                </c:pt>
                <c:pt idx="5">
                  <c:v>0.3812702104766656</c:v>
                </c:pt>
                <c:pt idx="6">
                  <c:v>0.3534855433979211</c:v>
                </c:pt>
                <c:pt idx="7">
                  <c:v>0.34608379810752854</c:v>
                </c:pt>
                <c:pt idx="8">
                  <c:v>0.3375199157889664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9159153892634746"/>
          <c:min val="0.241932276405960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0.2892566209123303</c:v>
                </c:pt>
                <c:pt idx="1">
                  <c:v>0.2850991531225518</c:v>
                </c:pt>
                <c:pt idx="2">
                  <c:v>0.22913601437013595</c:v>
                </c:pt>
                <c:pt idx="3">
                  <c:v>0.2665478695529784</c:v>
                </c:pt>
                <c:pt idx="4">
                  <c:v>0.26751597244136405</c:v>
                </c:pt>
                <c:pt idx="5">
                  <c:v>0.2496351181322522</c:v>
                </c:pt>
                <c:pt idx="6">
                  <c:v>0.2672908228086659</c:v>
                </c:pt>
                <c:pt idx="7">
                  <c:v>0.27640503035728414</c:v>
                </c:pt>
                <c:pt idx="8">
                  <c:v>0.31269382849605076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0.325288260133191</c:v>
                </c:pt>
                <c:pt idx="1">
                  <c:v>0.33788313605155557</c:v>
                </c:pt>
                <c:pt idx="2">
                  <c:v>0.31729316905619376</c:v>
                </c:pt>
                <c:pt idx="3">
                  <c:v>0.313489496687586</c:v>
                </c:pt>
                <c:pt idx="4">
                  <c:v>0.32593341694753003</c:v>
                </c:pt>
                <c:pt idx="5">
                  <c:v>0.3554438709034418</c:v>
                </c:pt>
                <c:pt idx="6">
                  <c:v>0.32865055012731287</c:v>
                </c:pt>
                <c:pt idx="7">
                  <c:v>0.3568807992495583</c:v>
                </c:pt>
                <c:pt idx="8">
                  <c:v>0.32920357460921906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671003820399121"/>
          <c:min val="0.218916431579782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0.22364391702792213</c:v>
                </c:pt>
                <c:pt idx="1">
                  <c:v>0.2643354607003325</c:v>
                </c:pt>
                <c:pt idx="2">
                  <c:v>0.2475521520939869</c:v>
                </c:pt>
                <c:pt idx="3">
                  <c:v>0.2683524602627978</c:v>
                </c:pt>
                <c:pt idx="4">
                  <c:v>0.26227699795569076</c:v>
                </c:pt>
                <c:pt idx="5">
                  <c:v>0.2571613807927676</c:v>
                </c:pt>
                <c:pt idx="6">
                  <c:v>0.2355633435427333</c:v>
                </c:pt>
                <c:pt idx="7">
                  <c:v>0.2566315288577019</c:v>
                </c:pt>
                <c:pt idx="8">
                  <c:v>0.2692494625236581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0.23966630972374162</c:v>
                </c:pt>
                <c:pt idx="1">
                  <c:v>0.2843156547560736</c:v>
                </c:pt>
                <c:pt idx="2">
                  <c:v>0.3142329704368368</c:v>
                </c:pt>
                <c:pt idx="3">
                  <c:v>0.33228610752593074</c:v>
                </c:pt>
                <c:pt idx="4">
                  <c:v>0.2792066246557539</c:v>
                </c:pt>
                <c:pt idx="5">
                  <c:v>0.30599143927233813</c:v>
                </c:pt>
                <c:pt idx="6">
                  <c:v>0.31943107572363444</c:v>
                </c:pt>
                <c:pt idx="7">
                  <c:v>0.3062255588287744</c:v>
                </c:pt>
                <c:pt idx="8">
                  <c:v>0.2987941196062456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4097748276577144"/>
          <c:min val="0.2149525417880814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0.37891095270213265</c:v>
                </c:pt>
                <c:pt idx="1">
                  <c:v>0.3991252395371225</c:v>
                </c:pt>
                <c:pt idx="2">
                  <c:v>0.41902112083962284</c:v>
                </c:pt>
                <c:pt idx="3">
                  <c:v>0.4202262015167772</c:v>
                </c:pt>
                <c:pt idx="4">
                  <c:v>0.43977089104174516</c:v>
                </c:pt>
                <c:pt idx="5">
                  <c:v>0.4136710638326979</c:v>
                </c:pt>
                <c:pt idx="6">
                  <c:v>0.4381268023005255</c:v>
                </c:pt>
                <c:pt idx="7">
                  <c:v>0.4340735399976089</c:v>
                </c:pt>
                <c:pt idx="8">
                  <c:v>0.43486613895523457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0.4096930689393579</c:v>
                </c:pt>
                <c:pt idx="1">
                  <c:v>0.42334294845284676</c:v>
                </c:pt>
                <c:pt idx="2">
                  <c:v>0.4298145637875713</c:v>
                </c:pt>
                <c:pt idx="3">
                  <c:v>0.46530624189407344</c:v>
                </c:pt>
                <c:pt idx="4">
                  <c:v>0.5046067990041103</c:v>
                </c:pt>
                <c:pt idx="5">
                  <c:v>0.49982978021352104</c:v>
                </c:pt>
                <c:pt idx="6">
                  <c:v>0.47076448254823255</c:v>
                </c:pt>
                <c:pt idx="7">
                  <c:v>0.42751624537415767</c:v>
                </c:pt>
                <c:pt idx="8">
                  <c:v>0.44077889409380927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5146624667082685"/>
          <c:min val="0.3688552849979744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0.2586383952673779</c:v>
                </c:pt>
                <c:pt idx="1">
                  <c:v>0.24030759339255026</c:v>
                </c:pt>
                <c:pt idx="2">
                  <c:v>0.00870928028661023</c:v>
                </c:pt>
                <c:pt idx="3">
                  <c:v>0.26240227440841246</c:v>
                </c:pt>
                <c:pt idx="4">
                  <c:v>0.2333345020973162</c:v>
                </c:pt>
                <c:pt idx="5">
                  <c:v>0.26642465510174757</c:v>
                </c:pt>
                <c:pt idx="6">
                  <c:v>0.24147762513955529</c:v>
                </c:pt>
                <c:pt idx="7">
                  <c:v>0.29338684273210636</c:v>
                </c:pt>
                <c:pt idx="8">
                  <c:v>0.2755594522876118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0.2712302993952867</c:v>
                </c:pt>
                <c:pt idx="1">
                  <c:v>0.2676823493663418</c:v>
                </c:pt>
                <c:pt idx="2">
                  <c:v>0.26741016225495146</c:v>
                </c:pt>
                <c:pt idx="3">
                  <c:v>0.25659715206884604</c:v>
                </c:pt>
                <c:pt idx="4">
                  <c:v>0.26514511364028587</c:v>
                </c:pt>
                <c:pt idx="5">
                  <c:v>0.3072235045142705</c:v>
                </c:pt>
                <c:pt idx="6">
                  <c:v>0.27954279934959736</c:v>
                </c:pt>
                <c:pt idx="7">
                  <c:v>0.2442567963739825</c:v>
                </c:pt>
                <c:pt idx="8">
                  <c:v>0.23984444428434668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3110464245248333"/>
          <c:min val="-0.01517185765160259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0.32967069782860353</c:v>
                </c:pt>
                <c:pt idx="1">
                  <c:v>0.3877667535449034</c:v>
                </c:pt>
                <c:pt idx="2">
                  <c:v>0.3583007531965636</c:v>
                </c:pt>
                <c:pt idx="3">
                  <c:v>0.36321453545863436</c:v>
                </c:pt>
                <c:pt idx="4">
                  <c:v>0.3370045632058841</c:v>
                </c:pt>
                <c:pt idx="5">
                  <c:v>0.3571323766763506</c:v>
                </c:pt>
                <c:pt idx="6">
                  <c:v>0.41716810037898605</c:v>
                </c:pt>
                <c:pt idx="7">
                  <c:v>0.40133761020915626</c:v>
                </c:pt>
                <c:pt idx="8">
                  <c:v>0.35709564195536037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0.35896239979595923</c:v>
                </c:pt>
                <c:pt idx="1">
                  <c:v>0.327552152214383</c:v>
                </c:pt>
                <c:pt idx="2">
                  <c:v>0.3179449644392812</c:v>
                </c:pt>
                <c:pt idx="3">
                  <c:v>0.2873628223633429</c:v>
                </c:pt>
                <c:pt idx="4">
                  <c:v>0.3446260421213702</c:v>
                </c:pt>
                <c:pt idx="5">
                  <c:v>0.32774365430591584</c:v>
                </c:pt>
                <c:pt idx="6">
                  <c:v>0.31818503279078325</c:v>
                </c:pt>
                <c:pt idx="7">
                  <c:v>0.2980302788299183</c:v>
                </c:pt>
                <c:pt idx="8">
                  <c:v>0.3041966381890325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275525226202375"/>
          <c:min val="0.27697840012209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0.3558251708981371</c:v>
                </c:pt>
                <c:pt idx="1">
                  <c:v>0.3798936492806437</c:v>
                </c:pt>
                <c:pt idx="2">
                  <c:v>0.385581165986674</c:v>
                </c:pt>
                <c:pt idx="3">
                  <c:v>0.3813749250230264</c:v>
                </c:pt>
                <c:pt idx="4">
                  <c:v>0.38073352192299237</c:v>
                </c:pt>
                <c:pt idx="5">
                  <c:v>0.38001033098419923</c:v>
                </c:pt>
                <c:pt idx="6">
                  <c:v>0.37505182327535785</c:v>
                </c:pt>
                <c:pt idx="7">
                  <c:v>0.35494258144348245</c:v>
                </c:pt>
                <c:pt idx="8">
                  <c:v>0.3532837948793073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0.3585870997353427</c:v>
                </c:pt>
                <c:pt idx="1">
                  <c:v>0.35458685469388723</c:v>
                </c:pt>
                <c:pt idx="2">
                  <c:v>0.36165650150556367</c:v>
                </c:pt>
                <c:pt idx="3">
                  <c:v>0.3348316445215471</c:v>
                </c:pt>
                <c:pt idx="4">
                  <c:v>0.3255468104831214</c:v>
                </c:pt>
                <c:pt idx="5">
                  <c:v>0.27358479914346445</c:v>
                </c:pt>
                <c:pt idx="6">
                  <c:v>0.26483191716612986</c:v>
                </c:pt>
                <c:pt idx="7">
                  <c:v>0.30559423249928913</c:v>
                </c:pt>
                <c:pt idx="8">
                  <c:v>0.290893432896218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9524110589231753"/>
          <c:min val="0.2551719772604863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0.3962371687493441</c:v>
                </c:pt>
                <c:pt idx="1">
                  <c:v>0.35130833182782695</c:v>
                </c:pt>
                <c:pt idx="2">
                  <c:v>0.3814945324099297</c:v>
                </c:pt>
                <c:pt idx="3">
                  <c:v>0.35157176905696197</c:v>
                </c:pt>
                <c:pt idx="4">
                  <c:v>0.3480661347504739</c:v>
                </c:pt>
                <c:pt idx="5">
                  <c:v>0.3465674421355034</c:v>
                </c:pt>
                <c:pt idx="6">
                  <c:v>0.31598036669914153</c:v>
                </c:pt>
                <c:pt idx="7">
                  <c:v>0.3241157561190985</c:v>
                </c:pt>
                <c:pt idx="8">
                  <c:v>0.3154842653325761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0.3422442683982557</c:v>
                </c:pt>
                <c:pt idx="1">
                  <c:v>0.30275857684083657</c:v>
                </c:pt>
                <c:pt idx="2">
                  <c:v>0.2992509347415161</c:v>
                </c:pt>
                <c:pt idx="3">
                  <c:v>0.31440067132491406</c:v>
                </c:pt>
                <c:pt idx="4">
                  <c:v>0.3144372348913849</c:v>
                </c:pt>
                <c:pt idx="5">
                  <c:v>0.2892952965502566</c:v>
                </c:pt>
                <c:pt idx="6">
                  <c:v>0.3092014595904435</c:v>
                </c:pt>
                <c:pt idx="7">
                  <c:v>0.3299441726866129</c:v>
                </c:pt>
                <c:pt idx="8">
                  <c:v>0.31142212525542723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047925185252711"/>
          <c:min val="0.28073994677432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0.2990529280706496</c:v>
                </c:pt>
                <c:pt idx="1">
                  <c:v>0.2727011040063565</c:v>
                </c:pt>
                <c:pt idx="2">
                  <c:v>0.2955503382263501</c:v>
                </c:pt>
                <c:pt idx="3">
                  <c:v>0.2572753917672002</c:v>
                </c:pt>
                <c:pt idx="4">
                  <c:v>0.3124708970998054</c:v>
                </c:pt>
                <c:pt idx="5">
                  <c:v>0.3304492603818829</c:v>
                </c:pt>
                <c:pt idx="6">
                  <c:v>0.3032754021561529</c:v>
                </c:pt>
                <c:pt idx="7">
                  <c:v>0.2891980798911764</c:v>
                </c:pt>
                <c:pt idx="8">
                  <c:v>0.23454824232009366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0.24661742239154738</c:v>
                </c:pt>
                <c:pt idx="1">
                  <c:v>0.24004029508806185</c:v>
                </c:pt>
                <c:pt idx="2">
                  <c:v>0.24940292528925292</c:v>
                </c:pt>
                <c:pt idx="3">
                  <c:v>0.2631586236712383</c:v>
                </c:pt>
                <c:pt idx="4">
                  <c:v>0.2812828205297432</c:v>
                </c:pt>
                <c:pt idx="5">
                  <c:v>0.22543565929735812</c:v>
                </c:pt>
                <c:pt idx="6">
                  <c:v>0.2278646662732851</c:v>
                </c:pt>
                <c:pt idx="7">
                  <c:v>0.24994322964211477</c:v>
                </c:pt>
                <c:pt idx="8">
                  <c:v>0.26827646126436744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3885034846864487"/>
          <c:min val="0.2170345712105961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0.36930521933756905</c:v>
                </c:pt>
                <c:pt idx="1">
                  <c:v>0.35858243114410887</c:v>
                </c:pt>
                <c:pt idx="2">
                  <c:v>0.3532078996700045</c:v>
                </c:pt>
                <c:pt idx="3">
                  <c:v>0.3524304861402352</c:v>
                </c:pt>
                <c:pt idx="4">
                  <c:v>0.3275130509882466</c:v>
                </c:pt>
                <c:pt idx="5">
                  <c:v>0.31549199683926954</c:v>
                </c:pt>
                <c:pt idx="6">
                  <c:v>0.3185336360543459</c:v>
                </c:pt>
                <c:pt idx="7">
                  <c:v>0.2897951954464396</c:v>
                </c:pt>
                <c:pt idx="8">
                  <c:v>0.33574857371621214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0.30990372868984173</c:v>
                </c:pt>
                <c:pt idx="1">
                  <c:v>0.30192574069543204</c:v>
                </c:pt>
                <c:pt idx="2">
                  <c:v>0.32400278888999823</c:v>
                </c:pt>
                <c:pt idx="3">
                  <c:v>0.30100674148451523</c:v>
                </c:pt>
                <c:pt idx="4">
                  <c:v>0.29188708103859884</c:v>
                </c:pt>
                <c:pt idx="5">
                  <c:v>0.26357335238106544</c:v>
                </c:pt>
                <c:pt idx="6">
                  <c:v>0.3219152134826161</c:v>
                </c:pt>
                <c:pt idx="7">
                  <c:v>0.31313867112875876</c:v>
                </c:pt>
                <c:pt idx="8">
                  <c:v>0.33515577217937664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7776376869408934"/>
          <c:min val="0.255114803024545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0.2281900213400286</c:v>
                </c:pt>
                <c:pt idx="1">
                  <c:v>0.2281900213400286</c:v>
                </c:pt>
                <c:pt idx="2">
                  <c:v>0.2281900213400286</c:v>
                </c:pt>
                <c:pt idx="3">
                  <c:v>0.2281900213400286</c:v>
                </c:pt>
                <c:pt idx="4">
                  <c:v>0.2281900213400286</c:v>
                </c:pt>
                <c:pt idx="5">
                  <c:v>0.2281900213400286</c:v>
                </c:pt>
                <c:pt idx="6">
                  <c:v>0.2281900213400286</c:v>
                </c:pt>
                <c:pt idx="7">
                  <c:v>0.2281900213400286</c:v>
                </c:pt>
                <c:pt idx="8">
                  <c:v>0.2281900213400286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1764779272240143"/>
          <c:min val="0.16041126453976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0.20187026928221874</c:v>
                </c:pt>
                <c:pt idx="1">
                  <c:v>0.17815171475925373</c:v>
                </c:pt>
                <c:pt idx="2">
                  <c:v>0.2802085955919637</c:v>
                </c:pt>
                <c:pt idx="3">
                  <c:v>0.2506739386596604</c:v>
                </c:pt>
                <c:pt idx="4">
                  <c:v>0.38181624128376623</c:v>
                </c:pt>
                <c:pt idx="5">
                  <c:v>0.3136515890604151</c:v>
                </c:pt>
                <c:pt idx="6">
                  <c:v>0.3417736814931177</c:v>
                </c:pt>
                <c:pt idx="7">
                  <c:v>0.3132255585304229</c:v>
                </c:pt>
                <c:pt idx="8">
                  <c:v>0.399907342502909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1764779272240143"/>
          <c:min val="0.16041126453976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0.20214137796041168</c:v>
                </c:pt>
                <c:pt idx="1">
                  <c:v>0.20214137796041168</c:v>
                </c:pt>
                <c:pt idx="2">
                  <c:v>0.20214137796041168</c:v>
                </c:pt>
                <c:pt idx="3">
                  <c:v>0.20214137796041168</c:v>
                </c:pt>
                <c:pt idx="4">
                  <c:v>0.20214137796041168</c:v>
                </c:pt>
                <c:pt idx="5">
                  <c:v>0.20214137796041168</c:v>
                </c:pt>
                <c:pt idx="6">
                  <c:v>0.20214137796041168</c:v>
                </c:pt>
                <c:pt idx="7">
                  <c:v>0.20214137796041168</c:v>
                </c:pt>
                <c:pt idx="8">
                  <c:v>0.20214137796041168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9359330658841876"/>
          <c:min val="0.187556503186123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0.2145583870490643</c:v>
                </c:pt>
                <c:pt idx="1">
                  <c:v>0.19486938617938487</c:v>
                </c:pt>
                <c:pt idx="2">
                  <c:v>0.19765828215672646</c:v>
                </c:pt>
                <c:pt idx="3">
                  <c:v>0.22710960621017634</c:v>
                </c:pt>
                <c:pt idx="4">
                  <c:v>0.2696239349543333</c:v>
                </c:pt>
                <c:pt idx="5">
                  <c:v>0.27913716212213147</c:v>
                </c:pt>
                <c:pt idx="6">
                  <c:v>0.286280423595157</c:v>
                </c:pt>
                <c:pt idx="7">
                  <c:v>0.26077429691960047</c:v>
                </c:pt>
                <c:pt idx="8">
                  <c:v>0.24883041450418045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9359330658841876"/>
          <c:min val="0.187556503186123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0.3145558207676618</c:v>
                </c:pt>
                <c:pt idx="1">
                  <c:v>0.3145558207676618</c:v>
                </c:pt>
                <c:pt idx="2">
                  <c:v>0.3145558207676618</c:v>
                </c:pt>
                <c:pt idx="3">
                  <c:v>0.3145558207676618</c:v>
                </c:pt>
                <c:pt idx="4">
                  <c:v>0.3145558207676618</c:v>
                </c:pt>
                <c:pt idx="5">
                  <c:v>0.3145558207676618</c:v>
                </c:pt>
                <c:pt idx="6">
                  <c:v>0.3145558207676618</c:v>
                </c:pt>
                <c:pt idx="7">
                  <c:v>0.3145558207676618</c:v>
                </c:pt>
                <c:pt idx="8">
                  <c:v>0.3145558207676618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9509558130123906"/>
          <c:min val="0.25511218139351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0.2647662089733541</c:v>
                </c:pt>
                <c:pt idx="1">
                  <c:v>0.32044347514010435</c:v>
                </c:pt>
                <c:pt idx="2">
                  <c:v>0.35506547577637093</c:v>
                </c:pt>
                <c:pt idx="3">
                  <c:v>0.3350133475187492</c:v>
                </c:pt>
                <c:pt idx="4">
                  <c:v>0.36402478493966556</c:v>
                </c:pt>
                <c:pt idx="5">
                  <c:v>0.3465888278894056</c:v>
                </c:pt>
                <c:pt idx="6">
                  <c:v>0.3369687231254787</c:v>
                </c:pt>
                <c:pt idx="7">
                  <c:v>0.35301769906443353</c:v>
                </c:pt>
                <c:pt idx="8">
                  <c:v>0.3854415537213957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9509558130123906"/>
          <c:min val="0.25511218139351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0.31300758741644685</c:v>
                </c:pt>
                <c:pt idx="1">
                  <c:v>0.31300758741644685</c:v>
                </c:pt>
                <c:pt idx="2">
                  <c:v>0.31300758741644685</c:v>
                </c:pt>
                <c:pt idx="3">
                  <c:v>0.31300758741644685</c:v>
                </c:pt>
                <c:pt idx="4">
                  <c:v>0.31300758741644685</c:v>
                </c:pt>
                <c:pt idx="5">
                  <c:v>0.31300758741644685</c:v>
                </c:pt>
                <c:pt idx="6">
                  <c:v>0.31300758741644685</c:v>
                </c:pt>
                <c:pt idx="7">
                  <c:v>0.31300758741644685</c:v>
                </c:pt>
                <c:pt idx="8">
                  <c:v>0.31300758741644685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8806010364836796"/>
          <c:min val="0.28960665265868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0.30326002083588016</c:v>
                </c:pt>
                <c:pt idx="1">
                  <c:v>0.29639654583038577</c:v>
                </c:pt>
                <c:pt idx="2">
                  <c:v>0.3390292942827001</c:v>
                </c:pt>
                <c:pt idx="3">
                  <c:v>0.37622564319803664</c:v>
                </c:pt>
                <c:pt idx="4">
                  <c:v>0.3528105644799664</c:v>
                </c:pt>
                <c:pt idx="5">
                  <c:v>0.3812702104766656</c:v>
                </c:pt>
                <c:pt idx="6">
                  <c:v>0.3534855433979211</c:v>
                </c:pt>
                <c:pt idx="7">
                  <c:v>0.34608379810752854</c:v>
                </c:pt>
                <c:pt idx="8">
                  <c:v>0.3375199157889664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8806010364836796"/>
          <c:min val="0.28960665265868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0.4203221152109507</c:v>
                </c:pt>
                <c:pt idx="1">
                  <c:v>0.4203221152109507</c:v>
                </c:pt>
                <c:pt idx="2">
                  <c:v>0.4203221152109507</c:v>
                </c:pt>
                <c:pt idx="3">
                  <c:v>0.4203221152109507</c:v>
                </c:pt>
                <c:pt idx="4">
                  <c:v>0.4203221152109507</c:v>
                </c:pt>
                <c:pt idx="5">
                  <c:v>0.4203221152109507</c:v>
                </c:pt>
                <c:pt idx="6">
                  <c:v>0.4203221152109507</c:v>
                </c:pt>
                <c:pt idx="7">
                  <c:v>0.4203221152109507</c:v>
                </c:pt>
                <c:pt idx="8">
                  <c:v>0.4203221152109507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5121998974092905"/>
          <c:min val="0.4020999705341777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0.4096930689393579</c:v>
                </c:pt>
                <c:pt idx="1">
                  <c:v>0.42334294845284676</c:v>
                </c:pt>
                <c:pt idx="2">
                  <c:v>0.4298145637875713</c:v>
                </c:pt>
                <c:pt idx="3">
                  <c:v>0.46530624189407344</c:v>
                </c:pt>
                <c:pt idx="4">
                  <c:v>0.5046067990041103</c:v>
                </c:pt>
                <c:pt idx="5">
                  <c:v>0.49982978021352104</c:v>
                </c:pt>
                <c:pt idx="6">
                  <c:v>0.47076448254823255</c:v>
                </c:pt>
                <c:pt idx="7">
                  <c:v>0.42751624537415767</c:v>
                </c:pt>
                <c:pt idx="8">
                  <c:v>0.44077889409380927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5121998974092905"/>
          <c:min val="0.4020999705341777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10328.754193548388</c:v>
                </c:pt>
                <c:pt idx="1">
                  <c:v>11427.873333333333</c:v>
                </c:pt>
                <c:pt idx="2">
                  <c:v>10489.561935483871</c:v>
                </c:pt>
                <c:pt idx="3">
                  <c:v>13017.831333333334</c:v>
                </c:pt>
                <c:pt idx="4">
                  <c:v>10791.459677419354</c:v>
                </c:pt>
                <c:pt idx="5">
                  <c:v>12399.648888888889</c:v>
                </c:pt>
                <c:pt idx="6">
                  <c:v>12201.710000000001</c:v>
                </c:pt>
                <c:pt idx="7">
                  <c:v>11725.143793103447</c:v>
                </c:pt>
                <c:pt idx="8">
                  <c:v>10448.274333333333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12568.287096774195</c:v>
                </c:pt>
                <c:pt idx="1">
                  <c:v>11738.365483870968</c:v>
                </c:pt>
                <c:pt idx="2">
                  <c:v>12995.7303125</c:v>
                </c:pt>
                <c:pt idx="3">
                  <c:v>18676.97090909091</c:v>
                </c:pt>
                <c:pt idx="4">
                  <c:v>16177.240000000002</c:v>
                </c:pt>
                <c:pt idx="5">
                  <c:v>19904.307727272728</c:v>
                </c:pt>
                <c:pt idx="6">
                  <c:v>18240.234545454543</c:v>
                </c:pt>
                <c:pt idx="7">
                  <c:v>16730.18590909091</c:v>
                </c:pt>
                <c:pt idx="8">
                  <c:v>16917.185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670.352009970677"/>
          <c:min val="9562.709910850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9764.897857142858</c:v>
                </c:pt>
                <c:pt idx="1">
                  <c:v>8678.790769230769</c:v>
                </c:pt>
                <c:pt idx="2">
                  <c:v>9303.0175</c:v>
                </c:pt>
                <c:pt idx="3">
                  <c:v>10658.23076923077</c:v>
                </c:pt>
                <c:pt idx="4">
                  <c:v>7869.699230769231</c:v>
                </c:pt>
                <c:pt idx="5">
                  <c:v>7347.306</c:v>
                </c:pt>
                <c:pt idx="6">
                  <c:v>9855.274705882353</c:v>
                </c:pt>
                <c:pt idx="7">
                  <c:v>7699.027647058823</c:v>
                </c:pt>
                <c:pt idx="8">
                  <c:v>7507.301875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8179.029333333334</c:v>
                </c:pt>
                <c:pt idx="1">
                  <c:v>11351.606</c:v>
                </c:pt>
                <c:pt idx="2">
                  <c:v>11348.378125</c:v>
                </c:pt>
                <c:pt idx="3">
                  <c:v>10600.176666666666</c:v>
                </c:pt>
                <c:pt idx="4">
                  <c:v>11325.422857142858</c:v>
                </c:pt>
                <c:pt idx="5">
                  <c:v>12711.343571428572</c:v>
                </c:pt>
                <c:pt idx="6">
                  <c:v>14741.235</c:v>
                </c:pt>
                <c:pt idx="7">
                  <c:v>12810.621428571429</c:v>
                </c:pt>
                <c:pt idx="8">
                  <c:v>11966.292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332.74932"/>
          <c:min val="6755.79167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9005.116451612903</c:v>
                </c:pt>
                <c:pt idx="1">
                  <c:v>8209.987</c:v>
                </c:pt>
                <c:pt idx="2">
                  <c:v>9264.968666666666</c:v>
                </c:pt>
                <c:pt idx="3">
                  <c:v>9190.243928571428</c:v>
                </c:pt>
                <c:pt idx="4">
                  <c:v>8732.873666666666</c:v>
                </c:pt>
                <c:pt idx="5">
                  <c:v>7422.641290322581</c:v>
                </c:pt>
                <c:pt idx="6">
                  <c:v>8026.841333333333</c:v>
                </c:pt>
                <c:pt idx="7">
                  <c:v>9464.78103448276</c:v>
                </c:pt>
                <c:pt idx="8">
                  <c:v>6550.932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10611.027333333333</c:v>
                </c:pt>
                <c:pt idx="1">
                  <c:v>10414.379666666668</c:v>
                </c:pt>
                <c:pt idx="2">
                  <c:v>11926.784333333335</c:v>
                </c:pt>
                <c:pt idx="3">
                  <c:v>10534.514666666666</c:v>
                </c:pt>
                <c:pt idx="4">
                  <c:v>9907.659666666666</c:v>
                </c:pt>
                <c:pt idx="5">
                  <c:v>10351.077</c:v>
                </c:pt>
                <c:pt idx="6">
                  <c:v>11370.130333333333</c:v>
                </c:pt>
                <c:pt idx="7">
                  <c:v>11587.91</c:v>
                </c:pt>
                <c:pt idx="8">
                  <c:v>11913.973870967742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356.852520000002"/>
          <c:min val="6120.8638133333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10464.691111111111</c:v>
                </c:pt>
                <c:pt idx="1">
                  <c:v>10598.75791044776</c:v>
                </c:pt>
                <c:pt idx="2">
                  <c:v>9936.139264705882</c:v>
                </c:pt>
                <c:pt idx="3">
                  <c:v>11544.699354838709</c:v>
                </c:pt>
                <c:pt idx="4">
                  <c:v>10406.224166666665</c:v>
                </c:pt>
                <c:pt idx="5">
                  <c:v>10268.630833333333</c:v>
                </c:pt>
                <c:pt idx="6">
                  <c:v>10486.227796610168</c:v>
                </c:pt>
                <c:pt idx="7">
                  <c:v>11912.330677966102</c:v>
                </c:pt>
                <c:pt idx="8">
                  <c:v>12592.016428571429</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15299.831063829788</c:v>
                </c:pt>
                <c:pt idx="1">
                  <c:v>12155.488000000001</c:v>
                </c:pt>
                <c:pt idx="2">
                  <c:v>13641.5075</c:v>
                </c:pt>
                <c:pt idx="3">
                  <c:v>13936.715098039214</c:v>
                </c:pt>
                <c:pt idx="4">
                  <c:v>11463.250925925926</c:v>
                </c:pt>
                <c:pt idx="5">
                  <c:v>13330.338269230768</c:v>
                </c:pt>
                <c:pt idx="6">
                  <c:v>13793.457884615385</c:v>
                </c:pt>
                <c:pt idx="7">
                  <c:v>12737.355294117648</c:v>
                </c:pt>
                <c:pt idx="8">
                  <c:v>13461.524629629628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728.9264077597"/>
          <c:min val="9507.043920775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22023.341607142855</c:v>
                </c:pt>
                <c:pt idx="1">
                  <c:v>19217.601607142857</c:v>
                </c:pt>
                <c:pt idx="2">
                  <c:v>18454.186964285713</c:v>
                </c:pt>
                <c:pt idx="3">
                  <c:v>21655.280727272726</c:v>
                </c:pt>
                <c:pt idx="4">
                  <c:v>20391.88298245614</c:v>
                </c:pt>
                <c:pt idx="5">
                  <c:v>22539.512363636364</c:v>
                </c:pt>
                <c:pt idx="6">
                  <c:v>21403.871578947368</c:v>
                </c:pt>
                <c:pt idx="7">
                  <c:v>23294.62290909091</c:v>
                </c:pt>
                <c:pt idx="8">
                  <c:v>21020.890701754386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23475.514915254236</c:v>
                </c:pt>
                <c:pt idx="1">
                  <c:v>23337.72931034483</c:v>
                </c:pt>
                <c:pt idx="2">
                  <c:v>22617.461967213112</c:v>
                </c:pt>
                <c:pt idx="3">
                  <c:v>24611.61254237288</c:v>
                </c:pt>
                <c:pt idx="4">
                  <c:v>21073.333749999998</c:v>
                </c:pt>
                <c:pt idx="5">
                  <c:v>22502.24103448276</c:v>
                </c:pt>
                <c:pt idx="6">
                  <c:v>27668.12448275862</c:v>
                </c:pt>
                <c:pt idx="7">
                  <c:v>21892.897966101693</c:v>
                </c:pt>
                <c:pt idx="8">
                  <c:v>23934.38051724138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8405.239484236452"/>
          <c:min val="17717.071962807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14543.932727272728</c:v>
                </c:pt>
                <c:pt idx="1">
                  <c:v>9626.62</c:v>
                </c:pt>
                <c:pt idx="2">
                  <c:v>9889.238333333333</c:v>
                </c:pt>
                <c:pt idx="3">
                  <c:v>13529.358181818183</c:v>
                </c:pt>
                <c:pt idx="4">
                  <c:v>11468.91090909091</c:v>
                </c:pt>
                <c:pt idx="5">
                  <c:v>9941.029166666667</c:v>
                </c:pt>
                <c:pt idx="6">
                  <c:v>12283.417</c:v>
                </c:pt>
                <c:pt idx="7">
                  <c:v>11253.09</c:v>
                </c:pt>
                <c:pt idx="8">
                  <c:v>8708.986363636364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10681.267272727273</c:v>
                </c:pt>
                <c:pt idx="1">
                  <c:v>8268.094000000001</c:v>
                </c:pt>
                <c:pt idx="2">
                  <c:v>10048.831</c:v>
                </c:pt>
                <c:pt idx="3">
                  <c:v>9629.965833333334</c:v>
                </c:pt>
                <c:pt idx="4">
                  <c:v>7816.510833333334</c:v>
                </c:pt>
                <c:pt idx="5">
                  <c:v>10926.842499999999</c:v>
                </c:pt>
                <c:pt idx="6">
                  <c:v>11564.562727272727</c:v>
                </c:pt>
                <c:pt idx="7">
                  <c:v>9953.628999999999</c:v>
                </c:pt>
                <c:pt idx="8">
                  <c:v>10012.837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082.126478787879"/>
          <c:min val="7278.317081818182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14196.569411764705</c:v>
                </c:pt>
                <c:pt idx="1">
                  <c:v>14259.261176470589</c:v>
                </c:pt>
                <c:pt idx="2">
                  <c:v>13111.632352941177</c:v>
                </c:pt>
                <c:pt idx="3">
                  <c:v>12927.792222222222</c:v>
                </c:pt>
                <c:pt idx="4">
                  <c:v>11880.529444444444</c:v>
                </c:pt>
                <c:pt idx="5">
                  <c:v>13848.808823529413</c:v>
                </c:pt>
                <c:pt idx="6">
                  <c:v>13785.644705882352</c:v>
                </c:pt>
                <c:pt idx="7">
                  <c:v>12634.707222222223</c:v>
                </c:pt>
                <c:pt idx="8">
                  <c:v>13481.645999999999</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11006.317500000001</c:v>
                </c:pt>
                <c:pt idx="1">
                  <c:v>10758.536666666667</c:v>
                </c:pt>
                <c:pt idx="2">
                  <c:v>10693.837727272727</c:v>
                </c:pt>
                <c:pt idx="3">
                  <c:v>12764.419523809524</c:v>
                </c:pt>
                <c:pt idx="4">
                  <c:v>11819.966499999999</c:v>
                </c:pt>
                <c:pt idx="5">
                  <c:v>12314.305</c:v>
                </c:pt>
                <c:pt idx="6">
                  <c:v>13960.412608695651</c:v>
                </c:pt>
                <c:pt idx="7">
                  <c:v>12442.894782608697</c:v>
                </c:pt>
                <c:pt idx="8">
                  <c:v>12896.293913043479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544.495052406417"/>
          <c:min val="10408.6038513368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15285.79923076923</c:v>
                </c:pt>
                <c:pt idx="1">
                  <c:v>14679.894696969697</c:v>
                </c:pt>
                <c:pt idx="2">
                  <c:v>14093.677164179104</c:v>
                </c:pt>
                <c:pt idx="3">
                  <c:v>14364.368939393938</c:v>
                </c:pt>
                <c:pt idx="4">
                  <c:v>14823.901538461538</c:v>
                </c:pt>
                <c:pt idx="5">
                  <c:v>16683.807076923076</c:v>
                </c:pt>
                <c:pt idx="6">
                  <c:v>14813.223823529412</c:v>
                </c:pt>
                <c:pt idx="7">
                  <c:v>14842.673661971832</c:v>
                </c:pt>
                <c:pt idx="8">
                  <c:v>13457.332361111112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14875.225342465752</c:v>
                </c:pt>
                <c:pt idx="1">
                  <c:v>13274.013552631579</c:v>
                </c:pt>
                <c:pt idx="2">
                  <c:v>13958.210789473684</c:v>
                </c:pt>
                <c:pt idx="3">
                  <c:v>16108.256666666666</c:v>
                </c:pt>
                <c:pt idx="4">
                  <c:v>12898.752236842105</c:v>
                </c:pt>
                <c:pt idx="5">
                  <c:v>13809.881066666667</c:v>
                </c:pt>
                <c:pt idx="6">
                  <c:v>14742.652567567568</c:v>
                </c:pt>
                <c:pt idx="7">
                  <c:v>15072.556986301368</c:v>
                </c:pt>
                <c:pt idx="8">
                  <c:v>13680.323733333335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986.611464129553"/>
          <c:min val="12595.9478496356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11668.452765957447</c:v>
                </c:pt>
                <c:pt idx="1">
                  <c:v>11128.054285714286</c:v>
                </c:pt>
                <c:pt idx="2">
                  <c:v>12112.2398</c:v>
                </c:pt>
                <c:pt idx="3">
                  <c:v>10845.1246</c:v>
                </c:pt>
                <c:pt idx="4">
                  <c:v>13849.366734693876</c:v>
                </c:pt>
                <c:pt idx="5">
                  <c:v>13530.346530612245</c:v>
                </c:pt>
                <c:pt idx="6">
                  <c:v>13510.7046</c:v>
                </c:pt>
                <c:pt idx="7">
                  <c:v>13160.911153846155</c:v>
                </c:pt>
                <c:pt idx="8">
                  <c:v>11929.89156862745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12958.15711111111</c:v>
                </c:pt>
                <c:pt idx="1">
                  <c:v>10601.849555555555</c:v>
                </c:pt>
                <c:pt idx="2">
                  <c:v>12266.04261904762</c:v>
                </c:pt>
                <c:pt idx="3">
                  <c:v>12084.168604651162</c:v>
                </c:pt>
                <c:pt idx="4">
                  <c:v>11963.02159090909</c:v>
                </c:pt>
                <c:pt idx="5">
                  <c:v>12504.059777777777</c:v>
                </c:pt>
                <c:pt idx="6">
                  <c:v>13341.907674418606</c:v>
                </c:pt>
                <c:pt idx="7">
                  <c:v>11968.715777777777</c:v>
                </c:pt>
                <c:pt idx="8">
                  <c:v>10509.739787234043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116.536890490663"/>
          <c:min val="10242.56963143725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13337.079583333332</c:v>
                </c:pt>
                <c:pt idx="1">
                  <c:v>11994.32090909091</c:v>
                </c:pt>
                <c:pt idx="2">
                  <c:v>17369.523181818182</c:v>
                </c:pt>
                <c:pt idx="3">
                  <c:v>16160.994347826087</c:v>
                </c:pt>
                <c:pt idx="4">
                  <c:v>14564.007727272727</c:v>
                </c:pt>
                <c:pt idx="5">
                  <c:v>19633.36619047619</c:v>
                </c:pt>
                <c:pt idx="6">
                  <c:v>17415.49090909091</c:v>
                </c:pt>
                <c:pt idx="7">
                  <c:v>17534.199047619048</c:v>
                </c:pt>
                <c:pt idx="8">
                  <c:v>17310.04095238095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13573.730869565217</c:v>
                </c:pt>
                <c:pt idx="1">
                  <c:v>11097.483181818183</c:v>
                </c:pt>
                <c:pt idx="2">
                  <c:v>17420.120909090907</c:v>
                </c:pt>
                <c:pt idx="3">
                  <c:v>16112.494782608695</c:v>
                </c:pt>
                <c:pt idx="4">
                  <c:v>15750.668636363638</c:v>
                </c:pt>
                <c:pt idx="5">
                  <c:v>18684.8375</c:v>
                </c:pt>
                <c:pt idx="6">
                  <c:v>15426.544347826088</c:v>
                </c:pt>
                <c:pt idx="7">
                  <c:v>16039.392692307692</c:v>
                </c:pt>
                <c:pt idx="8">
                  <c:v>19338.703076923077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316.23683116883"/>
          <c:min val="10414.61254112554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6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15825.321111111112</c:v>
                </c:pt>
                <c:pt idx="1">
                  <c:v>15825.321111111112</c:v>
                </c:pt>
                <c:pt idx="2">
                  <c:v>15825.321111111112</c:v>
                </c:pt>
                <c:pt idx="3">
                  <c:v>15825.321111111112</c:v>
                </c:pt>
                <c:pt idx="4">
                  <c:v>15825.321111111112</c:v>
                </c:pt>
                <c:pt idx="5">
                  <c:v>15825.321111111112</c:v>
                </c:pt>
                <c:pt idx="6">
                  <c:v>15825.321111111112</c:v>
                </c:pt>
                <c:pt idx="7">
                  <c:v>15825.321111111112</c:v>
                </c:pt>
                <c:pt idx="8">
                  <c:v>15825.321111111112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214.440843809527"/>
          <c:min val="14716.3191085714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6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15233.430952380952</c:v>
                </c:pt>
                <c:pt idx="1">
                  <c:v>15843.78</c:v>
                </c:pt>
                <c:pt idx="2">
                  <c:v>16398.75238095238</c:v>
                </c:pt>
                <c:pt idx="3">
                  <c:v>18719.918181818182</c:v>
                </c:pt>
                <c:pt idx="4">
                  <c:v>17110.282857142858</c:v>
                </c:pt>
                <c:pt idx="5">
                  <c:v>18989.871052631577</c:v>
                </c:pt>
                <c:pt idx="6">
                  <c:v>21697.329</c:v>
                </c:pt>
                <c:pt idx="7">
                  <c:v>20235.704285714284</c:v>
                </c:pt>
                <c:pt idx="8">
                  <c:v>20395.156666666666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214.440843809527"/>
          <c:min val="14716.3191085714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6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12440.102127659575</c:v>
                </c:pt>
                <c:pt idx="1">
                  <c:v>12440.102127659575</c:v>
                </c:pt>
                <c:pt idx="2">
                  <c:v>12440.102127659575</c:v>
                </c:pt>
                <c:pt idx="3">
                  <c:v>12440.102127659575</c:v>
                </c:pt>
                <c:pt idx="4">
                  <c:v>12440.102127659575</c:v>
                </c:pt>
                <c:pt idx="5">
                  <c:v>12440.102127659575</c:v>
                </c:pt>
                <c:pt idx="6">
                  <c:v>12440.102127659575</c:v>
                </c:pt>
                <c:pt idx="7">
                  <c:v>12440.102127659575</c:v>
                </c:pt>
                <c:pt idx="8">
                  <c:v>12440.102127659575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557.583106744867"/>
          <c:min val="11085.09010439882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12568.287096774195</c:v>
                </c:pt>
                <c:pt idx="1">
                  <c:v>11738.365483870968</c:v>
                </c:pt>
                <c:pt idx="2">
                  <c:v>12995.7303125</c:v>
                </c:pt>
                <c:pt idx="3">
                  <c:v>18676.97090909091</c:v>
                </c:pt>
                <c:pt idx="4">
                  <c:v>16177.240000000002</c:v>
                </c:pt>
                <c:pt idx="5">
                  <c:v>19904.307727272728</c:v>
                </c:pt>
                <c:pt idx="6">
                  <c:v>18240.234545454543</c:v>
                </c:pt>
                <c:pt idx="7">
                  <c:v>16730.18590909091</c:v>
                </c:pt>
                <c:pt idx="8">
                  <c:v>16917.185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557.583106744867"/>
          <c:min val="11085.09010439882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13709.45632653061</c:v>
                </c:pt>
                <c:pt idx="1">
                  <c:v>13709.45632653061</c:v>
                </c:pt>
                <c:pt idx="2">
                  <c:v>13709.45632653061</c:v>
                </c:pt>
                <c:pt idx="3">
                  <c:v>13709.45632653061</c:v>
                </c:pt>
                <c:pt idx="4">
                  <c:v>13709.45632653061</c:v>
                </c:pt>
                <c:pt idx="5">
                  <c:v>13709.45632653061</c:v>
                </c:pt>
                <c:pt idx="6">
                  <c:v>13709.45632653061</c:v>
                </c:pt>
                <c:pt idx="7">
                  <c:v>13709.45632653061</c:v>
                </c:pt>
                <c:pt idx="8">
                  <c:v>13709.45632653061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493.968693333336"/>
          <c:min val="11343.3593066666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6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13495.86882352941</c:v>
                </c:pt>
                <c:pt idx="1">
                  <c:v>12043.401333333333</c:v>
                </c:pt>
                <c:pt idx="2">
                  <c:v>15393.092352941178</c:v>
                </c:pt>
                <c:pt idx="3">
                  <c:v>15823.766470588236</c:v>
                </c:pt>
                <c:pt idx="4">
                  <c:v>13089.334705882353</c:v>
                </c:pt>
                <c:pt idx="5">
                  <c:v>15555.78875</c:v>
                </c:pt>
                <c:pt idx="6">
                  <c:v>16042.75</c:v>
                </c:pt>
                <c:pt idx="7">
                  <c:v>20793.92666666667</c:v>
                </c:pt>
                <c:pt idx="8">
                  <c:v>15135.897333333332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493.968693333336"/>
          <c:min val="11343.3593066666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6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8524.888437499998</c:v>
                </c:pt>
                <c:pt idx="1">
                  <c:v>8524.888437499998</c:v>
                </c:pt>
                <c:pt idx="2">
                  <c:v>8524.888437499998</c:v>
                </c:pt>
                <c:pt idx="3">
                  <c:v>8524.888437499998</c:v>
                </c:pt>
                <c:pt idx="4">
                  <c:v>8524.888437499998</c:v>
                </c:pt>
                <c:pt idx="5">
                  <c:v>8524.888437499998</c:v>
                </c:pt>
                <c:pt idx="6">
                  <c:v>8524.888437499998</c:v>
                </c:pt>
                <c:pt idx="7">
                  <c:v>8524.888437499998</c:v>
                </c:pt>
                <c:pt idx="8">
                  <c:v>8524.888437499998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321.436719047619"/>
          <c:min val="7652.6972095238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7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8986.911162790697</c:v>
                </c:pt>
                <c:pt idx="1">
                  <c:v>8043.644761904762</c:v>
                </c:pt>
                <c:pt idx="2">
                  <c:v>8532.917674418604</c:v>
                </c:pt>
                <c:pt idx="3">
                  <c:v>8091.494390243903</c:v>
                </c:pt>
                <c:pt idx="4">
                  <c:v>9611.912368421052</c:v>
                </c:pt>
                <c:pt idx="5">
                  <c:v>11065.696578947367</c:v>
                </c:pt>
                <c:pt idx="6">
                  <c:v>12025.22025</c:v>
                </c:pt>
                <c:pt idx="7">
                  <c:v>12930.489166666666</c:v>
                </c:pt>
                <c:pt idx="8">
                  <c:v>11054.33888888889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321.436719047619"/>
          <c:min val="7652.6972095238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7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14023.628358208958</c:v>
                </c:pt>
                <c:pt idx="1">
                  <c:v>14023.628358208958</c:v>
                </c:pt>
                <c:pt idx="2">
                  <c:v>14023.628358208958</c:v>
                </c:pt>
                <c:pt idx="3">
                  <c:v>14023.628358208958</c:v>
                </c:pt>
                <c:pt idx="4">
                  <c:v>14023.628358208958</c:v>
                </c:pt>
                <c:pt idx="5">
                  <c:v>14023.628358208958</c:v>
                </c:pt>
                <c:pt idx="6">
                  <c:v>14023.628358208958</c:v>
                </c:pt>
                <c:pt idx="7">
                  <c:v>14023.628358208958</c:v>
                </c:pt>
                <c:pt idx="8">
                  <c:v>14023.628358208958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998.00066853147"/>
          <c:min val="10438.1855902097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7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13573.730869565217</c:v>
                </c:pt>
                <c:pt idx="1">
                  <c:v>11097.483181818183</c:v>
                </c:pt>
                <c:pt idx="2">
                  <c:v>17420.120909090907</c:v>
                </c:pt>
                <c:pt idx="3">
                  <c:v>16112.494782608695</c:v>
                </c:pt>
                <c:pt idx="4">
                  <c:v>15750.668636363638</c:v>
                </c:pt>
                <c:pt idx="5">
                  <c:v>18684.8375</c:v>
                </c:pt>
                <c:pt idx="6">
                  <c:v>15426.544347826088</c:v>
                </c:pt>
                <c:pt idx="7">
                  <c:v>16039.392692307692</c:v>
                </c:pt>
                <c:pt idx="8">
                  <c:v>19338.703076923077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998.00066853147"/>
          <c:min val="10438.1855902097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8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452919.69</c:v>
                </c:pt>
                <c:pt idx="1">
                  <c:v>432969.39</c:v>
                </c:pt>
                <c:pt idx="2">
                  <c:v>437450.84</c:v>
                </c:pt>
                <c:pt idx="3">
                  <c:v>425210.83</c:v>
                </c:pt>
                <c:pt idx="4">
                  <c:v>459468.07</c:v>
                </c:pt>
                <c:pt idx="5">
                  <c:v>483658.92</c:v>
                </c:pt>
                <c:pt idx="6">
                  <c:v>477819.24</c:v>
                </c:pt>
                <c:pt idx="7">
                  <c:v>470350.34</c:v>
                </c:pt>
                <c:pt idx="8">
                  <c:v>464709.48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616051.6</c:v>
                </c:pt>
                <c:pt idx="1">
                  <c:v>667986.46</c:v>
                </c:pt>
                <c:pt idx="2">
                  <c:v>703590.2</c:v>
                </c:pt>
                <c:pt idx="3">
                  <c:v>772188.38</c:v>
                </c:pt>
                <c:pt idx="4">
                  <c:v>623982.82</c:v>
                </c:pt>
                <c:pt idx="5">
                  <c:v>661894.14</c:v>
                </c:pt>
                <c:pt idx="6">
                  <c:v>707590.25</c:v>
                </c:pt>
                <c:pt idx="7">
                  <c:v>688580.12</c:v>
                </c:pt>
                <c:pt idx="8">
                  <c:v>692772.96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99946.584"/>
          <c:min val="397452.626000000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8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50318.37</c:v>
                </c:pt>
                <c:pt idx="1">
                  <c:v>51851.88</c:v>
                </c:pt>
                <c:pt idx="2">
                  <c:v>61753.81</c:v>
                </c:pt>
                <c:pt idx="3">
                  <c:v>50702.4</c:v>
                </c:pt>
                <c:pt idx="4">
                  <c:v>50335.47</c:v>
                </c:pt>
                <c:pt idx="5">
                  <c:v>58435.26</c:v>
                </c:pt>
                <c:pt idx="6">
                  <c:v>82429.93</c:v>
                </c:pt>
                <c:pt idx="7">
                  <c:v>45408.39</c:v>
                </c:pt>
                <c:pt idx="8">
                  <c:v>58920.59</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105977.1</c:v>
                </c:pt>
                <c:pt idx="1">
                  <c:v>89501.32</c:v>
                </c:pt>
                <c:pt idx="2">
                  <c:v>77366.64</c:v>
                </c:pt>
                <c:pt idx="3">
                  <c:v>72627.97</c:v>
                </c:pt>
                <c:pt idx="4">
                  <c:v>81856.55</c:v>
                </c:pt>
                <c:pt idx="5">
                  <c:v>72991.4</c:v>
                </c:pt>
                <c:pt idx="6">
                  <c:v>69030.23</c:v>
                </c:pt>
                <c:pt idx="7">
                  <c:v>63497.24</c:v>
                </c:pt>
                <c:pt idx="8">
                  <c:v>71210.75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0822.5968"/>
          <c:min val="40562.89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8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384480.31</c:v>
                </c:pt>
                <c:pt idx="1">
                  <c:v>312154.68</c:v>
                </c:pt>
                <c:pt idx="2">
                  <c:v>291941.18</c:v>
                </c:pt>
                <c:pt idx="3">
                  <c:v>308802.28</c:v>
                </c:pt>
                <c:pt idx="4">
                  <c:v>349990.87</c:v>
                </c:pt>
                <c:pt idx="5">
                  <c:v>372203.93</c:v>
                </c:pt>
                <c:pt idx="6">
                  <c:v>450840.05</c:v>
                </c:pt>
                <c:pt idx="7">
                  <c:v>419529.07</c:v>
                </c:pt>
                <c:pt idx="8">
                  <c:v>352258.35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531697.42</c:v>
                </c:pt>
                <c:pt idx="1">
                  <c:v>493262.93</c:v>
                </c:pt>
                <c:pt idx="2">
                  <c:v>500602.81</c:v>
                </c:pt>
                <c:pt idx="3">
                  <c:v>575541.86</c:v>
                </c:pt>
                <c:pt idx="4">
                  <c:v>337412.57</c:v>
                </c:pt>
                <c:pt idx="5">
                  <c:v>356731.28</c:v>
                </c:pt>
                <c:pt idx="6">
                  <c:v>628477.94</c:v>
                </c:pt>
                <c:pt idx="7">
                  <c:v>391732.69</c:v>
                </c:pt>
                <c:pt idx="8">
                  <c:v>411646.47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55400.8807999999"/>
          <c:min val="265018.23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8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73651.42</c:v>
                </c:pt>
                <c:pt idx="1">
                  <c:v>44446.63</c:v>
                </c:pt>
                <c:pt idx="2">
                  <c:v>54084.08</c:v>
                </c:pt>
                <c:pt idx="3">
                  <c:v>37237.91</c:v>
                </c:pt>
                <c:pt idx="4">
                  <c:v>36280.36</c:v>
                </c:pt>
                <c:pt idx="5">
                  <c:v>50377.05</c:v>
                </c:pt>
                <c:pt idx="6">
                  <c:v>56040.72</c:v>
                </c:pt>
                <c:pt idx="7">
                  <c:v>40756.53</c:v>
                </c:pt>
                <c:pt idx="8">
                  <c:v>50217.57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43223.67</c:v>
                </c:pt>
                <c:pt idx="1">
                  <c:v>101043.11</c:v>
                </c:pt>
                <c:pt idx="2">
                  <c:v>67138.2</c:v>
                </c:pt>
                <c:pt idx="3">
                  <c:v>68877.07</c:v>
                </c:pt>
                <c:pt idx="4">
                  <c:v>59268.44</c:v>
                </c:pt>
                <c:pt idx="5">
                  <c:v>65725.26</c:v>
                </c:pt>
                <c:pt idx="6">
                  <c:v>61769.36</c:v>
                </c:pt>
                <c:pt idx="7">
                  <c:v>54211.99</c:v>
                </c:pt>
                <c:pt idx="8">
                  <c:v>50384.42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6224.13"/>
          <c:min val="31099.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8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105547.04</c:v>
                </c:pt>
                <c:pt idx="1">
                  <c:v>71297.75</c:v>
                </c:pt>
                <c:pt idx="2">
                  <c:v>77377.97</c:v>
                </c:pt>
                <c:pt idx="3">
                  <c:v>64364.85</c:v>
                </c:pt>
                <c:pt idx="4">
                  <c:v>87379.45</c:v>
                </c:pt>
                <c:pt idx="5">
                  <c:v>72561.44</c:v>
                </c:pt>
                <c:pt idx="6">
                  <c:v>61232.4</c:v>
                </c:pt>
                <c:pt idx="7">
                  <c:v>64889.43</c:v>
                </c:pt>
                <c:pt idx="8">
                  <c:v>62941.2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105595.38</c:v>
                </c:pt>
                <c:pt idx="1">
                  <c:v>84699.58</c:v>
                </c:pt>
                <c:pt idx="2">
                  <c:v>83648.44</c:v>
                </c:pt>
                <c:pt idx="3">
                  <c:v>76498.23</c:v>
                </c:pt>
                <c:pt idx="4">
                  <c:v>73262.32</c:v>
                </c:pt>
                <c:pt idx="5">
                  <c:v>72186.04</c:v>
                </c:pt>
                <c:pt idx="6">
                  <c:v>112811.38</c:v>
                </c:pt>
                <c:pt idx="7">
                  <c:v>112981.52</c:v>
                </c:pt>
                <c:pt idx="8">
                  <c:v>115508.68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9850.7824"/>
          <c:min val="56890.2976000000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8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261581.23</c:v>
                </c:pt>
                <c:pt idx="1">
                  <c:v>225412.65</c:v>
                </c:pt>
                <c:pt idx="2">
                  <c:v>174964.82</c:v>
                </c:pt>
                <c:pt idx="3">
                  <c:v>58721.34</c:v>
                </c:pt>
                <c:pt idx="4">
                  <c:v>51570.82</c:v>
                </c:pt>
                <c:pt idx="5">
                  <c:v>45005.81</c:v>
                </c:pt>
                <c:pt idx="6">
                  <c:v>68955.71</c:v>
                </c:pt>
                <c:pt idx="7">
                  <c:v>46799.28</c:v>
                </c:pt>
                <c:pt idx="8">
                  <c:v>50432.07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50563.16</c:v>
                </c:pt>
                <c:pt idx="1">
                  <c:v>55828.53</c:v>
                </c:pt>
                <c:pt idx="2">
                  <c:v>59116.24</c:v>
                </c:pt>
                <c:pt idx="3">
                  <c:v>67950.46</c:v>
                </c:pt>
                <c:pt idx="4">
                  <c:v>83744.51</c:v>
                </c:pt>
                <c:pt idx="5">
                  <c:v>63003.73</c:v>
                </c:pt>
                <c:pt idx="6">
                  <c:v>50533.06</c:v>
                </c:pt>
                <c:pt idx="7">
                  <c:v>81518.71</c:v>
                </c:pt>
                <c:pt idx="8">
                  <c:v>60766.67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8907.2636"/>
          <c:min val="27679.77639999999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8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36681.54</c:v>
                </c:pt>
                <c:pt idx="1">
                  <c:v>34954.19</c:v>
                </c:pt>
                <c:pt idx="2">
                  <c:v>26356.06</c:v>
                </c:pt>
                <c:pt idx="3">
                  <c:v>19510.8</c:v>
                </c:pt>
                <c:pt idx="4">
                  <c:v>18852.9</c:v>
                </c:pt>
                <c:pt idx="5">
                  <c:v>20946.57</c:v>
                </c:pt>
                <c:pt idx="6">
                  <c:v>26837.53</c:v>
                </c:pt>
                <c:pt idx="7">
                  <c:v>20075.84</c:v>
                </c:pt>
                <c:pt idx="8">
                  <c:v>14078.2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10197.54</c:v>
                </c:pt>
                <c:pt idx="1">
                  <c:v>19604.99</c:v>
                </c:pt>
                <c:pt idx="2">
                  <c:v>15725.49</c:v>
                </c:pt>
                <c:pt idx="3">
                  <c:v>14016.06</c:v>
                </c:pt>
                <c:pt idx="4">
                  <c:v>14499.42</c:v>
                </c:pt>
                <c:pt idx="5">
                  <c:v>14960.78</c:v>
                </c:pt>
                <c:pt idx="6">
                  <c:v>12533.24</c:v>
                </c:pt>
                <c:pt idx="7">
                  <c:v>13470.82</c:v>
                </c:pt>
                <c:pt idx="8">
                  <c:v>20175.57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800.26"/>
          <c:min val="8078.82000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8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208631.91</c:v>
                </c:pt>
                <c:pt idx="1">
                  <c:v>212231.84</c:v>
                </c:pt>
                <c:pt idx="2">
                  <c:v>274527.47</c:v>
                </c:pt>
                <c:pt idx="3">
                  <c:v>217212.44</c:v>
                </c:pt>
                <c:pt idx="4">
                  <c:v>297116.43</c:v>
                </c:pt>
                <c:pt idx="5">
                  <c:v>275941.27</c:v>
                </c:pt>
                <c:pt idx="6">
                  <c:v>269753.87</c:v>
                </c:pt>
                <c:pt idx="7">
                  <c:v>330787.15</c:v>
                </c:pt>
                <c:pt idx="8">
                  <c:v>260451.94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179743.12</c:v>
                </c:pt>
                <c:pt idx="1">
                  <c:v>160312.85</c:v>
                </c:pt>
                <c:pt idx="2">
                  <c:v>165333.62</c:v>
                </c:pt>
                <c:pt idx="3">
                  <c:v>184318.74</c:v>
                </c:pt>
                <c:pt idx="4">
                  <c:v>154604.97</c:v>
                </c:pt>
                <c:pt idx="5">
                  <c:v>194764.22</c:v>
                </c:pt>
                <c:pt idx="6">
                  <c:v>173542.6</c:v>
                </c:pt>
                <c:pt idx="7">
                  <c:v>163960.76</c:v>
                </c:pt>
                <c:pt idx="8">
                  <c:v>147971.34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45412.4148"/>
          <c:min val="133346.07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8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198849.33</c:v>
                </c:pt>
                <c:pt idx="1">
                  <c:v>233817.87</c:v>
                </c:pt>
                <c:pt idx="2">
                  <c:v>221822.74</c:v>
                </c:pt>
                <c:pt idx="3">
                  <c:v>193970.77</c:v>
                </c:pt>
                <c:pt idx="4">
                  <c:v>178283.87</c:v>
                </c:pt>
                <c:pt idx="5">
                  <c:v>177189.59</c:v>
                </c:pt>
                <c:pt idx="6">
                  <c:v>172212.56</c:v>
                </c:pt>
                <c:pt idx="7">
                  <c:v>177031.54</c:v>
                </c:pt>
                <c:pt idx="8">
                  <c:v>129661.4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96360.88</c:v>
                </c:pt>
                <c:pt idx="1">
                  <c:v>106288.29</c:v>
                </c:pt>
                <c:pt idx="2">
                  <c:v>95195.98</c:v>
                </c:pt>
                <c:pt idx="3">
                  <c:v>112684.92</c:v>
                </c:pt>
                <c:pt idx="4">
                  <c:v>88906.01</c:v>
                </c:pt>
                <c:pt idx="5">
                  <c:v>129424.9</c:v>
                </c:pt>
                <c:pt idx="6">
                  <c:v>149636.51</c:v>
                </c:pt>
                <c:pt idx="7">
                  <c:v>144369.21</c:v>
                </c:pt>
                <c:pt idx="8">
                  <c:v>173591.12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45410.8188"/>
          <c:min val="77313.06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9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84467.92</c:v>
                </c:pt>
                <c:pt idx="1">
                  <c:v>80070.79</c:v>
                </c:pt>
                <c:pt idx="2">
                  <c:v>66487.45</c:v>
                </c:pt>
                <c:pt idx="3">
                  <c:v>57166.42</c:v>
                </c:pt>
                <c:pt idx="4">
                  <c:v>71283.63</c:v>
                </c:pt>
                <c:pt idx="5">
                  <c:v>54617.77</c:v>
                </c:pt>
                <c:pt idx="6">
                  <c:v>57633.96</c:v>
                </c:pt>
                <c:pt idx="7">
                  <c:v>49575.05</c:v>
                </c:pt>
                <c:pt idx="8">
                  <c:v>45640.3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40992.79</c:v>
                </c:pt>
                <c:pt idx="1">
                  <c:v>42474.1</c:v>
                </c:pt>
                <c:pt idx="2">
                  <c:v>44137.37</c:v>
                </c:pt>
                <c:pt idx="3">
                  <c:v>35553.29</c:v>
                </c:pt>
                <c:pt idx="4">
                  <c:v>40450.74</c:v>
                </c:pt>
                <c:pt idx="5">
                  <c:v>56173.94</c:v>
                </c:pt>
                <c:pt idx="6">
                  <c:v>48797.2</c:v>
                </c:pt>
                <c:pt idx="7">
                  <c:v>40534.52</c:v>
                </c:pt>
                <c:pt idx="8">
                  <c:v>53846.05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8381.0904"/>
          <c:min val="31640.11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9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99281.71666666666</c:v>
                </c:pt>
                <c:pt idx="1">
                  <c:v>99281.71666666666</c:v>
                </c:pt>
                <c:pt idx="2">
                  <c:v>99281.71666666666</c:v>
                </c:pt>
                <c:pt idx="3">
                  <c:v>99281.71666666666</c:v>
                </c:pt>
                <c:pt idx="4">
                  <c:v>99281.71666666666</c:v>
                </c:pt>
                <c:pt idx="5">
                  <c:v>99281.71666666666</c:v>
                </c:pt>
                <c:pt idx="6">
                  <c:v>99281.71666666666</c:v>
                </c:pt>
                <c:pt idx="7">
                  <c:v>99281.71666666666</c:v>
                </c:pt>
                <c:pt idx="8">
                  <c:v>99281.71666666666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0365.9288"/>
          <c:min val="82131.20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9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96360.88</c:v>
                </c:pt>
                <c:pt idx="1">
                  <c:v>106288.29</c:v>
                </c:pt>
                <c:pt idx="2">
                  <c:v>95195.98</c:v>
                </c:pt>
                <c:pt idx="3">
                  <c:v>112684.92</c:v>
                </c:pt>
                <c:pt idx="4">
                  <c:v>88906.01</c:v>
                </c:pt>
                <c:pt idx="5">
                  <c:v>129424.9</c:v>
                </c:pt>
                <c:pt idx="6">
                  <c:v>149636.51</c:v>
                </c:pt>
                <c:pt idx="7">
                  <c:v>144369.21</c:v>
                </c:pt>
                <c:pt idx="8">
                  <c:v>173591.12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0365.9288"/>
          <c:min val="82131.20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9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162898.57</c:v>
                </c:pt>
                <c:pt idx="1">
                  <c:v>162898.57</c:v>
                </c:pt>
                <c:pt idx="2">
                  <c:v>162898.57</c:v>
                </c:pt>
                <c:pt idx="3">
                  <c:v>162898.57</c:v>
                </c:pt>
                <c:pt idx="4">
                  <c:v>162898.57</c:v>
                </c:pt>
                <c:pt idx="5">
                  <c:v>162898.57</c:v>
                </c:pt>
                <c:pt idx="6">
                  <c:v>162898.57</c:v>
                </c:pt>
                <c:pt idx="7">
                  <c:v>162898.57</c:v>
                </c:pt>
                <c:pt idx="8">
                  <c:v>162898.57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82710.91799999995"/>
          <c:min val="136014.3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9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175233.67</c:v>
                </c:pt>
                <c:pt idx="1">
                  <c:v>146131.31</c:v>
                </c:pt>
                <c:pt idx="2">
                  <c:v>167330.73</c:v>
                </c:pt>
                <c:pt idx="3">
                  <c:v>214753.55</c:v>
                </c:pt>
                <c:pt idx="4">
                  <c:v>179390.92</c:v>
                </c:pt>
                <c:pt idx="5">
                  <c:v>197282.04</c:v>
                </c:pt>
                <c:pt idx="6">
                  <c:v>248020.37</c:v>
                </c:pt>
                <c:pt idx="7">
                  <c:v>272593.91</c:v>
                </c:pt>
                <c:pt idx="8">
                  <c:v>210593.74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82710.91799999995"/>
          <c:min val="136014.3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9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95077.78666666667</c:v>
                </c:pt>
                <c:pt idx="1">
                  <c:v>95077.78666666667</c:v>
                </c:pt>
                <c:pt idx="2">
                  <c:v>95077.78666666667</c:v>
                </c:pt>
                <c:pt idx="3">
                  <c:v>95077.78666666667</c:v>
                </c:pt>
                <c:pt idx="4">
                  <c:v>95077.78666666667</c:v>
                </c:pt>
                <c:pt idx="5">
                  <c:v>95077.78666666667</c:v>
                </c:pt>
                <c:pt idx="6">
                  <c:v>95077.78666666667</c:v>
                </c:pt>
                <c:pt idx="7">
                  <c:v>95077.78666666667</c:v>
                </c:pt>
                <c:pt idx="8">
                  <c:v>95077.78666666667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8614.3552"/>
          <c:min val="64178.3148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9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70001.49</c:v>
                </c:pt>
                <c:pt idx="1">
                  <c:v>101598.14</c:v>
                </c:pt>
                <c:pt idx="2">
                  <c:v>113633.73</c:v>
                </c:pt>
                <c:pt idx="3">
                  <c:v>109492.02</c:v>
                </c:pt>
                <c:pt idx="4">
                  <c:v>91093.52</c:v>
                </c:pt>
                <c:pt idx="5">
                  <c:v>122837.85</c:v>
                </c:pt>
                <c:pt idx="6">
                  <c:v>142791.18</c:v>
                </c:pt>
                <c:pt idx="7">
                  <c:v>125431.12</c:v>
                </c:pt>
                <c:pt idx="8">
                  <c:v>135721.84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8614.3552"/>
          <c:min val="64178.3148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9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100801.77666666667</c:v>
                </c:pt>
                <c:pt idx="1">
                  <c:v>100801.77666666667</c:v>
                </c:pt>
                <c:pt idx="2">
                  <c:v>100801.77666666667</c:v>
                </c:pt>
                <c:pt idx="3">
                  <c:v>100801.77666666667</c:v>
                </c:pt>
                <c:pt idx="4">
                  <c:v>100801.77666666667</c:v>
                </c:pt>
                <c:pt idx="5">
                  <c:v>100801.77666666667</c:v>
                </c:pt>
                <c:pt idx="6">
                  <c:v>100801.77666666667</c:v>
                </c:pt>
                <c:pt idx="7">
                  <c:v>100801.77666666667</c:v>
                </c:pt>
                <c:pt idx="8">
                  <c:v>100801.77666666667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7488.55"/>
          <c:min val="91761.8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9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95605.08</c:v>
                </c:pt>
                <c:pt idx="1">
                  <c:v>101396.39</c:v>
                </c:pt>
                <c:pt idx="2">
                  <c:v>105403.86</c:v>
                </c:pt>
                <c:pt idx="3">
                  <c:v>128271.72</c:v>
                </c:pt>
                <c:pt idx="4">
                  <c:v>96132.72</c:v>
                </c:pt>
                <c:pt idx="5">
                  <c:v>99309.74</c:v>
                </c:pt>
                <c:pt idx="6">
                  <c:v>141617.43</c:v>
                </c:pt>
                <c:pt idx="7">
                  <c:v>132620.84</c:v>
                </c:pt>
                <c:pt idx="8">
                  <c:v>143645.33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7488.55"/>
          <c:min val="91761.8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9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94606.52333333333</c:v>
                </c:pt>
                <c:pt idx="1">
                  <c:v>94606.52333333333</c:v>
                </c:pt>
                <c:pt idx="2">
                  <c:v>94606.52333333333</c:v>
                </c:pt>
                <c:pt idx="3">
                  <c:v>94606.52333333333</c:v>
                </c:pt>
                <c:pt idx="4">
                  <c:v>94606.52333333333</c:v>
                </c:pt>
                <c:pt idx="5">
                  <c:v>94606.52333333333</c:v>
                </c:pt>
                <c:pt idx="6">
                  <c:v>94606.52333333333</c:v>
                </c:pt>
                <c:pt idx="7">
                  <c:v>94606.52333333333</c:v>
                </c:pt>
                <c:pt idx="8">
                  <c:v>94606.52333333333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4932.9604"/>
          <c:min val="75611.27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0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104607.73</c:v>
                </c:pt>
                <c:pt idx="1">
                  <c:v>99509.41</c:v>
                </c:pt>
                <c:pt idx="2">
                  <c:v>79702.43</c:v>
                </c:pt>
                <c:pt idx="3">
                  <c:v>94877.65</c:v>
                </c:pt>
                <c:pt idx="4">
                  <c:v>99214.95</c:v>
                </c:pt>
                <c:pt idx="5">
                  <c:v>108542.08</c:v>
                </c:pt>
                <c:pt idx="6">
                  <c:v>130841.81</c:v>
                </c:pt>
                <c:pt idx="7">
                  <c:v>121775.64</c:v>
                </c:pt>
                <c:pt idx="8">
                  <c:v>123133.99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4932.9604"/>
          <c:min val="75611.27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0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134</c:v>
                </c:pt>
                <c:pt idx="1">
                  <c:v>119.8</c:v>
                </c:pt>
                <c:pt idx="2">
                  <c:v>121.2</c:v>
                </c:pt>
                <c:pt idx="3">
                  <c:v>118.6</c:v>
                </c:pt>
                <c:pt idx="4">
                  <c:v>154.25</c:v>
                </c:pt>
                <c:pt idx="5">
                  <c:v>141.75</c:v>
                </c:pt>
                <c:pt idx="6">
                  <c:v>152</c:v>
                </c:pt>
                <c:pt idx="7">
                  <c:v>159.5</c:v>
                </c:pt>
                <c:pt idx="8">
                  <c:v>132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153.33333333333334</c:v>
                </c:pt>
                <c:pt idx="1">
                  <c:v>168.33333333333334</c:v>
                </c:pt>
                <c:pt idx="2">
                  <c:v>187</c:v>
                </c:pt>
                <c:pt idx="3">
                  <c:v>195</c:v>
                </c:pt>
                <c:pt idx="4">
                  <c:v>185.66666666666666</c:v>
                </c:pt>
                <c:pt idx="5">
                  <c:v>196.33333333333334</c:v>
                </c:pt>
                <c:pt idx="6">
                  <c:v>191</c:v>
                </c:pt>
                <c:pt idx="7">
                  <c:v>180.66666666666666</c:v>
                </c:pt>
                <c:pt idx="8">
                  <c:v>135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2.55200000000002"/>
          <c:min val="112.381333333333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0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122</c:v>
                </c:pt>
                <c:pt idx="1">
                  <c:v>116.66666666666667</c:v>
                </c:pt>
                <c:pt idx="2">
                  <c:v>106.66666666666667</c:v>
                </c:pt>
                <c:pt idx="3">
                  <c:v>111.66666666666667</c:v>
                </c:pt>
                <c:pt idx="4">
                  <c:v>103</c:v>
                </c:pt>
                <c:pt idx="5">
                  <c:v>103.33333333333333</c:v>
                </c:pt>
                <c:pt idx="6">
                  <c:v>125.33333333333333</c:v>
                </c:pt>
                <c:pt idx="7">
                  <c:v>132</c:v>
                </c:pt>
                <c:pt idx="8">
                  <c:v>142.66666666666666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132</c:v>
                </c:pt>
                <c:pt idx="1">
                  <c:v>140.66666666666666</c:v>
                </c:pt>
                <c:pt idx="2">
                  <c:v>142.66666666666666</c:v>
                </c:pt>
                <c:pt idx="3">
                  <c:v>148.33333333333334</c:v>
                </c:pt>
                <c:pt idx="4">
                  <c:v>160.33333333333334</c:v>
                </c:pt>
                <c:pt idx="5">
                  <c:v>184</c:v>
                </c:pt>
                <c:pt idx="6">
                  <c:v>177.66666666666666</c:v>
                </c:pt>
                <c:pt idx="7">
                  <c:v>147.33333333333334</c:v>
                </c:pt>
                <c:pt idx="8">
                  <c:v>149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0.48"/>
          <c:min val="96.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0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216.375</c:v>
                </c:pt>
                <c:pt idx="1">
                  <c:v>183</c:v>
                </c:pt>
                <c:pt idx="2">
                  <c:v>197.5</c:v>
                </c:pt>
                <c:pt idx="3">
                  <c:v>223.375</c:v>
                </c:pt>
                <c:pt idx="4">
                  <c:v>219.625</c:v>
                </c:pt>
                <c:pt idx="5">
                  <c:v>238.14285714285714</c:v>
                </c:pt>
                <c:pt idx="6">
                  <c:v>254.85714285714286</c:v>
                </c:pt>
                <c:pt idx="7">
                  <c:v>246</c:v>
                </c:pt>
                <c:pt idx="8">
                  <c:v>225.28571428571428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243.28571428571428</c:v>
                </c:pt>
                <c:pt idx="1">
                  <c:v>206.42857142857142</c:v>
                </c:pt>
                <c:pt idx="2">
                  <c:v>265.85714285714283</c:v>
                </c:pt>
                <c:pt idx="3">
                  <c:v>245.57142857142858</c:v>
                </c:pt>
                <c:pt idx="4">
                  <c:v>252</c:v>
                </c:pt>
                <c:pt idx="5">
                  <c:v>273.7142857142857</c:v>
                </c:pt>
                <c:pt idx="6">
                  <c:v>273.2857142857143</c:v>
                </c:pt>
                <c:pt idx="7">
                  <c:v>255.71428571428572</c:v>
                </c:pt>
                <c:pt idx="8">
                  <c:v>261.85714285714283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80.9714285714286"/>
          <c:min val="175.7428571428571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195</c:v>
                </c:pt>
                <c:pt idx="1">
                  <c:v>164</c:v>
                </c:pt>
                <c:pt idx="2">
                  <c:v>194.33333333333334</c:v>
                </c:pt>
                <c:pt idx="3">
                  <c:v>178</c:v>
                </c:pt>
                <c:pt idx="4">
                  <c:v>189.75</c:v>
                </c:pt>
                <c:pt idx="5">
                  <c:v>174.75</c:v>
                </c:pt>
                <c:pt idx="6">
                  <c:v>189.75</c:v>
                </c:pt>
                <c:pt idx="7">
                  <c:v>160.75</c:v>
                </c:pt>
                <c:pt idx="8">
                  <c:v>129.25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197.33333333333334</c:v>
                </c:pt>
                <c:pt idx="1">
                  <c:v>176</c:v>
                </c:pt>
                <c:pt idx="2">
                  <c:v>208.66666666666666</c:v>
                </c:pt>
                <c:pt idx="3">
                  <c:v>212</c:v>
                </c:pt>
                <c:pt idx="4">
                  <c:v>179.66666666666666</c:v>
                </c:pt>
                <c:pt idx="5">
                  <c:v>204.66666666666666</c:v>
                </c:pt>
                <c:pt idx="6">
                  <c:v>196.33333333333334</c:v>
                </c:pt>
                <c:pt idx="7">
                  <c:v>186</c:v>
                </c:pt>
                <c:pt idx="8">
                  <c:v>188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8.62"/>
          <c:min val="122.6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153.28571428571428</c:v>
                </c:pt>
                <c:pt idx="1">
                  <c:v>145.42857142857142</c:v>
                </c:pt>
                <c:pt idx="2">
                  <c:v>169</c:v>
                </c:pt>
                <c:pt idx="3">
                  <c:v>149.14285714285714</c:v>
                </c:pt>
                <c:pt idx="4">
                  <c:v>152.57142857142858</c:v>
                </c:pt>
                <c:pt idx="5">
                  <c:v>188.83333333333334</c:v>
                </c:pt>
                <c:pt idx="6">
                  <c:v>185.5</c:v>
                </c:pt>
                <c:pt idx="7">
                  <c:v>191.83333333333334</c:v>
                </c:pt>
                <c:pt idx="8">
                  <c:v>165.66666666666666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187.8</c:v>
                </c:pt>
                <c:pt idx="1">
                  <c:v>165.6</c:v>
                </c:pt>
                <c:pt idx="2">
                  <c:v>201.2</c:v>
                </c:pt>
                <c:pt idx="3">
                  <c:v>164.66666666666666</c:v>
                </c:pt>
                <c:pt idx="4">
                  <c:v>153.66666666666666</c:v>
                </c:pt>
                <c:pt idx="5">
                  <c:v>187.33333333333334</c:v>
                </c:pt>
                <c:pt idx="6">
                  <c:v>202.2</c:v>
                </c:pt>
                <c:pt idx="7">
                  <c:v>198.8</c:v>
                </c:pt>
                <c:pt idx="8">
                  <c:v>169.16666666666666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6.74171428571427"/>
          <c:min val="140.886857142857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318</c:v>
                </c:pt>
                <c:pt idx="1">
                  <c:v>290.5</c:v>
                </c:pt>
                <c:pt idx="2">
                  <c:v>337.6666666666667</c:v>
                </c:pt>
                <c:pt idx="3">
                  <c:v>343.3333333333333</c:v>
                </c:pt>
                <c:pt idx="4">
                  <c:v>333</c:v>
                </c:pt>
                <c:pt idx="5">
                  <c:v>323</c:v>
                </c:pt>
                <c:pt idx="6">
                  <c:v>294.7142857142857</c:v>
                </c:pt>
                <c:pt idx="7">
                  <c:v>267</c:v>
                </c:pt>
                <c:pt idx="8">
                  <c:v>242.75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240.875</c:v>
                </c:pt>
                <c:pt idx="1">
                  <c:v>225.25</c:v>
                </c:pt>
                <c:pt idx="2">
                  <c:v>249.875</c:v>
                </c:pt>
                <c:pt idx="3">
                  <c:v>267.125</c:v>
                </c:pt>
                <c:pt idx="4">
                  <c:v>225.66666666666666</c:v>
                </c:pt>
                <c:pt idx="5">
                  <c:v>245.33333333333334</c:v>
                </c:pt>
                <c:pt idx="6">
                  <c:v>246.77777777777777</c:v>
                </c:pt>
                <c:pt idx="7">
                  <c:v>225.55555555555554</c:v>
                </c:pt>
                <c:pt idx="8">
                  <c:v>270.5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2.78"/>
          <c:min val="215.803333333333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227</c:v>
                </c:pt>
                <c:pt idx="1">
                  <c:v>185.5</c:v>
                </c:pt>
                <c:pt idx="2">
                  <c:v>188</c:v>
                </c:pt>
                <c:pt idx="3">
                  <c:v>205</c:v>
                </c:pt>
                <c:pt idx="4">
                  <c:v>189</c:v>
                </c:pt>
                <c:pt idx="5">
                  <c:v>200</c:v>
                </c:pt>
                <c:pt idx="6">
                  <c:v>213</c:v>
                </c:pt>
                <c:pt idx="7">
                  <c:v>186</c:v>
                </c:pt>
                <c:pt idx="8">
                  <c:v>178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168.5</c:v>
                </c:pt>
                <c:pt idx="1">
                  <c:v>136</c:v>
                </c:pt>
                <c:pt idx="2">
                  <c:v>168.5</c:v>
                </c:pt>
                <c:pt idx="3">
                  <c:v>126</c:v>
                </c:pt>
                <c:pt idx="4">
                  <c:v>112.66666666666667</c:v>
                </c:pt>
                <c:pt idx="5">
                  <c:v>136.33333333333334</c:v>
                </c:pt>
                <c:pt idx="6">
                  <c:v>114.33333333333333</c:v>
                </c:pt>
                <c:pt idx="7">
                  <c:v>172.5</c:v>
                </c:pt>
                <c:pt idx="8">
                  <c:v>145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6.14666666666668"/>
          <c:min val="103.5200000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181.33333333333334</c:v>
                </c:pt>
                <c:pt idx="1">
                  <c:v>163.5</c:v>
                </c:pt>
                <c:pt idx="2">
                  <c:v>177.66666666666666</c:v>
                </c:pt>
                <c:pt idx="3">
                  <c:v>182.33333333333334</c:v>
                </c:pt>
                <c:pt idx="4">
                  <c:v>158.42857142857142</c:v>
                </c:pt>
                <c:pt idx="5">
                  <c:v>159.57142857142858</c:v>
                </c:pt>
                <c:pt idx="6">
                  <c:v>159</c:v>
                </c:pt>
                <c:pt idx="7">
                  <c:v>171</c:v>
                </c:pt>
                <c:pt idx="8">
                  <c:v>150</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134.25</c:v>
                </c:pt>
                <c:pt idx="1">
                  <c:v>112.25</c:v>
                </c:pt>
                <c:pt idx="2">
                  <c:v>133.77777777777777</c:v>
                </c:pt>
                <c:pt idx="3">
                  <c:v>117.11111111111111</c:v>
                </c:pt>
                <c:pt idx="4">
                  <c:v>117.55555555555556</c:v>
                </c:pt>
                <c:pt idx="5">
                  <c:v>116</c:v>
                </c:pt>
                <c:pt idx="6">
                  <c:v>122</c:v>
                </c:pt>
                <c:pt idx="7">
                  <c:v>131.125</c:v>
                </c:pt>
                <c:pt idx="8">
                  <c:v>122.625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7.94"/>
          <c:min val="106.643333333333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186</c:v>
                </c:pt>
                <c:pt idx="1">
                  <c:v>202</c:v>
                </c:pt>
                <c:pt idx="2">
                  <c:v>201.33333333333334</c:v>
                </c:pt>
                <c:pt idx="3">
                  <c:v>227</c:v>
                </c:pt>
                <c:pt idx="4">
                  <c:v>230</c:v>
                </c:pt>
                <c:pt idx="5">
                  <c:v>267</c:v>
                </c:pt>
                <c:pt idx="6">
                  <c:v>199.5</c:v>
                </c:pt>
                <c:pt idx="7">
                  <c:v>170.25</c:v>
                </c:pt>
                <c:pt idx="8">
                  <c:v>161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165</c:v>
                </c:pt>
                <c:pt idx="1">
                  <c:v>135.25</c:v>
                </c:pt>
                <c:pt idx="2">
                  <c:v>169.75</c:v>
                </c:pt>
                <c:pt idx="3">
                  <c:v>166.25</c:v>
                </c:pt>
                <c:pt idx="4">
                  <c:v>175.75</c:v>
                </c:pt>
                <c:pt idx="5">
                  <c:v>166.75</c:v>
                </c:pt>
                <c:pt idx="6">
                  <c:v>155.25</c:v>
                </c:pt>
                <c:pt idx="7">
                  <c:v>163.75</c:v>
                </c:pt>
                <c:pt idx="8">
                  <c:v>150.25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7.54"/>
          <c:min val="124.7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290</c:v>
                </c:pt>
                <c:pt idx="1">
                  <c:v>263</c:v>
                </c:pt>
                <c:pt idx="2">
                  <c:v>272.6666666666667</c:v>
                </c:pt>
                <c:pt idx="3">
                  <c:v>297.6666666666667</c:v>
                </c:pt>
                <c:pt idx="4">
                  <c:v>294.3333333333333</c:v>
                </c:pt>
                <c:pt idx="5">
                  <c:v>275.3333333333333</c:v>
                </c:pt>
                <c:pt idx="6">
                  <c:v>285.6666666666667</c:v>
                </c:pt>
                <c:pt idx="7">
                  <c:v>201</c:v>
                </c:pt>
                <c:pt idx="8">
                  <c:v>202.25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217.25</c:v>
                </c:pt>
                <c:pt idx="1">
                  <c:v>203.25</c:v>
                </c:pt>
                <c:pt idx="2">
                  <c:v>237.75</c:v>
                </c:pt>
                <c:pt idx="3">
                  <c:v>236.25</c:v>
                </c:pt>
                <c:pt idx="4">
                  <c:v>213.5</c:v>
                </c:pt>
                <c:pt idx="5">
                  <c:v>235.75</c:v>
                </c:pt>
                <c:pt idx="6">
                  <c:v>244.25</c:v>
                </c:pt>
                <c:pt idx="7">
                  <c:v>218.25</c:v>
                </c:pt>
                <c:pt idx="8">
                  <c:v>214.75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05.40000000000003"/>
          <c:min val="193.266666666666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117.41176470588235</c:v>
                </c:pt>
                <c:pt idx="1">
                  <c:v>117.41176470588235</c:v>
                </c:pt>
                <c:pt idx="2">
                  <c:v>117.41176470588235</c:v>
                </c:pt>
                <c:pt idx="3">
                  <c:v>117.41176470588235</c:v>
                </c:pt>
                <c:pt idx="4">
                  <c:v>117.41176470588235</c:v>
                </c:pt>
                <c:pt idx="5">
                  <c:v>117.41176470588235</c:v>
                </c:pt>
                <c:pt idx="6">
                  <c:v>117.41176470588235</c:v>
                </c:pt>
                <c:pt idx="7">
                  <c:v>117.41176470588235</c:v>
                </c:pt>
                <c:pt idx="8">
                  <c:v>117.41176470588235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5.53"/>
          <c:min val="107.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114</c:v>
                </c:pt>
                <c:pt idx="1">
                  <c:v>119.4</c:v>
                </c:pt>
                <c:pt idx="2">
                  <c:v>119.16666666666667</c:v>
                </c:pt>
                <c:pt idx="3">
                  <c:v>127</c:v>
                </c:pt>
                <c:pt idx="4">
                  <c:v>126.16666666666667</c:v>
                </c:pt>
                <c:pt idx="5">
                  <c:v>189</c:v>
                </c:pt>
                <c:pt idx="6">
                  <c:v>157.6</c:v>
                </c:pt>
                <c:pt idx="7">
                  <c:v>172.6</c:v>
                </c:pt>
                <c:pt idx="8">
                  <c:v>198.75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5.53"/>
          <c:min val="107.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165.43589743589743</c:v>
                </c:pt>
                <c:pt idx="1">
                  <c:v>165.43589743589743</c:v>
                </c:pt>
                <c:pt idx="2">
                  <c:v>165.43589743589743</c:v>
                </c:pt>
                <c:pt idx="3">
                  <c:v>165.43589743589743</c:v>
                </c:pt>
                <c:pt idx="4">
                  <c:v>165.43589743589743</c:v>
                </c:pt>
                <c:pt idx="5">
                  <c:v>165.43589743589743</c:v>
                </c:pt>
                <c:pt idx="6">
                  <c:v>165.43589743589743</c:v>
                </c:pt>
                <c:pt idx="7">
                  <c:v>165.43589743589743</c:v>
                </c:pt>
                <c:pt idx="8">
                  <c:v>165.43589743589743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7.81384615384616"/>
          <c:min val="150.429743589743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171</c:v>
                </c:pt>
                <c:pt idx="1">
                  <c:v>155.07692307692307</c:v>
                </c:pt>
                <c:pt idx="2">
                  <c:v>170.23076923076923</c:v>
                </c:pt>
                <c:pt idx="3">
                  <c:v>164.53846153846155</c:v>
                </c:pt>
                <c:pt idx="4">
                  <c:v>193.58333333333334</c:v>
                </c:pt>
                <c:pt idx="5">
                  <c:v>201.75</c:v>
                </c:pt>
                <c:pt idx="6">
                  <c:v>193.75</c:v>
                </c:pt>
                <c:pt idx="7">
                  <c:v>213.16666666666666</c:v>
                </c:pt>
                <c:pt idx="8">
                  <c:v>203.5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7.81384615384616"/>
          <c:min val="150.429743589743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211.2</c:v>
                </c:pt>
                <c:pt idx="1">
                  <c:v>211.2</c:v>
                </c:pt>
                <c:pt idx="2">
                  <c:v>211.2</c:v>
                </c:pt>
                <c:pt idx="3">
                  <c:v>211.2</c:v>
                </c:pt>
                <c:pt idx="4">
                  <c:v>211.2</c:v>
                </c:pt>
                <c:pt idx="5">
                  <c:v>211.2</c:v>
                </c:pt>
                <c:pt idx="6">
                  <c:v>211.2</c:v>
                </c:pt>
                <c:pt idx="7">
                  <c:v>211.2</c:v>
                </c:pt>
                <c:pt idx="8">
                  <c:v>211.2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47.48"/>
          <c:min val="182.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227.6</c:v>
                </c:pt>
                <c:pt idx="1">
                  <c:v>187</c:v>
                </c:pt>
                <c:pt idx="2">
                  <c:v>219</c:v>
                </c:pt>
                <c:pt idx="3">
                  <c:v>220</c:v>
                </c:pt>
                <c:pt idx="4">
                  <c:v>225.8</c:v>
                </c:pt>
                <c:pt idx="5">
                  <c:v>242.8</c:v>
                </c:pt>
                <c:pt idx="6">
                  <c:v>243</c:v>
                </c:pt>
                <c:pt idx="7">
                  <c:v>225.8</c:v>
                </c:pt>
                <c:pt idx="8">
                  <c:v>241.8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47.48"/>
          <c:min val="182.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160.8</c:v>
                </c:pt>
                <c:pt idx="1">
                  <c:v>160.8</c:v>
                </c:pt>
                <c:pt idx="2">
                  <c:v>160.8</c:v>
                </c:pt>
                <c:pt idx="3">
                  <c:v>160.8</c:v>
                </c:pt>
                <c:pt idx="4">
                  <c:v>160.8</c:v>
                </c:pt>
                <c:pt idx="5">
                  <c:v>160.8</c:v>
                </c:pt>
                <c:pt idx="6">
                  <c:v>160.8</c:v>
                </c:pt>
                <c:pt idx="7">
                  <c:v>160.8</c:v>
                </c:pt>
                <c:pt idx="8">
                  <c:v>160.8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0.892"/>
          <c:min val="146.874666666666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158.6</c:v>
                </c:pt>
                <c:pt idx="1">
                  <c:v>150.6</c:v>
                </c:pt>
                <c:pt idx="2">
                  <c:v>173.2</c:v>
                </c:pt>
                <c:pt idx="3">
                  <c:v>157.2</c:v>
                </c:pt>
                <c:pt idx="4">
                  <c:v>155.2</c:v>
                </c:pt>
                <c:pt idx="5">
                  <c:v>188.4</c:v>
                </c:pt>
                <c:pt idx="6">
                  <c:v>171.83333333333334</c:v>
                </c:pt>
                <c:pt idx="7">
                  <c:v>197.16666666666666</c:v>
                </c:pt>
                <c:pt idx="8">
                  <c:v>190.8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0.892"/>
          <c:min val="146.874666666666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161.58333333333334</c:v>
                </c:pt>
                <c:pt idx="1">
                  <c:v>161.58333333333334</c:v>
                </c:pt>
                <c:pt idx="2">
                  <c:v>161.58333333333334</c:v>
                </c:pt>
                <c:pt idx="3">
                  <c:v>161.58333333333334</c:v>
                </c:pt>
                <c:pt idx="4">
                  <c:v>161.58333333333334</c:v>
                </c:pt>
                <c:pt idx="5">
                  <c:v>161.58333333333334</c:v>
                </c:pt>
                <c:pt idx="6">
                  <c:v>161.58333333333334</c:v>
                </c:pt>
                <c:pt idx="7">
                  <c:v>161.58333333333334</c:v>
                </c:pt>
                <c:pt idx="8">
                  <c:v>161.58333333333334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1.52"/>
          <c:min val="151.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164.75</c:v>
                </c:pt>
                <c:pt idx="1">
                  <c:v>157</c:v>
                </c:pt>
                <c:pt idx="2">
                  <c:v>163</c:v>
                </c:pt>
                <c:pt idx="3">
                  <c:v>226</c:v>
                </c:pt>
                <c:pt idx="4">
                  <c:v>165.5</c:v>
                </c:pt>
                <c:pt idx="5">
                  <c:v>178.75</c:v>
                </c:pt>
                <c:pt idx="6">
                  <c:v>177</c:v>
                </c:pt>
                <c:pt idx="7">
                  <c:v>216</c:v>
                </c:pt>
                <c:pt idx="8">
                  <c:v>175.5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1.52"/>
          <c:min val="151.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788.25</c:v>
                </c:pt>
                <c:pt idx="1">
                  <c:v>743</c:v>
                </c:pt>
                <c:pt idx="2">
                  <c:v>799.875</c:v>
                </c:pt>
                <c:pt idx="3">
                  <c:v>809.375</c:v>
                </c:pt>
                <c:pt idx="4">
                  <c:v>793.75</c:v>
                </c:pt>
                <c:pt idx="5">
                  <c:v>918.4285714285714</c:v>
                </c:pt>
                <c:pt idx="6">
                  <c:v>949.8571428571429</c:v>
                </c:pt>
                <c:pt idx="7">
                  <c:v>917.4285714285714</c:v>
                </c:pt>
                <c:pt idx="8">
                  <c:v>876.7142857142857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955.5714285714286</c:v>
                </c:pt>
                <c:pt idx="1">
                  <c:v>813.1428571428571</c:v>
                </c:pt>
                <c:pt idx="2">
                  <c:v>928.8571428571429</c:v>
                </c:pt>
                <c:pt idx="3">
                  <c:v>1032.6666666666667</c:v>
                </c:pt>
                <c:pt idx="4">
                  <c:v>1035.6666666666667</c:v>
                </c:pt>
                <c:pt idx="5">
                  <c:v>1089.5</c:v>
                </c:pt>
                <c:pt idx="6">
                  <c:v>1147.8333333333333</c:v>
                </c:pt>
                <c:pt idx="7">
                  <c:v>1197.8333333333333</c:v>
                </c:pt>
                <c:pt idx="8">
                  <c:v>1056.5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34.22"/>
          <c:min val="706.61333333333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477</c:v>
                </c:pt>
                <c:pt idx="1">
                  <c:v>435.75</c:v>
                </c:pt>
                <c:pt idx="2">
                  <c:v>506.5</c:v>
                </c:pt>
                <c:pt idx="3">
                  <c:v>515</c:v>
                </c:pt>
                <c:pt idx="4">
                  <c:v>499.5</c:v>
                </c:pt>
                <c:pt idx="5">
                  <c:v>484.5</c:v>
                </c:pt>
                <c:pt idx="6">
                  <c:v>515.75</c:v>
                </c:pt>
                <c:pt idx="7">
                  <c:v>623</c:v>
                </c:pt>
                <c:pt idx="8">
                  <c:v>647.3333333333334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642.3333333333334</c:v>
                </c:pt>
                <c:pt idx="1">
                  <c:v>600.6666666666666</c:v>
                </c:pt>
                <c:pt idx="2">
                  <c:v>666.3333333333334</c:v>
                </c:pt>
                <c:pt idx="3">
                  <c:v>712.3333333333334</c:v>
                </c:pt>
                <c:pt idx="4">
                  <c:v>677</c:v>
                </c:pt>
                <c:pt idx="5">
                  <c:v>736</c:v>
                </c:pt>
                <c:pt idx="6">
                  <c:v>740.3333333333334</c:v>
                </c:pt>
                <c:pt idx="7">
                  <c:v>676.6666666666666</c:v>
                </c:pt>
                <c:pt idx="8">
                  <c:v>721.3333333333334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64.7"/>
          <c:min val="411.38333333333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544.3333333333334</c:v>
                </c:pt>
                <c:pt idx="1">
                  <c:v>496.3333333333333</c:v>
                </c:pt>
                <c:pt idx="2">
                  <c:v>512.3333333333334</c:v>
                </c:pt>
                <c:pt idx="3">
                  <c:v>563.3333333333334</c:v>
                </c:pt>
                <c:pt idx="4">
                  <c:v>527.3333333333334</c:v>
                </c:pt>
                <c:pt idx="5">
                  <c:v>567</c:v>
                </c:pt>
                <c:pt idx="6">
                  <c:v>579</c:v>
                </c:pt>
                <c:pt idx="7">
                  <c:v>512</c:v>
                </c:pt>
                <c:pt idx="8">
                  <c:v>519.3333333333334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545</c:v>
                </c:pt>
                <c:pt idx="1">
                  <c:v>473</c:v>
                </c:pt>
                <c:pt idx="2">
                  <c:v>527.3333333333334</c:v>
                </c:pt>
                <c:pt idx="3">
                  <c:v>538</c:v>
                </c:pt>
                <c:pt idx="4">
                  <c:v>733</c:v>
                </c:pt>
                <c:pt idx="5">
                  <c:v>808</c:v>
                </c:pt>
                <c:pt idx="6">
                  <c:v>847.5</c:v>
                </c:pt>
                <c:pt idx="7">
                  <c:v>862</c:v>
                </c:pt>
                <c:pt idx="8">
                  <c:v>851.5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93.12"/>
          <c:min val="441.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432.75</c:v>
                </c:pt>
                <c:pt idx="1">
                  <c:v>366</c:v>
                </c:pt>
                <c:pt idx="2">
                  <c:v>395</c:v>
                </c:pt>
                <c:pt idx="3">
                  <c:v>446.75</c:v>
                </c:pt>
                <c:pt idx="4">
                  <c:v>439.25</c:v>
                </c:pt>
                <c:pt idx="5">
                  <c:v>555.6666666666666</c:v>
                </c:pt>
                <c:pt idx="6">
                  <c:v>594.6666666666666</c:v>
                </c:pt>
                <c:pt idx="7">
                  <c:v>574</c:v>
                </c:pt>
                <c:pt idx="8">
                  <c:v>525.6666666666666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567.6666666666666</c:v>
                </c:pt>
                <c:pt idx="1">
                  <c:v>481.6666666666667</c:v>
                </c:pt>
                <c:pt idx="2">
                  <c:v>620.3333333333334</c:v>
                </c:pt>
                <c:pt idx="3">
                  <c:v>573</c:v>
                </c:pt>
                <c:pt idx="4">
                  <c:v>588</c:v>
                </c:pt>
                <c:pt idx="5">
                  <c:v>638.6666666666666</c:v>
                </c:pt>
                <c:pt idx="6">
                  <c:v>637.6666666666666</c:v>
                </c:pt>
                <c:pt idx="7">
                  <c:v>596.6666666666666</c:v>
                </c:pt>
                <c:pt idx="8">
                  <c:v>611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60.4799999999999"/>
          <c:min val="344.1866666666666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639</c:v>
                </c:pt>
                <c:pt idx="1">
                  <c:v>652</c:v>
                </c:pt>
                <c:pt idx="2">
                  <c:v>692.5</c:v>
                </c:pt>
                <c:pt idx="3">
                  <c:v>612.75</c:v>
                </c:pt>
                <c:pt idx="4">
                  <c:v>615.5</c:v>
                </c:pt>
                <c:pt idx="5">
                  <c:v>627.75</c:v>
                </c:pt>
                <c:pt idx="6">
                  <c:v>661.5</c:v>
                </c:pt>
                <c:pt idx="7">
                  <c:v>640</c:v>
                </c:pt>
                <c:pt idx="8">
                  <c:v>713.6666666666666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741</c:v>
                </c:pt>
                <c:pt idx="1">
                  <c:v>672</c:v>
                </c:pt>
                <c:pt idx="2">
                  <c:v>737.6666666666666</c:v>
                </c:pt>
                <c:pt idx="3">
                  <c:v>713</c:v>
                </c:pt>
                <c:pt idx="4">
                  <c:v>774.3333333333334</c:v>
                </c:pt>
                <c:pt idx="5">
                  <c:v>807</c:v>
                </c:pt>
                <c:pt idx="6">
                  <c:v>775</c:v>
                </c:pt>
                <c:pt idx="7">
                  <c:v>852.6666666666666</c:v>
                </c:pt>
                <c:pt idx="8">
                  <c:v>814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71.86"/>
          <c:min val="593.55666666666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896</c:v>
                </c:pt>
                <c:pt idx="1">
                  <c:v>672</c:v>
                </c:pt>
                <c:pt idx="2">
                  <c:v>832</c:v>
                </c:pt>
                <c:pt idx="3">
                  <c:v>812</c:v>
                </c:pt>
                <c:pt idx="4">
                  <c:v>779</c:v>
                </c:pt>
                <c:pt idx="5">
                  <c:v>826</c:v>
                </c:pt>
                <c:pt idx="6">
                  <c:v>990</c:v>
                </c:pt>
                <c:pt idx="7">
                  <c:v>920</c:v>
                </c:pt>
                <c:pt idx="8">
                  <c:v>840</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684</c:v>
                </c:pt>
                <c:pt idx="1">
                  <c:v>597</c:v>
                </c:pt>
                <c:pt idx="2">
                  <c:v>715</c:v>
                </c:pt>
                <c:pt idx="3">
                  <c:v>762</c:v>
                </c:pt>
                <c:pt idx="4">
                  <c:v>757</c:v>
                </c:pt>
                <c:pt idx="5">
                  <c:v>756</c:v>
                </c:pt>
                <c:pt idx="6">
                  <c:v>394</c:v>
                </c:pt>
                <c:pt idx="7">
                  <c:v>431.5</c:v>
                </c:pt>
                <c:pt idx="8">
                  <c:v>397.5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37.68"/>
          <c:min val="346.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346.6666666666667</c:v>
                </c:pt>
                <c:pt idx="1">
                  <c:v>508</c:v>
                </c:pt>
                <c:pt idx="2">
                  <c:v>492.5</c:v>
                </c:pt>
                <c:pt idx="3">
                  <c:v>528</c:v>
                </c:pt>
                <c:pt idx="4">
                  <c:v>474.5</c:v>
                </c:pt>
                <c:pt idx="5">
                  <c:v>492.5</c:v>
                </c:pt>
                <c:pt idx="6">
                  <c:v>303</c:v>
                </c:pt>
                <c:pt idx="7">
                  <c:v>324</c:v>
                </c:pt>
                <c:pt idx="8">
                  <c:v>316.6666666666667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322.3333333333333</c:v>
                </c:pt>
                <c:pt idx="1">
                  <c:v>277.6666666666667</c:v>
                </c:pt>
                <c:pt idx="2">
                  <c:v>336.6666666666667</c:v>
                </c:pt>
                <c:pt idx="3">
                  <c:v>315.3333333333333</c:v>
                </c:pt>
                <c:pt idx="4">
                  <c:v>313</c:v>
                </c:pt>
                <c:pt idx="5">
                  <c:v>323.6666666666667</c:v>
                </c:pt>
                <c:pt idx="6">
                  <c:v>307</c:v>
                </c:pt>
                <c:pt idx="7">
                  <c:v>283</c:v>
                </c:pt>
                <c:pt idx="8">
                  <c:v>296.3333333333333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48.0266666666666"/>
          <c:min val="257.640000000000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472</c:v>
                </c:pt>
                <c:pt idx="1">
                  <c:v>412</c:v>
                </c:pt>
                <c:pt idx="2">
                  <c:v>461</c:v>
                </c:pt>
                <c:pt idx="3">
                  <c:v>444.3333333333333</c:v>
                </c:pt>
                <c:pt idx="4">
                  <c:v>454.6666666666667</c:v>
                </c:pt>
                <c:pt idx="5">
                  <c:v>398.6666666666667</c:v>
                </c:pt>
                <c:pt idx="6">
                  <c:v>433</c:v>
                </c:pt>
                <c:pt idx="7">
                  <c:v>410</c:v>
                </c:pt>
                <c:pt idx="8">
                  <c:v>597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379.3333333333333</c:v>
                </c:pt>
                <c:pt idx="1">
                  <c:v>311.6666666666667</c:v>
                </c:pt>
                <c:pt idx="2">
                  <c:v>365</c:v>
                </c:pt>
                <c:pt idx="3">
                  <c:v>366.6666666666667</c:v>
                </c:pt>
                <c:pt idx="4">
                  <c:v>376.3333333333333</c:v>
                </c:pt>
                <c:pt idx="5">
                  <c:v>404.6666666666667</c:v>
                </c:pt>
                <c:pt idx="6">
                  <c:v>405</c:v>
                </c:pt>
                <c:pt idx="7">
                  <c:v>376.3333333333333</c:v>
                </c:pt>
                <c:pt idx="8">
                  <c:v>403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19.8266666666667"/>
          <c:min val="288.840000000000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472.125</c:v>
                </c:pt>
                <c:pt idx="1">
                  <c:v>440.5</c:v>
                </c:pt>
                <c:pt idx="2">
                  <c:v>501.625</c:v>
                </c:pt>
                <c:pt idx="3">
                  <c:v>434.75</c:v>
                </c:pt>
                <c:pt idx="4">
                  <c:v>435.5</c:v>
                </c:pt>
                <c:pt idx="5">
                  <c:v>436.75</c:v>
                </c:pt>
                <c:pt idx="6">
                  <c:v>444.75</c:v>
                </c:pt>
                <c:pt idx="7">
                  <c:v>462.125</c:v>
                </c:pt>
                <c:pt idx="8">
                  <c:v>401.75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409.375</c:v>
                </c:pt>
                <c:pt idx="1">
                  <c:v>331.5</c:v>
                </c:pt>
                <c:pt idx="2">
                  <c:v>389.5</c:v>
                </c:pt>
                <c:pt idx="3">
                  <c:v>368.625</c:v>
                </c:pt>
                <c:pt idx="4">
                  <c:v>387.125</c:v>
                </c:pt>
                <c:pt idx="5">
                  <c:v>415.125</c:v>
                </c:pt>
                <c:pt idx="6">
                  <c:v>417.25</c:v>
                </c:pt>
                <c:pt idx="7">
                  <c:v>403.625</c:v>
                </c:pt>
                <c:pt idx="8">
                  <c:v>406.125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15.235"/>
          <c:min val="317.8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350</c:v>
                </c:pt>
                <c:pt idx="1">
                  <c:v>369.75</c:v>
                </c:pt>
                <c:pt idx="2">
                  <c:v>406</c:v>
                </c:pt>
                <c:pt idx="3">
                  <c:v>389.75</c:v>
                </c:pt>
                <c:pt idx="4">
                  <c:v>479</c:v>
                </c:pt>
                <c:pt idx="5">
                  <c:v>473</c:v>
                </c:pt>
                <c:pt idx="6">
                  <c:v>473.3333333333333</c:v>
                </c:pt>
                <c:pt idx="7">
                  <c:v>407</c:v>
                </c:pt>
                <c:pt idx="8">
                  <c:v>334.5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494</c:v>
                </c:pt>
                <c:pt idx="1">
                  <c:v>343.75</c:v>
                </c:pt>
                <c:pt idx="2">
                  <c:v>404</c:v>
                </c:pt>
                <c:pt idx="3">
                  <c:v>387</c:v>
                </c:pt>
                <c:pt idx="4">
                  <c:v>344.25</c:v>
                </c:pt>
                <c:pt idx="5">
                  <c:v>369.25</c:v>
                </c:pt>
                <c:pt idx="6">
                  <c:v>301.6</c:v>
                </c:pt>
                <c:pt idx="7">
                  <c:v>283.6</c:v>
                </c:pt>
                <c:pt idx="8">
                  <c:v>309.6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10.832"/>
          <c:min val="266.768000000000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515.1111111111112</c:v>
                </c:pt>
                <c:pt idx="1">
                  <c:v>515.1111111111112</c:v>
                </c:pt>
                <c:pt idx="2">
                  <c:v>515.1111111111112</c:v>
                </c:pt>
                <c:pt idx="3">
                  <c:v>515.1111111111112</c:v>
                </c:pt>
                <c:pt idx="4">
                  <c:v>515.1111111111112</c:v>
                </c:pt>
                <c:pt idx="5">
                  <c:v>515.1111111111112</c:v>
                </c:pt>
                <c:pt idx="6">
                  <c:v>515.1111111111112</c:v>
                </c:pt>
                <c:pt idx="7">
                  <c:v>515.1111111111112</c:v>
                </c:pt>
                <c:pt idx="8">
                  <c:v>515.1111111111112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93.12"/>
          <c:min val="441.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545</c:v>
                </c:pt>
                <c:pt idx="1">
                  <c:v>473</c:v>
                </c:pt>
                <c:pt idx="2">
                  <c:v>527.3333333333334</c:v>
                </c:pt>
                <c:pt idx="3">
                  <c:v>538</c:v>
                </c:pt>
                <c:pt idx="4">
                  <c:v>733</c:v>
                </c:pt>
                <c:pt idx="5">
                  <c:v>808</c:v>
                </c:pt>
                <c:pt idx="6">
                  <c:v>847.5</c:v>
                </c:pt>
                <c:pt idx="7">
                  <c:v>862</c:v>
                </c:pt>
                <c:pt idx="8">
                  <c:v>851.5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93.12"/>
          <c:min val="441.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899.1904761904763</c:v>
                </c:pt>
                <c:pt idx="1">
                  <c:v>899.1904761904763</c:v>
                </c:pt>
                <c:pt idx="2">
                  <c:v>899.1904761904763</c:v>
                </c:pt>
                <c:pt idx="3">
                  <c:v>899.1904761904763</c:v>
                </c:pt>
                <c:pt idx="4">
                  <c:v>899.1904761904763</c:v>
                </c:pt>
                <c:pt idx="5">
                  <c:v>899.1904761904763</c:v>
                </c:pt>
                <c:pt idx="6">
                  <c:v>899.1904761904763</c:v>
                </c:pt>
                <c:pt idx="7">
                  <c:v>899.1904761904763</c:v>
                </c:pt>
                <c:pt idx="8">
                  <c:v>899.1904761904763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28.6085714285714"/>
          <c:min val="782.36761904761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955.5714285714286</c:v>
                </c:pt>
                <c:pt idx="1">
                  <c:v>813.1428571428571</c:v>
                </c:pt>
                <c:pt idx="2">
                  <c:v>928.8571428571429</c:v>
                </c:pt>
                <c:pt idx="3">
                  <c:v>1032.6666666666667</c:v>
                </c:pt>
                <c:pt idx="4">
                  <c:v>1035.6666666666667</c:v>
                </c:pt>
                <c:pt idx="5">
                  <c:v>1089.5</c:v>
                </c:pt>
                <c:pt idx="6">
                  <c:v>1147.8333333333333</c:v>
                </c:pt>
                <c:pt idx="7">
                  <c:v>1197.8333333333333</c:v>
                </c:pt>
                <c:pt idx="8">
                  <c:v>1056.5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28.6085714285714"/>
          <c:min val="782.36761904761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157.66666666666666</c:v>
                </c:pt>
                <c:pt idx="1">
                  <c:v>157.66666666666666</c:v>
                </c:pt>
                <c:pt idx="2">
                  <c:v>157.66666666666666</c:v>
                </c:pt>
                <c:pt idx="3">
                  <c:v>157.66666666666666</c:v>
                </c:pt>
                <c:pt idx="4">
                  <c:v>157.66666666666666</c:v>
                </c:pt>
                <c:pt idx="5">
                  <c:v>157.66666666666666</c:v>
                </c:pt>
                <c:pt idx="6">
                  <c:v>157.66666666666666</c:v>
                </c:pt>
                <c:pt idx="7">
                  <c:v>157.66666666666666</c:v>
                </c:pt>
                <c:pt idx="8">
                  <c:v>157.66666666666666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61.72"/>
          <c:min val="119.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168.5</c:v>
                </c:pt>
                <c:pt idx="1">
                  <c:v>136</c:v>
                </c:pt>
                <c:pt idx="2">
                  <c:v>168.5</c:v>
                </c:pt>
                <c:pt idx="3">
                  <c:v>189</c:v>
                </c:pt>
                <c:pt idx="4">
                  <c:v>169</c:v>
                </c:pt>
                <c:pt idx="5">
                  <c:v>204.5</c:v>
                </c:pt>
                <c:pt idx="6">
                  <c:v>343</c:v>
                </c:pt>
                <c:pt idx="7">
                  <c:v>345</c:v>
                </c:pt>
                <c:pt idx="8">
                  <c:v>290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61.72"/>
          <c:min val="119.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141.88235294117646</c:v>
                </c:pt>
                <c:pt idx="1">
                  <c:v>141.88235294117646</c:v>
                </c:pt>
                <c:pt idx="2">
                  <c:v>141.88235294117646</c:v>
                </c:pt>
                <c:pt idx="3">
                  <c:v>141.88235294117646</c:v>
                </c:pt>
                <c:pt idx="4">
                  <c:v>141.88235294117646</c:v>
                </c:pt>
                <c:pt idx="5">
                  <c:v>141.88235294117646</c:v>
                </c:pt>
                <c:pt idx="6">
                  <c:v>141.88235294117646</c:v>
                </c:pt>
                <c:pt idx="7">
                  <c:v>141.88235294117646</c:v>
                </c:pt>
                <c:pt idx="8">
                  <c:v>141.88235294117646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09.37"/>
          <c:min val="111.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132.16666666666666</c:v>
                </c:pt>
                <c:pt idx="1">
                  <c:v>125.5</c:v>
                </c:pt>
                <c:pt idx="2">
                  <c:v>173.2</c:v>
                </c:pt>
                <c:pt idx="3">
                  <c:v>157.2</c:v>
                </c:pt>
                <c:pt idx="4">
                  <c:v>194</c:v>
                </c:pt>
                <c:pt idx="5">
                  <c:v>235.5</c:v>
                </c:pt>
                <c:pt idx="6">
                  <c:v>257.75</c:v>
                </c:pt>
                <c:pt idx="7">
                  <c:v>295.75</c:v>
                </c:pt>
                <c:pt idx="8">
                  <c:v>238.5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09.37"/>
          <c:min val="111.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716.8888888888888</c:v>
                </c:pt>
                <c:pt idx="1">
                  <c:v>716.8888888888888</c:v>
                </c:pt>
                <c:pt idx="2">
                  <c:v>716.8888888888888</c:v>
                </c:pt>
                <c:pt idx="3">
                  <c:v>716.8888888888888</c:v>
                </c:pt>
                <c:pt idx="4">
                  <c:v>716.8888888888888</c:v>
                </c:pt>
                <c:pt idx="5">
                  <c:v>716.8888888888888</c:v>
                </c:pt>
                <c:pt idx="6">
                  <c:v>716.8888888888888</c:v>
                </c:pt>
                <c:pt idx="7">
                  <c:v>716.8888888888888</c:v>
                </c:pt>
                <c:pt idx="8">
                  <c:v>716.8888888888888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67.12"/>
          <c:min val="657.54666666666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741</c:v>
                </c:pt>
                <c:pt idx="1">
                  <c:v>672</c:v>
                </c:pt>
                <c:pt idx="2">
                  <c:v>737.6666666666666</c:v>
                </c:pt>
                <c:pt idx="3">
                  <c:v>713</c:v>
                </c:pt>
                <c:pt idx="4">
                  <c:v>774.3333333333334</c:v>
                </c:pt>
                <c:pt idx="5">
                  <c:v>807</c:v>
                </c:pt>
                <c:pt idx="6">
                  <c:v>775</c:v>
                </c:pt>
                <c:pt idx="7">
                  <c:v>852.6666666666666</c:v>
                </c:pt>
                <c:pt idx="8">
                  <c:v>814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67.12"/>
          <c:min val="657.54666666666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26.142857142857142</c:v>
                </c:pt>
                <c:pt idx="1">
                  <c:v>26.923076923076923</c:v>
                </c:pt>
                <c:pt idx="2">
                  <c:v>26.666666666666668</c:v>
                </c:pt>
                <c:pt idx="3">
                  <c:v>25.76923076923077</c:v>
                </c:pt>
                <c:pt idx="4">
                  <c:v>23.76923076923077</c:v>
                </c:pt>
                <c:pt idx="5">
                  <c:v>20.666666666666668</c:v>
                </c:pt>
                <c:pt idx="6">
                  <c:v>22.11764705882353</c:v>
                </c:pt>
                <c:pt idx="7">
                  <c:v>23.294117647058822</c:v>
                </c:pt>
                <c:pt idx="8">
                  <c:v>26.75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26.4</c:v>
                </c:pt>
                <c:pt idx="1">
                  <c:v>28.133333333333333</c:v>
                </c:pt>
                <c:pt idx="2">
                  <c:v>26.75</c:v>
                </c:pt>
                <c:pt idx="3">
                  <c:v>29.666666666666668</c:v>
                </c:pt>
                <c:pt idx="4">
                  <c:v>34.357142857142854</c:v>
                </c:pt>
                <c:pt idx="5">
                  <c:v>39.42857142857143</c:v>
                </c:pt>
                <c:pt idx="6">
                  <c:v>38.07142857142857</c:v>
                </c:pt>
                <c:pt idx="7">
                  <c:v>31.571428571428573</c:v>
                </c:pt>
                <c:pt idx="8">
                  <c:v>29.8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0.929523809523815"/>
          <c:min val="19.16571428571428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22.22222222222222</c:v>
                </c:pt>
                <c:pt idx="1">
                  <c:v>22.074626865671643</c:v>
                </c:pt>
                <c:pt idx="2">
                  <c:v>23.88235294117647</c:v>
                </c:pt>
                <c:pt idx="3">
                  <c:v>25.14516129032258</c:v>
                </c:pt>
                <c:pt idx="4">
                  <c:v>23.95</c:v>
                </c:pt>
                <c:pt idx="5">
                  <c:v>23.65</c:v>
                </c:pt>
                <c:pt idx="6">
                  <c:v>24.06779661016949</c:v>
                </c:pt>
                <c:pt idx="7">
                  <c:v>27.593220338983052</c:v>
                </c:pt>
                <c:pt idx="8">
                  <c:v>23.892857142857142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31.53191489361702</c:v>
                </c:pt>
                <c:pt idx="1">
                  <c:v>27.5</c:v>
                </c:pt>
                <c:pt idx="2">
                  <c:v>31.076923076923077</c:v>
                </c:pt>
                <c:pt idx="3">
                  <c:v>30.352941176470587</c:v>
                </c:pt>
                <c:pt idx="4">
                  <c:v>25.5</c:v>
                </c:pt>
                <c:pt idx="5">
                  <c:v>28.403846153846153</c:v>
                </c:pt>
                <c:pt idx="6">
                  <c:v>29</c:v>
                </c:pt>
                <c:pt idx="7">
                  <c:v>27.80392156862745</c:v>
                </c:pt>
                <c:pt idx="8">
                  <c:v>28.666666666666668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288497935852654"/>
          <c:min val="21.3180438234360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27.833333333333332</c:v>
                </c:pt>
                <c:pt idx="1">
                  <c:v>22.04</c:v>
                </c:pt>
                <c:pt idx="2">
                  <c:v>27.26086956521739</c:v>
                </c:pt>
                <c:pt idx="3">
                  <c:v>30</c:v>
                </c:pt>
                <c:pt idx="4">
                  <c:v>25.625</c:v>
                </c:pt>
                <c:pt idx="5">
                  <c:v>29.608695652173914</c:v>
                </c:pt>
                <c:pt idx="6">
                  <c:v>25.192307692307693</c:v>
                </c:pt>
                <c:pt idx="7">
                  <c:v>27.583333333333332</c:v>
                </c:pt>
                <c:pt idx="8">
                  <c:v>26.73913043478261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31.38095238095238</c:v>
                </c:pt>
                <c:pt idx="1">
                  <c:v>28.545454545454547</c:v>
                </c:pt>
                <c:pt idx="2">
                  <c:v>29.636363636363637</c:v>
                </c:pt>
                <c:pt idx="3">
                  <c:v>26.076923076923077</c:v>
                </c:pt>
                <c:pt idx="4">
                  <c:v>30.09090909090909</c:v>
                </c:pt>
                <c:pt idx="5">
                  <c:v>34.04761904761905</c:v>
                </c:pt>
                <c:pt idx="6">
                  <c:v>33.714285714285715</c:v>
                </c:pt>
                <c:pt idx="7">
                  <c:v>30.857142857142858</c:v>
                </c:pt>
                <c:pt idx="8">
                  <c:v>31.90909090909091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008228571428575"/>
          <c:min val="21.0793904761904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33.54838709677419</c:v>
                </c:pt>
                <c:pt idx="1">
                  <c:v>33.86666666666667</c:v>
                </c:pt>
                <c:pt idx="2">
                  <c:v>31.774193548387096</c:v>
                </c:pt>
                <c:pt idx="3">
                  <c:v>35.2</c:v>
                </c:pt>
                <c:pt idx="4">
                  <c:v>30.612903225806452</c:v>
                </c:pt>
                <c:pt idx="5">
                  <c:v>36.48148148148148</c:v>
                </c:pt>
                <c:pt idx="6">
                  <c:v>32.464285714285715</c:v>
                </c:pt>
                <c:pt idx="7">
                  <c:v>33.51724137931034</c:v>
                </c:pt>
                <c:pt idx="8">
                  <c:v>31.666666666666668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31.193548387096776</c:v>
                </c:pt>
                <c:pt idx="1">
                  <c:v>26.870967741935484</c:v>
                </c:pt>
                <c:pt idx="2">
                  <c:v>31.5625</c:v>
                </c:pt>
                <c:pt idx="3">
                  <c:v>43</c:v>
                </c:pt>
                <c:pt idx="4">
                  <c:v>42.68181818181818</c:v>
                </c:pt>
                <c:pt idx="5">
                  <c:v>44.13636363636363</c:v>
                </c:pt>
                <c:pt idx="6">
                  <c:v>41.86363636363637</c:v>
                </c:pt>
                <c:pt idx="7">
                  <c:v>38.59090909090909</c:v>
                </c:pt>
                <c:pt idx="8">
                  <c:v>40.40909090909091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5.51759530791789"/>
          <c:min val="25.4897360703812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16.24137931034483</c:v>
                </c:pt>
                <c:pt idx="1">
                  <c:v>14.147540983606557</c:v>
                </c:pt>
                <c:pt idx="2">
                  <c:v>15.6</c:v>
                </c:pt>
                <c:pt idx="3">
                  <c:v>16.879310344827587</c:v>
                </c:pt>
                <c:pt idx="4">
                  <c:v>16.05263157894737</c:v>
                </c:pt>
                <c:pt idx="5">
                  <c:v>16.54385964912281</c:v>
                </c:pt>
                <c:pt idx="6">
                  <c:v>15.60344827586207</c:v>
                </c:pt>
                <c:pt idx="7">
                  <c:v>15.857142857142858</c:v>
                </c:pt>
                <c:pt idx="8">
                  <c:v>16.589285714285715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18.372549019607842</c:v>
                </c:pt>
                <c:pt idx="1">
                  <c:v>17.632653061224488</c:v>
                </c:pt>
                <c:pt idx="2">
                  <c:v>21.395833333333332</c:v>
                </c:pt>
                <c:pt idx="3">
                  <c:v>19.916666666666668</c:v>
                </c:pt>
                <c:pt idx="4">
                  <c:v>18.4375</c:v>
                </c:pt>
                <c:pt idx="5">
                  <c:v>19.145833333333332</c:v>
                </c:pt>
                <c:pt idx="6">
                  <c:v>20.520833333333332</c:v>
                </c:pt>
                <c:pt idx="7">
                  <c:v>18.958333333333332</c:v>
                </c:pt>
                <c:pt idx="8">
                  <c:v>18.416666666666668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975696721311476"/>
          <c:min val="13.5676775956284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48.588235294117645</c:v>
                </c:pt>
                <c:pt idx="1">
                  <c:v>47.294117647058826</c:v>
                </c:pt>
                <c:pt idx="2">
                  <c:v>51.470588235294116</c:v>
                </c:pt>
                <c:pt idx="3">
                  <c:v>46.94444444444444</c:v>
                </c:pt>
                <c:pt idx="4">
                  <c:v>46.833333333333336</c:v>
                </c:pt>
                <c:pt idx="5">
                  <c:v>50.1764705882353</c:v>
                </c:pt>
                <c:pt idx="6">
                  <c:v>48.8235294117647</c:v>
                </c:pt>
                <c:pt idx="7">
                  <c:v>40.611111111111114</c:v>
                </c:pt>
                <c:pt idx="8">
                  <c:v>38.5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39.35</c:v>
                </c:pt>
                <c:pt idx="1">
                  <c:v>39.476190476190474</c:v>
                </c:pt>
                <c:pt idx="2">
                  <c:v>39.27272727272727</c:v>
                </c:pt>
                <c:pt idx="3">
                  <c:v>44.857142857142854</c:v>
                </c:pt>
                <c:pt idx="4">
                  <c:v>39.3</c:v>
                </c:pt>
                <c:pt idx="5">
                  <c:v>40.5</c:v>
                </c:pt>
                <c:pt idx="6">
                  <c:v>40.08695652173913</c:v>
                </c:pt>
                <c:pt idx="7">
                  <c:v>36.43478260869565</c:v>
                </c:pt>
                <c:pt idx="8">
                  <c:v>39.65217391304348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2.67345268542199"/>
          <c:min val="35.2319181585677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37.333333333333336</c:v>
                </c:pt>
                <c:pt idx="1">
                  <c:v>30.545454545454547</c:v>
                </c:pt>
                <c:pt idx="2">
                  <c:v>37.81818181818182</c:v>
                </c:pt>
                <c:pt idx="3">
                  <c:v>35.30434782608695</c:v>
                </c:pt>
                <c:pt idx="4">
                  <c:v>35.40909090909091</c:v>
                </c:pt>
                <c:pt idx="5">
                  <c:v>39.333333333333336</c:v>
                </c:pt>
                <c:pt idx="6">
                  <c:v>45</c:v>
                </c:pt>
                <c:pt idx="7">
                  <c:v>43.80952380952381</c:v>
                </c:pt>
                <c:pt idx="8">
                  <c:v>40</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29.73913043478261</c:v>
                </c:pt>
                <c:pt idx="1">
                  <c:v>27.136363636363637</c:v>
                </c:pt>
                <c:pt idx="2">
                  <c:v>32.5</c:v>
                </c:pt>
                <c:pt idx="3">
                  <c:v>33.130434782608695</c:v>
                </c:pt>
                <c:pt idx="4">
                  <c:v>34.40909090909091</c:v>
                </c:pt>
                <c:pt idx="5">
                  <c:v>37.8</c:v>
                </c:pt>
                <c:pt idx="6">
                  <c:v>34.26086956521739</c:v>
                </c:pt>
                <c:pt idx="7">
                  <c:v>33.19230769230769</c:v>
                </c:pt>
                <c:pt idx="8">
                  <c:v>30.576923076923077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6.42909090909091"/>
          <c:min val="25.70727272727272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41.27272727272727</c:v>
                </c:pt>
                <c:pt idx="1">
                  <c:v>30.916666666666668</c:v>
                </c:pt>
                <c:pt idx="2">
                  <c:v>31.333333333333332</c:v>
                </c:pt>
                <c:pt idx="3">
                  <c:v>37.27272727272727</c:v>
                </c:pt>
                <c:pt idx="4">
                  <c:v>34.36363636363637</c:v>
                </c:pt>
                <c:pt idx="5">
                  <c:v>33.333333333333336</c:v>
                </c:pt>
                <c:pt idx="6">
                  <c:v>42.6</c:v>
                </c:pt>
                <c:pt idx="7">
                  <c:v>33.81818181818182</c:v>
                </c:pt>
                <c:pt idx="8">
                  <c:v>32.36363636363637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30.636363636363637</c:v>
                </c:pt>
                <c:pt idx="1">
                  <c:v>27.2</c:v>
                </c:pt>
                <c:pt idx="2">
                  <c:v>33.7</c:v>
                </c:pt>
                <c:pt idx="3">
                  <c:v>31.5</c:v>
                </c:pt>
                <c:pt idx="4">
                  <c:v>28.166666666666668</c:v>
                </c:pt>
                <c:pt idx="5">
                  <c:v>34.083333333333336</c:v>
                </c:pt>
                <c:pt idx="6">
                  <c:v>31.181818181818183</c:v>
                </c:pt>
                <c:pt idx="7">
                  <c:v>34.5</c:v>
                </c:pt>
                <c:pt idx="8">
                  <c:v>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3.832"/>
          <c:min val="25.96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36.66990291262136</c:v>
                </c:pt>
                <c:pt idx="1">
                  <c:v>33.88461538461539</c:v>
                </c:pt>
                <c:pt idx="2">
                  <c:v>38.21904761904762</c:v>
                </c:pt>
                <c:pt idx="3">
                  <c:v>33.12380952380953</c:v>
                </c:pt>
                <c:pt idx="4">
                  <c:v>33.180952380952384</c:v>
                </c:pt>
                <c:pt idx="5">
                  <c:v>33.59615384615385</c:v>
                </c:pt>
                <c:pt idx="6">
                  <c:v>34.21153846153846</c:v>
                </c:pt>
                <c:pt idx="7">
                  <c:v>35.20952380952381</c:v>
                </c:pt>
                <c:pt idx="8">
                  <c:v>30.60952380952381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32.42574257425743</c:v>
                </c:pt>
                <c:pt idx="1">
                  <c:v>27.06122448979592</c:v>
                </c:pt>
                <c:pt idx="2">
                  <c:v>32.8</c:v>
                </c:pt>
                <c:pt idx="3">
                  <c:v>30.4020618556701</c:v>
                </c:pt>
                <c:pt idx="4">
                  <c:v>30.97</c:v>
                </c:pt>
                <c:pt idx="5">
                  <c:v>32.24271844660194</c:v>
                </c:pt>
                <c:pt idx="6">
                  <c:v>32.407766990291265</c:v>
                </c:pt>
                <c:pt idx="7">
                  <c:v>32.61616161616162</c:v>
                </c:pt>
                <c:pt idx="8">
                  <c:v>31.852941176470587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9.11167346938776"/>
          <c:min val="26.1685986394557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21.32</c:v>
                </c:pt>
                <c:pt idx="1">
                  <c:v>20.565217391304348</c:v>
                </c:pt>
                <c:pt idx="2">
                  <c:v>26.347826086956523</c:v>
                </c:pt>
                <c:pt idx="3">
                  <c:v>26.916666666666668</c:v>
                </c:pt>
                <c:pt idx="4">
                  <c:v>28.727272727272727</c:v>
                </c:pt>
                <c:pt idx="5">
                  <c:v>24.91304347826087</c:v>
                </c:pt>
                <c:pt idx="6">
                  <c:v>31</c:v>
                </c:pt>
                <c:pt idx="7">
                  <c:v>26.115384615384617</c:v>
                </c:pt>
                <c:pt idx="8">
                  <c:v>26.77777777777778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23.074074074074073</c:v>
                </c:pt>
                <c:pt idx="1">
                  <c:v>21.037037037037038</c:v>
                </c:pt>
                <c:pt idx="2">
                  <c:v>23.51851851851852</c:v>
                </c:pt>
                <c:pt idx="3">
                  <c:v>25.77777777777778</c:v>
                </c:pt>
                <c:pt idx="4">
                  <c:v>24.384615384615383</c:v>
                </c:pt>
                <c:pt idx="5">
                  <c:v>25.321428571428573</c:v>
                </c:pt>
                <c:pt idx="6">
                  <c:v>26.296296296296298</c:v>
                </c:pt>
                <c:pt idx="7">
                  <c:v>25.25</c:v>
                </c:pt>
                <c:pt idx="8">
                  <c:v>25.321428571428573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1.83478260869565"/>
          <c:min val="19.7304347826086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29.893617021276597</c:v>
                </c:pt>
                <c:pt idx="1">
                  <c:v>29.893617021276597</c:v>
                </c:pt>
                <c:pt idx="2">
                  <c:v>29.893617021276597</c:v>
                </c:pt>
                <c:pt idx="3">
                  <c:v>29.893617021276597</c:v>
                </c:pt>
                <c:pt idx="4">
                  <c:v>29.893617021276597</c:v>
                </c:pt>
                <c:pt idx="5">
                  <c:v>29.893617021276597</c:v>
                </c:pt>
                <c:pt idx="6">
                  <c:v>29.893617021276597</c:v>
                </c:pt>
                <c:pt idx="7">
                  <c:v>29.893617021276597</c:v>
                </c:pt>
                <c:pt idx="8">
                  <c:v>29.893617021276597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5.51759530791789"/>
          <c:min val="25.4897360703812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7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31.193548387096776</c:v>
                </c:pt>
                <c:pt idx="1">
                  <c:v>26.870967741935484</c:v>
                </c:pt>
                <c:pt idx="2">
                  <c:v>31.5625</c:v>
                </c:pt>
                <c:pt idx="3">
                  <c:v>43</c:v>
                </c:pt>
                <c:pt idx="4">
                  <c:v>42.68181818181818</c:v>
                </c:pt>
                <c:pt idx="5">
                  <c:v>44.13636363636363</c:v>
                </c:pt>
                <c:pt idx="6">
                  <c:v>41.86363636363637</c:v>
                </c:pt>
                <c:pt idx="7">
                  <c:v>38.59090909090909</c:v>
                </c:pt>
                <c:pt idx="8">
                  <c:v>40.40909090909091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5.51759530791789"/>
          <c:min val="25.4897360703812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7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18.843749999999996</c:v>
                </c:pt>
                <c:pt idx="1">
                  <c:v>18.843749999999996</c:v>
                </c:pt>
                <c:pt idx="2">
                  <c:v>18.843749999999996</c:v>
                </c:pt>
                <c:pt idx="3">
                  <c:v>18.843749999999996</c:v>
                </c:pt>
                <c:pt idx="4">
                  <c:v>18.843749999999996</c:v>
                </c:pt>
                <c:pt idx="5">
                  <c:v>18.843749999999996</c:v>
                </c:pt>
                <c:pt idx="6">
                  <c:v>18.843749999999996</c:v>
                </c:pt>
                <c:pt idx="7">
                  <c:v>18.843749999999996</c:v>
                </c:pt>
                <c:pt idx="8">
                  <c:v>18.843749999999996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4.05571428571429"/>
          <c:min val="16.73396825396825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7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18.441860465116278</c:v>
                </c:pt>
                <c:pt idx="1">
                  <c:v>17.928571428571427</c:v>
                </c:pt>
                <c:pt idx="2">
                  <c:v>20.13953488372093</c:v>
                </c:pt>
                <c:pt idx="3">
                  <c:v>19.170731707317074</c:v>
                </c:pt>
                <c:pt idx="4">
                  <c:v>20.42105263157895</c:v>
                </c:pt>
                <c:pt idx="5">
                  <c:v>24.789473684210527</c:v>
                </c:pt>
                <c:pt idx="6">
                  <c:v>25.775</c:v>
                </c:pt>
                <c:pt idx="7">
                  <c:v>32.861111111111114</c:v>
                </c:pt>
                <c:pt idx="8">
                  <c:v>26.5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4.05571428571429"/>
          <c:min val="16.73396825396825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7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27.08695652173913</c:v>
                </c:pt>
                <c:pt idx="1">
                  <c:v>27.08695652173913</c:v>
                </c:pt>
                <c:pt idx="2">
                  <c:v>27.08695652173913</c:v>
                </c:pt>
                <c:pt idx="3">
                  <c:v>27.08695652173913</c:v>
                </c:pt>
                <c:pt idx="4">
                  <c:v>27.08695652173913</c:v>
                </c:pt>
                <c:pt idx="5">
                  <c:v>27.08695652173913</c:v>
                </c:pt>
                <c:pt idx="6">
                  <c:v>27.08695652173913</c:v>
                </c:pt>
                <c:pt idx="7">
                  <c:v>27.08695652173913</c:v>
                </c:pt>
                <c:pt idx="8">
                  <c:v>27.08695652173913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0.47085714285714"/>
          <c:min val="25.3577142857142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7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26.4</c:v>
                </c:pt>
                <c:pt idx="1">
                  <c:v>28.133333333333333</c:v>
                </c:pt>
                <c:pt idx="2">
                  <c:v>26.75</c:v>
                </c:pt>
                <c:pt idx="3">
                  <c:v>29.666666666666668</c:v>
                </c:pt>
                <c:pt idx="4">
                  <c:v>34.357142857142854</c:v>
                </c:pt>
                <c:pt idx="5">
                  <c:v>39.42857142857143</c:v>
                </c:pt>
                <c:pt idx="6">
                  <c:v>38.07142857142857</c:v>
                </c:pt>
                <c:pt idx="7">
                  <c:v>31.571428571428573</c:v>
                </c:pt>
                <c:pt idx="8">
                  <c:v>29.8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0.47085714285714"/>
          <c:min val="25.3577142857142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7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32.91836734693877</c:v>
                </c:pt>
                <c:pt idx="1">
                  <c:v>32.91836734693877</c:v>
                </c:pt>
                <c:pt idx="2">
                  <c:v>32.91836734693877</c:v>
                </c:pt>
                <c:pt idx="3">
                  <c:v>32.91836734693877</c:v>
                </c:pt>
                <c:pt idx="4">
                  <c:v>32.91836734693877</c:v>
                </c:pt>
                <c:pt idx="5">
                  <c:v>32.91836734693877</c:v>
                </c:pt>
                <c:pt idx="6">
                  <c:v>32.91836734693877</c:v>
                </c:pt>
                <c:pt idx="7">
                  <c:v>32.91836734693877</c:v>
                </c:pt>
                <c:pt idx="8">
                  <c:v>32.91836734693877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9.414545454545454"/>
          <c:min val="29.8884848484848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7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33.68181818181818</c:v>
                </c:pt>
                <c:pt idx="1">
                  <c:v>30.545454545454547</c:v>
                </c:pt>
                <c:pt idx="2">
                  <c:v>34.578125</c:v>
                </c:pt>
                <c:pt idx="3">
                  <c:v>31.925373134328357</c:v>
                </c:pt>
                <c:pt idx="4">
                  <c:v>35.738461538461536</c:v>
                </c:pt>
                <c:pt idx="5">
                  <c:v>36.68181818181818</c:v>
                </c:pt>
                <c:pt idx="6">
                  <c:v>35.22727272727273</c:v>
                </c:pt>
                <c:pt idx="7">
                  <c:v>38.75757575757576</c:v>
                </c:pt>
                <c:pt idx="8">
                  <c:v>38.15625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9.414545454545454"/>
          <c:min val="29.8884848484848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7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13.142857142857142</c:v>
                </c:pt>
                <c:pt idx="1">
                  <c:v>13.142857142857142</c:v>
                </c:pt>
                <c:pt idx="2">
                  <c:v>13.142857142857142</c:v>
                </c:pt>
                <c:pt idx="3">
                  <c:v>13.142857142857142</c:v>
                </c:pt>
                <c:pt idx="4">
                  <c:v>13.142857142857142</c:v>
                </c:pt>
                <c:pt idx="5">
                  <c:v>13.142857142857142</c:v>
                </c:pt>
                <c:pt idx="6">
                  <c:v>13.142857142857142</c:v>
                </c:pt>
                <c:pt idx="7">
                  <c:v>13.142857142857142</c:v>
                </c:pt>
                <c:pt idx="8">
                  <c:v>13.142857142857142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668235294117647"/>
          <c:min val="10.9788235294117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7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14.117647058823529</c:v>
                </c:pt>
                <c:pt idx="1">
                  <c:v>12.6</c:v>
                </c:pt>
                <c:pt idx="2">
                  <c:v>12.647058823529411</c:v>
                </c:pt>
                <c:pt idx="3">
                  <c:v>13.764705882352942</c:v>
                </c:pt>
                <c:pt idx="4">
                  <c:v>11.647058823529411</c:v>
                </c:pt>
                <c:pt idx="5">
                  <c:v>16.8125</c:v>
                </c:pt>
                <c:pt idx="6">
                  <c:v>16.375</c:v>
                </c:pt>
                <c:pt idx="7">
                  <c:v>20</c:v>
                </c:pt>
                <c:pt idx="8">
                  <c:v>15.2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668235294117647"/>
          <c:min val="10.9788235294117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Toyota Henderson, Audi Henderson and Cadillac what changed. Ask Chevy LV, VW Henderson and Toyota Spokane what got in the way. Ask Honda Henderson, Toyota Henderson and Chevy LV what they started this year.Source: Qlik - Profit &amp; Loss, Detail statement. Same-store, INEOS excluded (opened 2026). Fixed ops net profit = service (Mechanical) + parts (P&amp;A) department profit: department gross less the department's own expenses; GMC Prescott body shop is its own department and is not included. Top and bottom five stores by dollar change in fixed ops net profit, Jan-Sep 2026 vs 2025 (dollars, not percent: several stores lost money in 2025). Moving now: Jul-Sep 2026 vs Jan-Mar 2026, each store against itself (monthly averages); the group moved +$1.05M a month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Prescott, Lincoln and Lexus what changed. Ask Acura, VW St George and VW Henderson what got in the way. Ask Mazda, Kia St George and LR Henderson what they started this year.Source: Qlik - Profit &amp; Loss. Same-store, INEOS excluded (opened 2026). Fixed ops = service + parts; GMC Prescott body shop gross excluded. Top and bottom five stores by percent change in fixed ops gross, Jan-Sep 2026 vs 2025. Moving now: Jul-Sep 2026 vs Jan-Mar 2026, each store against itself (monthly averages); the group moved +9.4%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Prescott, Lincoln and Lexus what changed. Ask Acura, VW St George and VW Henderson what got in the way. Ask Mazda, Kia St George and Hyundai Prescott what they started this year.Source: Qlik - Profit &amp; Loss. Same-store, INEOS excluded (opened 2026). Fixed ops = service + parts; GMC Prescott body shop gross excluded. Top and bottom five stores by percent change in service gross, Jan-Sep 2026 vs 2025. Moving now: Jul-Sep 2026 vs Jan-Mar 2026, each store against itself (monthly averages); the group moved +7.0%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Lincoln, Cadillac and Subaru St George what changed. Ask Hyundai St George, Audi Reno and VW Henderson what got in the way. Ask Audi Henderson, Mazda and Honda Flagstaff what they started this year.Source: Qlik - Profit &amp; Loss. Same-store, INEOS excluded (opened 2026). Fixed ops = service + parts; GMC Prescott body shop gross excluded. Top and bottom five stores by percent change in parts gross, Jan-Sep 2026 vs 2025. Moving now: Jul-Sep 2026 vs Jan-Mar 2026, each store against itself (monthly averages); the group moved +14.4%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Lincoln, Cadillac and LR Reno what changed. Ask VW St George, Kia St George and VW Henderson what got in the way. Ask LR Henderson, LR Reno and Kia St George what they started this year.Source: Qlik - Profit &amp; Loss. Jan-Sep. Same-store, INEOS excluded (opened 2026). P&amp;L line Fixed Ops Absorption % = Total Gross Profit - Fixed Ops / Fixed Expenses. GMC Prescott includes its body shop, as on the P&amp;L (Noah, Oct 28: kept in). Top and bottom five stores by change in Fixed Ops Absorption %, Jan-Sep 2026 vs 2025. Moving now: Jul-Sep 2026 vs Jan-Mar 2026, each store against itself; the group moved +4.2 pts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Prescott, Lincoln and LR Reno what changed. Ask VW St George, Kia St George and Mazda what got in the way. Ask Hyundai Prescott, LR Henderson and LR Reno what they started this year.Source: Qlik - Profit &amp; Loss. Jan-Sep. Same-store, INEOS excluded (opened 2026). Mechanical department profit / mechanical department gross (P&amp;L Detail statement). Body shop is its own department and is not included. Top and bottom five stores by change in Service Net to Gross %, Jan-Sep 2026 vs 2025. Moving now: Jul-Sep 2026 vs Jan-Mar 2026, each store against itself; the group moved +1.0 pts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Lincoln, Acura and Nissan what changed. Ask Hyundai Prescott, Hyundai St George and VW St George what got in the way. Ask LR Reno, VW St George and Mazda what they started this year.Source: Qlik - Profit &amp; Loss. Jan-Sep. Same-store, INEOS excluded (opened 2026). P&amp;A department profit / P&amp;A department gross (P&amp;L Detail statement). Top and bottom five stores by change in Parts Net to Gross %, Jan-Sep 2026 vs 2025. Moving now: Jul-Sep 2026 vs Jan-Mar 2026, each store against itself; the group moved +5.3 pts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Kia LV, Hyundai Prescott and GMC Prescott what changed. Ask VW St George, Hyundai St George and Audi Reno what got in the way. Ask Lexus, CDJR Post Falls and LR LV what they started this year.Source: Qlik - Closed Repair Orders. Customer pay, Jan-Sep by close month. Same-store, INEOS excluded (opened 2026). GMC Prescott body shop labor types excluded. Distinct customer-pay ROs: every RO with a customer-pay line, whether or not labor was charged (governed RO Count). Top and bottom five stores by change in CP RO count (percent, so store size does not drive the ranking), Jan-Sep 2026 vs 2025. Moving now: Jul-Sep 2026 vs Jan-Mar 2026, each store against itself (monthly averages); the group moved +7.5%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Subaru St George, Kia LV and Kia St George what changed. Ask VW St George, Audi Reno and Volvo what got in the way. Ask Mazda, CDJR Post Falls and Lexus what they started this year.Source: Qlik - Closed Repair Orders. Customer pay, Jan-Sep by close date. Same-store, INEOS excluded (opened 2026). GMC Prescott body shop labor types excluded. Total customer-pay labor hours sold, all CP ROs. Top and bottom five stores by change in customer-pay hours sold (percent, so store size does not drive the ranking), Jan-Sep 2026 vs 2025. Moving now: Jul-Sep 2026 vs Jan-Mar 2026, each store against itself (monthly averages); the group moved +5.5%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St George, Subaru St George and Kia St George what changed. Ask LR Reno, VW St George and Volvo what got in the way. Ask Mazda, Hyundai Prescott and Hyundai St George what they started this year.Source: Qlik - Closed Repair Orders. Customer pay, Jan-Sep by close month. Same-store, INEOS excluded (opened 2026). GMC Prescott body shop labor types excluded. Customer-pay sold hours / all customer-pay ROs. Top and bottom five stores by change in CP Hours per RO, Jan-Sep 2026 vs 2025. Moving now: Jul-Sep 2026 vs Jan-Mar 2026, each store against itself; the group moved −1.9%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Honda Spokane, Volvo and Lincoln what changed. Ask Kia LV, Subaru St George and Acura what got in the way. Ask VW St George, Audi Reno and Honda Spokane what they started this year.Source: Qlik - Closed Repair Orders. Customer pay, Jan-Sep by close month. Same-store, INEOS excluded (opened 2026). GMC Prescott body shop labor types excluded. Customer-pay labor sale / customer-pay sold hours. Top and bottom five stores by change in CP ELR, Jan-Sep 2026 vs 2025. Moving now: Jul-Sep 2026 vs Jan-Mar 2026, each store against itself; the group moved +1.1%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St George, Lincoln and Subaru Prescott what changed. Ask VW St George, LR Reno and Kia LV what got in the way. Ask Mazda, Kia St George and Hyundai Prescott what they started this year.Source: Qlik - Closed Repair Orders. Customer pay, Jan-Sep by close month. Same-store, INEOS excluded (opened 2026). GMC Prescott body shop labor types excluded. Customer-pay labor sale / all customer-pay ROs (governed Labor Sale/RO). Top and bottom five stores by change in CP Labor $ per RO, Jan-Sep 2026 vs 2025. Moving now: Jul-Sep 2026 vs Jan-Mar 2026, each store against itself; the group moved −0.8%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Toyota Prescott, Honda Spokane and VW St George what changed. Ask Hyundai Prescott, GMC Prescott and Audi Reno what got in the way. Ask Kia St George, Acura and Cadillac what they started this year.Source: Qlik - Closed Repair Orders. Customer pay, Jan-Sep by close month. Same-store, INEOS excluded (opened 2026). GMC Prescott body shop labor types excluded. Customer-pay labor gross / customer-pay labor sale. Target range 78-80%. Top and bottom five stores by change in CP Labor Gross Profit %, Jan-Sep 2026 vs 2025. Moving now: Jul-Sep 2026 vs Jan-Mar 2026, each store against itself; the group moved +0.0 pts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Acura, Nissan and Subaru Prescott what changed. Ask Audi Henderson, Toyota Spokane and Hyundai Prescott what got in the way. Ask Acura, VW St George and GMC Prescott what they started this year.Source: Qlik - Closed Repair Orders. Customer pay, Jan-Sep by close month. Same-store, INEOS excluded (opened 2026). GMC Prescott body shop labor types excluded. Customer-pay parts gross / customer-pay parts sale on repair orders (counter and wholesale not included). Top and bottom five stores by change in CP Parts Gross Profit %, Jan-Sep 2026 vs 2025. Moving now: Jul-Sep 2026 vs Jan-Mar 2026, each store against itself; the group moved 0.0 pts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St George, Hyundai Prescott and GMC Prescott what changed. Ask LR Reno, Kia LV and Subaru LV what got in the way. Ask Audi Henderson, Mazda and Kia St George what they started this year.Source: Qlik - Closed Repair Orders. Customer pay, Jan-Sep by close month. Same-store, INEOS excluded (opened 2026). GMC Prescott body shop labor excluded. Top and bottom five stores by change in Alignment %, Jan-Sep 2026 vs 2025, in points. Moving now: Jul-Sep 2026 vs Jan-Mar 2026, each store against itself; the group moved +0.2 pts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Subaru Prescott, LR LV and Mazda what changed. Ask Subaru St George, Nissan and Kia LV what got in the way. Ask Mazda, Hyundai Prescott and Honda Spokane what they started this year.Source: Qlik - Closed Repair Orders. Customer pay, Jan-Sep by close month. Same-store, INEOS excluded (opened 2026). GMC Prescott body shop labor excluded. Top and bottom five stores by change in Balance %, Jan-Sep 2026 vs 2025, in points. Not ranked: Audi Henderson, Audi Reno (the manufacturer doesn't call for balance); ranks out of 31. Moving now: Jul-Sep 2026 vs Jan-Mar 2026, each store against itself; the group moved +0.1 pts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Nissan, LR LV and LR Henderson what changed. Ask CDJR Post Falls, Honda North and Subaru St George what got in the way. Ask Mazda, Audi Reno and Kia St George what they started this year.Source: Qlik - Closed Repair Orders. Customer pay, Jan-Sep by close month. Same-store, INEOS excluded (opened 2026). GMC Prescott body shop labor excluded. Top and bottom five stores by change in Brake Fluid %, Jan-Sep 2026 vs 2025, in points. Moving now: Jul-Sep 2026 vs Jan-Mar 2026, each store against itself; the group moved +0.0 pts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Subaru St George, Lincoln and LR LV what changed. Ask Subaru LV, CDJR Post Falls and Toyota Spokane what got in the way. Ask Mazda, Hyundai St George and Honda Spokane what they started this year.Source: Qlik - Closed Repair Orders. Customer pay, Jan-Sep by close month. Same-store, INEOS excluded (opened 2026). GMC Prescott body shop labor excluded. Top and bottom five stores by change in Fuel Service %, Jan-Sep 2026 vs 2025, in points. Not ranked: Volvo, Audi Henderson, VW Henderson, Audi Reno (the manufacturer doesn't call for fuel service); ranks out of 29. Moving now: Jul-Sep 2026 vs Jan-Mar 2026, each store against itself; the group moved −0.3 pts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St George, LR Reno and Lincoln what changed. Ask Nissan, Kia LV and Mazda what got in the way. Ask Acura, Hyundai St George and Toyota Henderson what they started this year.Source: Qlik - Closed Repair Orders. Jan-Sep by close month. Same-store, INEOS excluded (opened 2026). GMC Prescott body shop labor types excluded. Internal labor sale / internal sold hours. A higher internal rate adds service gross but is a cost to used cars. Top and bottom five stores by change in Internal ELR, Jan-Sep 2026 vs 2025. Moving now: Jul-Sep 2026 vs Jan-Mar 2026, each store against itself; the group moved +4.1%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Acura, Honda Spokane and LR Reno what changed. Ask Nissan, LR LV and Mazda what got in the way. Ask LR Henderson, Kia St George and Hyundai St George what they started this year.Source: Qlik - Closed Repair Orders. Internal pay type, Jan-Sep by close month. Same-store, INEOS excluded (opened 2026). GMC Prescott body shop labor types excluded. Internal labor gross / internal labor sale. A higher internal margin adds service gross but is a cost to used cars. Top and bottom five stores by change in Internal Labor Gross Profit %, Jan-Sep 2026 vs 2025. Moving now: Jul-Sep 2026 vs Jan-Mar 2026, each store against itself; the group moved +0.5 pts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Acura, Hyundai Prescott and Honda Flagstaff what changed. Ask VW St George, Kia LV and GMC Prescott what got in the way. Ask LR Reno, CDJR Post Falls and LR Henderson what they started this year.Source: Qlik - Closed Repair Orders. Internal pay type, Jan-Sep by close month. Same-store, INEOS excluded (opened 2026). GMC Prescott body shop labor types excluded. Internal parts gross / internal parts sale on repair orders. A higher internal margin adds parts gross but is a cost to used cars. Top and bottom five stores by change in Internal Parts Gross Profit %, Jan-Sep 2026 vs 2025. Moving now: Jul-Sep 2026 vs Jan-Mar 2026, each store against itself; the group moved +0.5 pts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Subaru St George, Hyundai Prescott and Lincoln what changed. Ask VW St George, Kia St George and Cadillac what got in the way. Ask LR Henderson, Subaru St George and LR Reno what they started this year.Source: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fixed ops gross / fixed employees. Top and bottom five stores by change in Fixed Gross per Fixed Employee, Jan-Sep 2026 vs 2025. Moving now: Jul-Sep 2026 vs Jan-Mar 2026, each store against itself; the group moved +$1,107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Cadillac, Lexus and Audi Henderson what changed. Ask Acura, Honda Flagstaff and VW Henderson what got in the way. Ask Honda North, LR LV and Nissan what they started this year.Source: Qlik - Profit &amp; Loss, Gross Profit - Fixed Ops Warranty (service + parts warranty gross). Same-store, INEOS excluded (opened 2026); no body shop. Top and bottom five stores by percent change in warranty gross, Jan-Sep 2026 vs 2025. Moving now: Jul-Sep 2026 vs Jan-Mar 2026, each store against itself (monthly averages); the group moved +9.3%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Honda Flagstaff, Hyundai Prescott and Toyota Flagstaff what changed. Ask Toyota Spokane, VW St George and Nissan what got in the way. Ask Mazda, Honda North and Honda Spokane what they started this year.Source: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service advisors. Top and bottom five stores by change in CP &amp; W ROs per Service Advisor, Jan-Sep 2026 vs 2025. Moving now: Jul-Sep 2026 vs Jan-Mar 2026, each store against itself; the group moved +15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Toyota Henderson, Toyota Spokane and Toyota Prescott what changed. Ask Mazda, Subaru St George and Honda Spokane what got in the way. Ask Toyota Prescott, Toyota Henderson and VW St George what they started this year.Source: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managers. Small stores carry one to three managers, so one hire moves the ratio sharply. Top and bottom five stores by change in CP &amp; W ROs per Fixed Manager, Jan-Sep 2026 vs 2025. Moving now: Jul-Sep 2026 vs Jan-Mar 2026, each store against itself; the group moved +38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Prescott, Kia LV and Hyundai St George what changed. Ask Kia St George, Mazda and VW St George what got in the way. Ask Subaru St George, CDJR Post Falls and Hyundai Prescott what they started this year.Source: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employees. Top and bottom five stores by change in CP &amp; W ROs per Fixed Employee, Jan-Sep 2026 vs 2025. Moving now: Jul-Sep 2026 vs Jan-Mar 2026, each store against itself; the group moved +1.8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7.xml"/><Relationship Id="rId3" Type="http://schemas.openxmlformats.org/officeDocument/2006/relationships/chart" Target="../charts/chart8.xml"/><Relationship Id="rId4" Type="http://schemas.openxmlformats.org/officeDocument/2006/relationships/chart" Target="../charts/chart9.xml"/><Relationship Id="rId5" Type="http://schemas.openxmlformats.org/officeDocument/2006/relationships/chart" Target="../charts/chart10.xml"/><Relationship Id="rId6" Type="http://schemas.openxmlformats.org/officeDocument/2006/relationships/chart" Target="../charts/chart11.xml"/><Relationship Id="rId7" Type="http://schemas.openxmlformats.org/officeDocument/2006/relationships/chart" Target="../charts/chart12.xml"/><Relationship Id="rId8" Type="http://schemas.openxmlformats.org/officeDocument/2006/relationships/chart" Target="../charts/chart13.xml"/><Relationship Id="rId9" Type="http://schemas.openxmlformats.org/officeDocument/2006/relationships/chart" Target="../charts/chart14.xml"/><Relationship Id="rId10" Type="http://schemas.openxmlformats.org/officeDocument/2006/relationships/chart" Target="../charts/chart15.xml"/><Relationship Id="rId11" Type="http://schemas.openxmlformats.org/officeDocument/2006/relationships/chart" Target="../charts/chart16.xml"/><Relationship Id="rId12" Type="http://schemas.openxmlformats.org/officeDocument/2006/relationships/chart" Target="../charts/chart17.xml"/><Relationship Id="rId13" Type="http://schemas.openxmlformats.org/officeDocument/2006/relationships/chart" Target="../charts/chart18.xml"/><Relationship Id="rId14" Type="http://schemas.openxmlformats.org/officeDocument/2006/relationships/chart" Target="../charts/chart19.xml"/><Relationship Id="rId15" Type="http://schemas.openxmlformats.org/officeDocument/2006/relationships/chart" Target="../charts/chart20.xml"/><Relationship Id="rId16" Type="http://schemas.openxmlformats.org/officeDocument/2006/relationships/chart" Target="../charts/chart21.xml"/><Relationship Id="rId17" Type="http://schemas.openxmlformats.org/officeDocument/2006/relationships/chart" Target="../charts/chart22.xml"/><Relationship Id="rId18" Type="http://schemas.openxmlformats.org/officeDocument/2006/relationships/chart" Target="../charts/chart23.xml"/><Relationship Id="rId19" Type="http://schemas.openxmlformats.org/officeDocument/2006/relationships/chart" Target="../charts/chart24.xml"/><Relationship Id="rId20" Type="http://schemas.openxmlformats.org/officeDocument/2006/relationships/chart" Target="../charts/chart25.xml"/><Relationship Id="rId21" Type="http://schemas.openxmlformats.org/officeDocument/2006/relationships/chart" Target="../charts/chart26.xml"/><Relationship Id="rId2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3.xml"/><Relationship Id="rId3" Type="http://schemas.openxmlformats.org/officeDocument/2006/relationships/chart" Target="../charts/chart34.xml"/><Relationship Id="rId4" Type="http://schemas.openxmlformats.org/officeDocument/2006/relationships/chart" Target="../charts/chart35.xml"/><Relationship Id="rId5" Type="http://schemas.openxmlformats.org/officeDocument/2006/relationships/chart" Target="../charts/chart36.xml"/><Relationship Id="rId6" Type="http://schemas.openxmlformats.org/officeDocument/2006/relationships/chart" Target="../charts/chart37.xml"/><Relationship Id="rId7" Type="http://schemas.openxmlformats.org/officeDocument/2006/relationships/chart" Target="../charts/chart38.xml"/><Relationship Id="rId8" Type="http://schemas.openxmlformats.org/officeDocument/2006/relationships/chart" Target="../charts/chart39.xml"/><Relationship Id="rId9" Type="http://schemas.openxmlformats.org/officeDocument/2006/relationships/chart" Target="../charts/chart40.xml"/><Relationship Id="rId10" Type="http://schemas.openxmlformats.org/officeDocument/2006/relationships/chart" Target="../charts/chart41.xml"/><Relationship Id="rId11" Type="http://schemas.openxmlformats.org/officeDocument/2006/relationships/chart" Target="../charts/chart42.xml"/><Relationship Id="rId12" Type="http://schemas.openxmlformats.org/officeDocument/2006/relationships/chart" Target="../charts/chart43.xml"/><Relationship Id="rId13" Type="http://schemas.openxmlformats.org/officeDocument/2006/relationships/chart" Target="../charts/chart44.xml"/><Relationship Id="rId14" Type="http://schemas.openxmlformats.org/officeDocument/2006/relationships/chart" Target="../charts/chart45.xml"/><Relationship Id="rId15" Type="http://schemas.openxmlformats.org/officeDocument/2006/relationships/chart" Target="../charts/chart46.xml"/><Relationship Id="rId16" Type="http://schemas.openxmlformats.org/officeDocument/2006/relationships/chart" Target="../charts/chart47.xml"/><Relationship Id="rId17" Type="http://schemas.openxmlformats.org/officeDocument/2006/relationships/chart" Target="../charts/chart48.xml"/><Relationship Id="rId18" Type="http://schemas.openxmlformats.org/officeDocument/2006/relationships/chart" Target="../charts/chart49.xml"/><Relationship Id="rId19" Type="http://schemas.openxmlformats.org/officeDocument/2006/relationships/chart" Target="../charts/chart50.xml"/><Relationship Id="rId20" Type="http://schemas.openxmlformats.org/officeDocument/2006/relationships/chart" Target="../charts/chart51.xml"/><Relationship Id="rId21" Type="http://schemas.openxmlformats.org/officeDocument/2006/relationships/chart" Target="../charts/chart52.xml"/><Relationship Id="rId22" Type="http://schemas.openxmlformats.org/officeDocument/2006/relationships/notesSlide" Target="../notesSlides/notesSlide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8.xml"/><Relationship Id="rId3" Type="http://schemas.openxmlformats.org/officeDocument/2006/relationships/chart" Target="../charts/chart59.xml"/><Relationship Id="rId4" Type="http://schemas.openxmlformats.org/officeDocument/2006/relationships/chart" Target="../charts/chart60.xml"/><Relationship Id="rId5" Type="http://schemas.openxmlformats.org/officeDocument/2006/relationships/chart" Target="../charts/chart61.xml"/><Relationship Id="rId6" Type="http://schemas.openxmlformats.org/officeDocument/2006/relationships/chart" Target="../charts/chart62.xml"/><Relationship Id="rId7" Type="http://schemas.openxmlformats.org/officeDocument/2006/relationships/chart" Target="../charts/chart63.xml"/><Relationship Id="rId8" Type="http://schemas.openxmlformats.org/officeDocument/2006/relationships/chart" Target="../charts/chart64.xml"/><Relationship Id="rId9" Type="http://schemas.openxmlformats.org/officeDocument/2006/relationships/chart" Target="../charts/chart65.xml"/><Relationship Id="rId10" Type="http://schemas.openxmlformats.org/officeDocument/2006/relationships/chart" Target="../charts/chart66.xml"/><Relationship Id="rId11" Type="http://schemas.openxmlformats.org/officeDocument/2006/relationships/chart" Target="../charts/chart67.xml"/><Relationship Id="rId12" Type="http://schemas.openxmlformats.org/officeDocument/2006/relationships/chart" Target="../charts/chart68.xml"/><Relationship Id="rId13" Type="http://schemas.openxmlformats.org/officeDocument/2006/relationships/chart" Target="../charts/chart69.xml"/><Relationship Id="rId14" Type="http://schemas.openxmlformats.org/officeDocument/2006/relationships/chart" Target="../charts/chart70.xml"/><Relationship Id="rId15" Type="http://schemas.openxmlformats.org/officeDocument/2006/relationships/chart" Target="../charts/chart71.xml"/><Relationship Id="rId16" Type="http://schemas.openxmlformats.org/officeDocument/2006/relationships/chart" Target="../charts/chart72.xml"/><Relationship Id="rId17" Type="http://schemas.openxmlformats.org/officeDocument/2006/relationships/chart" Target="../charts/chart73.xml"/><Relationship Id="rId18" Type="http://schemas.openxmlformats.org/officeDocument/2006/relationships/chart" Target="../charts/chart74.xml"/><Relationship Id="rId19" Type="http://schemas.openxmlformats.org/officeDocument/2006/relationships/chart" Target="../charts/chart75.xml"/><Relationship Id="rId20" Type="http://schemas.openxmlformats.org/officeDocument/2006/relationships/chart" Target="../charts/chart76.xml"/><Relationship Id="rId21" Type="http://schemas.openxmlformats.org/officeDocument/2006/relationships/chart" Target="../charts/chart77.xml"/><Relationship Id="rId22" Type="http://schemas.openxmlformats.org/officeDocument/2006/relationships/notesSlide" Target="../notesSlides/notesSlide2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84.xml"/><Relationship Id="rId3" Type="http://schemas.openxmlformats.org/officeDocument/2006/relationships/chart" Target="../charts/chart85.xml"/><Relationship Id="rId4" Type="http://schemas.openxmlformats.org/officeDocument/2006/relationships/chart" Target="../charts/chart86.xml"/><Relationship Id="rId5" Type="http://schemas.openxmlformats.org/officeDocument/2006/relationships/chart" Target="../charts/chart87.xml"/><Relationship Id="rId6" Type="http://schemas.openxmlformats.org/officeDocument/2006/relationships/chart" Target="../charts/chart88.xml"/><Relationship Id="rId7" Type="http://schemas.openxmlformats.org/officeDocument/2006/relationships/chart" Target="../charts/chart89.xml"/><Relationship Id="rId8" Type="http://schemas.openxmlformats.org/officeDocument/2006/relationships/chart" Target="../charts/chart90.xml"/><Relationship Id="rId9" Type="http://schemas.openxmlformats.org/officeDocument/2006/relationships/chart" Target="../charts/chart91.xml"/><Relationship Id="rId10" Type="http://schemas.openxmlformats.org/officeDocument/2006/relationships/chart" Target="../charts/chart92.xml"/><Relationship Id="rId11" Type="http://schemas.openxmlformats.org/officeDocument/2006/relationships/chart" Target="../charts/chart93.xml"/><Relationship Id="rId12" Type="http://schemas.openxmlformats.org/officeDocument/2006/relationships/chart" Target="../charts/chart94.xml"/><Relationship Id="rId13" Type="http://schemas.openxmlformats.org/officeDocument/2006/relationships/chart" Target="../charts/chart95.xml"/><Relationship Id="rId14" Type="http://schemas.openxmlformats.org/officeDocument/2006/relationships/chart" Target="../charts/chart96.xml"/><Relationship Id="rId15" Type="http://schemas.openxmlformats.org/officeDocument/2006/relationships/chart" Target="../charts/chart97.xml"/><Relationship Id="rId16" Type="http://schemas.openxmlformats.org/officeDocument/2006/relationships/chart" Target="../charts/chart98.xml"/><Relationship Id="rId17" Type="http://schemas.openxmlformats.org/officeDocument/2006/relationships/chart" Target="../charts/chart99.xml"/><Relationship Id="rId18" Type="http://schemas.openxmlformats.org/officeDocument/2006/relationships/chart" Target="../charts/chart100.xml"/><Relationship Id="rId19" Type="http://schemas.openxmlformats.org/officeDocument/2006/relationships/chart" Target="../charts/chart101.xml"/><Relationship Id="rId20" Type="http://schemas.openxmlformats.org/officeDocument/2006/relationships/chart" Target="../charts/chart102.xml"/><Relationship Id="rId21" Type="http://schemas.openxmlformats.org/officeDocument/2006/relationships/chart" Target="../charts/chart103.xml"/><Relationship Id="rId22" Type="http://schemas.openxmlformats.org/officeDocument/2006/relationships/notesSlide" Target="../notesSlides/notesSlide3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10.xml"/><Relationship Id="rId3" Type="http://schemas.openxmlformats.org/officeDocument/2006/relationships/chart" Target="../charts/chart111.xml"/><Relationship Id="rId4" Type="http://schemas.openxmlformats.org/officeDocument/2006/relationships/chart" Target="../charts/chart112.xml"/><Relationship Id="rId5" Type="http://schemas.openxmlformats.org/officeDocument/2006/relationships/chart" Target="../charts/chart113.xml"/><Relationship Id="rId6" Type="http://schemas.openxmlformats.org/officeDocument/2006/relationships/chart" Target="../charts/chart114.xml"/><Relationship Id="rId7" Type="http://schemas.openxmlformats.org/officeDocument/2006/relationships/chart" Target="../charts/chart115.xml"/><Relationship Id="rId8" Type="http://schemas.openxmlformats.org/officeDocument/2006/relationships/chart" Target="../charts/chart116.xml"/><Relationship Id="rId9" Type="http://schemas.openxmlformats.org/officeDocument/2006/relationships/chart" Target="../charts/chart117.xml"/><Relationship Id="rId10" Type="http://schemas.openxmlformats.org/officeDocument/2006/relationships/chart" Target="../charts/chart118.xml"/><Relationship Id="rId11" Type="http://schemas.openxmlformats.org/officeDocument/2006/relationships/chart" Target="../charts/chart119.xml"/><Relationship Id="rId12" Type="http://schemas.openxmlformats.org/officeDocument/2006/relationships/chart" Target="../charts/chart120.xml"/><Relationship Id="rId13" Type="http://schemas.openxmlformats.org/officeDocument/2006/relationships/chart" Target="../charts/chart121.xml"/><Relationship Id="rId14" Type="http://schemas.openxmlformats.org/officeDocument/2006/relationships/chart" Target="../charts/chart122.xml"/><Relationship Id="rId15" Type="http://schemas.openxmlformats.org/officeDocument/2006/relationships/chart" Target="../charts/chart123.xml"/><Relationship Id="rId16" Type="http://schemas.openxmlformats.org/officeDocument/2006/relationships/chart" Target="../charts/chart124.xml"/><Relationship Id="rId17" Type="http://schemas.openxmlformats.org/officeDocument/2006/relationships/chart" Target="../charts/chart125.xml"/><Relationship Id="rId18" Type="http://schemas.openxmlformats.org/officeDocument/2006/relationships/chart" Target="../charts/chart126.xml"/><Relationship Id="rId19" Type="http://schemas.openxmlformats.org/officeDocument/2006/relationships/chart" Target="../charts/chart127.xml"/><Relationship Id="rId20" Type="http://schemas.openxmlformats.org/officeDocument/2006/relationships/chart" Target="../charts/chart128.xml"/><Relationship Id="rId21" Type="http://schemas.openxmlformats.org/officeDocument/2006/relationships/chart" Target="../charts/chart129.xml"/><Relationship Id="rId22" Type="http://schemas.openxmlformats.org/officeDocument/2006/relationships/notesSlide" Target="../notesSlides/notesSlide3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35.xml"/><Relationship Id="rId3" Type="http://schemas.openxmlformats.org/officeDocument/2006/relationships/chart" Target="../charts/chart136.xml"/><Relationship Id="rId4" Type="http://schemas.openxmlformats.org/officeDocument/2006/relationships/chart" Target="../charts/chart137.xml"/><Relationship Id="rId5" Type="http://schemas.openxmlformats.org/officeDocument/2006/relationships/chart" Target="../charts/chart138.xml"/><Relationship Id="rId6" Type="http://schemas.openxmlformats.org/officeDocument/2006/relationships/chart" Target="../charts/chart139.xml"/><Relationship Id="rId7" Type="http://schemas.openxmlformats.org/officeDocument/2006/relationships/chart" Target="../charts/chart140.xml"/><Relationship Id="rId8" Type="http://schemas.openxmlformats.org/officeDocument/2006/relationships/chart" Target="../charts/chart141.xml"/><Relationship Id="rId9" Type="http://schemas.openxmlformats.org/officeDocument/2006/relationships/chart" Target="../charts/chart142.xml"/><Relationship Id="rId10" Type="http://schemas.openxmlformats.org/officeDocument/2006/relationships/chart" Target="../charts/chart143.xml"/><Relationship Id="rId11" Type="http://schemas.openxmlformats.org/officeDocument/2006/relationships/chart" Target="../charts/chart144.xml"/><Relationship Id="rId12" Type="http://schemas.openxmlformats.org/officeDocument/2006/relationships/chart" Target="../charts/chart145.xml"/><Relationship Id="rId13" Type="http://schemas.openxmlformats.org/officeDocument/2006/relationships/chart" Target="../charts/chart146.xml"/><Relationship Id="rId14" Type="http://schemas.openxmlformats.org/officeDocument/2006/relationships/chart" Target="../charts/chart147.xml"/><Relationship Id="rId15" Type="http://schemas.openxmlformats.org/officeDocument/2006/relationships/chart" Target="../charts/chart148.xml"/><Relationship Id="rId16" Type="http://schemas.openxmlformats.org/officeDocument/2006/relationships/chart" Target="../charts/chart149.xml"/><Relationship Id="rId17" Type="http://schemas.openxmlformats.org/officeDocument/2006/relationships/chart" Target="../charts/chart150.xml"/><Relationship Id="rId18" Type="http://schemas.openxmlformats.org/officeDocument/2006/relationships/chart" Target="../charts/chart151.xml"/><Relationship Id="rId19" Type="http://schemas.openxmlformats.org/officeDocument/2006/relationships/chart" Target="../charts/chart152.xml"/><Relationship Id="rId20" Type="http://schemas.openxmlformats.org/officeDocument/2006/relationships/chart" Target="../charts/chart153.xml"/><Relationship Id="rId21" Type="http://schemas.openxmlformats.org/officeDocument/2006/relationships/chart" Target="../charts/chart154.xml"/><Relationship Id="rId22" Type="http://schemas.openxmlformats.org/officeDocument/2006/relationships/notesSlide" Target="../notesSlides/notes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61.xml"/><Relationship Id="rId3" Type="http://schemas.openxmlformats.org/officeDocument/2006/relationships/chart" Target="../charts/chart162.xml"/><Relationship Id="rId4" Type="http://schemas.openxmlformats.org/officeDocument/2006/relationships/chart" Target="../charts/chart163.xml"/><Relationship Id="rId5" Type="http://schemas.openxmlformats.org/officeDocument/2006/relationships/chart" Target="../charts/chart164.xml"/><Relationship Id="rId6" Type="http://schemas.openxmlformats.org/officeDocument/2006/relationships/chart" Target="../charts/chart165.xml"/><Relationship Id="rId7" Type="http://schemas.openxmlformats.org/officeDocument/2006/relationships/chart" Target="../charts/chart166.xml"/><Relationship Id="rId8" Type="http://schemas.openxmlformats.org/officeDocument/2006/relationships/chart" Target="../charts/chart167.xml"/><Relationship Id="rId9" Type="http://schemas.openxmlformats.org/officeDocument/2006/relationships/chart" Target="../charts/chart168.xml"/><Relationship Id="rId10" Type="http://schemas.openxmlformats.org/officeDocument/2006/relationships/chart" Target="../charts/chart169.xml"/><Relationship Id="rId11" Type="http://schemas.openxmlformats.org/officeDocument/2006/relationships/chart" Target="../charts/chart170.xml"/><Relationship Id="rId12" Type="http://schemas.openxmlformats.org/officeDocument/2006/relationships/chart" Target="../charts/chart171.xml"/><Relationship Id="rId13" Type="http://schemas.openxmlformats.org/officeDocument/2006/relationships/chart" Target="../charts/chart172.xml"/><Relationship Id="rId14" Type="http://schemas.openxmlformats.org/officeDocument/2006/relationships/chart" Target="../charts/chart173.xml"/><Relationship Id="rId15" Type="http://schemas.openxmlformats.org/officeDocument/2006/relationships/chart" Target="../charts/chart174.xml"/><Relationship Id="rId16" Type="http://schemas.openxmlformats.org/officeDocument/2006/relationships/chart" Target="../charts/chart175.xml"/><Relationship Id="rId17" Type="http://schemas.openxmlformats.org/officeDocument/2006/relationships/chart" Target="../charts/chart176.xml"/><Relationship Id="rId18" Type="http://schemas.openxmlformats.org/officeDocument/2006/relationships/chart" Target="../charts/chart177.xml"/><Relationship Id="rId19" Type="http://schemas.openxmlformats.org/officeDocument/2006/relationships/chart" Target="../charts/chart178.xml"/><Relationship Id="rId20" Type="http://schemas.openxmlformats.org/officeDocument/2006/relationships/chart" Target="../charts/chart179.xml"/><Relationship Id="rId21" Type="http://schemas.openxmlformats.org/officeDocument/2006/relationships/chart" Target="../charts/chart180.xml"/><Relationship Id="rId22"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87.xml"/><Relationship Id="rId3" Type="http://schemas.openxmlformats.org/officeDocument/2006/relationships/chart" Target="../charts/chart188.xml"/><Relationship Id="rId4" Type="http://schemas.openxmlformats.org/officeDocument/2006/relationships/chart" Target="../charts/chart189.xml"/><Relationship Id="rId5" Type="http://schemas.openxmlformats.org/officeDocument/2006/relationships/chart" Target="../charts/chart190.xml"/><Relationship Id="rId6" Type="http://schemas.openxmlformats.org/officeDocument/2006/relationships/chart" Target="../charts/chart191.xml"/><Relationship Id="rId7" Type="http://schemas.openxmlformats.org/officeDocument/2006/relationships/chart" Target="../charts/chart192.xml"/><Relationship Id="rId8" Type="http://schemas.openxmlformats.org/officeDocument/2006/relationships/chart" Target="../charts/chart193.xml"/><Relationship Id="rId9" Type="http://schemas.openxmlformats.org/officeDocument/2006/relationships/chart" Target="../charts/chart194.xml"/><Relationship Id="rId10" Type="http://schemas.openxmlformats.org/officeDocument/2006/relationships/chart" Target="../charts/chart195.xml"/><Relationship Id="rId11" Type="http://schemas.openxmlformats.org/officeDocument/2006/relationships/chart" Target="../charts/chart196.xml"/><Relationship Id="rId12" Type="http://schemas.openxmlformats.org/officeDocument/2006/relationships/chart" Target="../charts/chart197.xml"/><Relationship Id="rId13" Type="http://schemas.openxmlformats.org/officeDocument/2006/relationships/chart" Target="../charts/chart198.xml"/><Relationship Id="rId14" Type="http://schemas.openxmlformats.org/officeDocument/2006/relationships/chart" Target="../charts/chart199.xml"/><Relationship Id="rId15" Type="http://schemas.openxmlformats.org/officeDocument/2006/relationships/chart" Target="../charts/chart200.xml"/><Relationship Id="rId16" Type="http://schemas.openxmlformats.org/officeDocument/2006/relationships/chart" Target="../charts/chart201.xml"/><Relationship Id="rId17" Type="http://schemas.openxmlformats.org/officeDocument/2006/relationships/chart" Target="../charts/chart202.xml"/><Relationship Id="rId18" Type="http://schemas.openxmlformats.org/officeDocument/2006/relationships/chart" Target="../charts/chart203.xml"/><Relationship Id="rId19" Type="http://schemas.openxmlformats.org/officeDocument/2006/relationships/chart" Target="../charts/chart204.xml"/><Relationship Id="rId20" Type="http://schemas.openxmlformats.org/officeDocument/2006/relationships/chart" Target="../charts/chart205.xml"/><Relationship Id="rId21" Type="http://schemas.openxmlformats.org/officeDocument/2006/relationships/chart" Target="../charts/chart206.xml"/><Relationship Id="rId22" Type="http://schemas.openxmlformats.org/officeDocument/2006/relationships/notesSlide" Target="../notesSlides/notesSlide5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13.xml"/><Relationship Id="rId3" Type="http://schemas.openxmlformats.org/officeDocument/2006/relationships/chart" Target="../charts/chart214.xml"/><Relationship Id="rId4" Type="http://schemas.openxmlformats.org/officeDocument/2006/relationships/chart" Target="../charts/chart215.xml"/><Relationship Id="rId5" Type="http://schemas.openxmlformats.org/officeDocument/2006/relationships/chart" Target="../charts/chart216.xml"/><Relationship Id="rId6" Type="http://schemas.openxmlformats.org/officeDocument/2006/relationships/chart" Target="../charts/chart217.xml"/><Relationship Id="rId7" Type="http://schemas.openxmlformats.org/officeDocument/2006/relationships/chart" Target="../charts/chart218.xml"/><Relationship Id="rId8" Type="http://schemas.openxmlformats.org/officeDocument/2006/relationships/chart" Target="../charts/chart219.xml"/><Relationship Id="rId9" Type="http://schemas.openxmlformats.org/officeDocument/2006/relationships/chart" Target="../charts/chart220.xml"/><Relationship Id="rId10" Type="http://schemas.openxmlformats.org/officeDocument/2006/relationships/chart" Target="../charts/chart221.xml"/><Relationship Id="rId11" Type="http://schemas.openxmlformats.org/officeDocument/2006/relationships/chart" Target="../charts/chart222.xml"/><Relationship Id="rId12" Type="http://schemas.openxmlformats.org/officeDocument/2006/relationships/chart" Target="../charts/chart223.xml"/><Relationship Id="rId13" Type="http://schemas.openxmlformats.org/officeDocument/2006/relationships/chart" Target="../charts/chart224.xml"/><Relationship Id="rId14" Type="http://schemas.openxmlformats.org/officeDocument/2006/relationships/chart" Target="../charts/chart225.xml"/><Relationship Id="rId15" Type="http://schemas.openxmlformats.org/officeDocument/2006/relationships/chart" Target="../charts/chart226.xml"/><Relationship Id="rId16" Type="http://schemas.openxmlformats.org/officeDocument/2006/relationships/chart" Target="../charts/chart227.xml"/><Relationship Id="rId17" Type="http://schemas.openxmlformats.org/officeDocument/2006/relationships/chart" Target="../charts/chart228.xml"/><Relationship Id="rId18" Type="http://schemas.openxmlformats.org/officeDocument/2006/relationships/chart" Target="../charts/chart229.xml"/><Relationship Id="rId19" Type="http://schemas.openxmlformats.org/officeDocument/2006/relationships/chart" Target="../charts/chart230.xml"/><Relationship Id="rId20" Type="http://schemas.openxmlformats.org/officeDocument/2006/relationships/chart" Target="../charts/chart231.xml"/><Relationship Id="rId21" Type="http://schemas.openxmlformats.org/officeDocument/2006/relationships/chart" Target="../charts/chart232.xml"/><Relationship Id="rId22" Type="http://schemas.openxmlformats.org/officeDocument/2006/relationships/notesSlide" Target="../notesSlides/notesSlide6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38.xml"/><Relationship Id="rId3" Type="http://schemas.openxmlformats.org/officeDocument/2006/relationships/chart" Target="../charts/chart239.xml"/><Relationship Id="rId4" Type="http://schemas.openxmlformats.org/officeDocument/2006/relationships/chart" Target="../charts/chart240.xml"/><Relationship Id="rId5" Type="http://schemas.openxmlformats.org/officeDocument/2006/relationships/chart" Target="../charts/chart241.xml"/><Relationship Id="rId6" Type="http://schemas.openxmlformats.org/officeDocument/2006/relationships/chart" Target="../charts/chart242.xml"/><Relationship Id="rId7" Type="http://schemas.openxmlformats.org/officeDocument/2006/relationships/chart" Target="../charts/chart243.xml"/><Relationship Id="rId8" Type="http://schemas.openxmlformats.org/officeDocument/2006/relationships/chart" Target="../charts/chart244.xml"/><Relationship Id="rId9" Type="http://schemas.openxmlformats.org/officeDocument/2006/relationships/chart" Target="../charts/chart245.xml"/><Relationship Id="rId10" Type="http://schemas.openxmlformats.org/officeDocument/2006/relationships/chart" Target="../charts/chart246.xml"/><Relationship Id="rId11" Type="http://schemas.openxmlformats.org/officeDocument/2006/relationships/chart" Target="../charts/chart247.xml"/><Relationship Id="rId12" Type="http://schemas.openxmlformats.org/officeDocument/2006/relationships/chart" Target="../charts/chart248.xml"/><Relationship Id="rId13" Type="http://schemas.openxmlformats.org/officeDocument/2006/relationships/chart" Target="../charts/chart249.xml"/><Relationship Id="rId14" Type="http://schemas.openxmlformats.org/officeDocument/2006/relationships/chart" Target="../charts/chart250.xml"/><Relationship Id="rId15" Type="http://schemas.openxmlformats.org/officeDocument/2006/relationships/chart" Target="../charts/chart251.xml"/><Relationship Id="rId16" Type="http://schemas.openxmlformats.org/officeDocument/2006/relationships/chart" Target="../charts/chart252.xml"/><Relationship Id="rId17" Type="http://schemas.openxmlformats.org/officeDocument/2006/relationships/chart" Target="../charts/chart253.xml"/><Relationship Id="rId18" Type="http://schemas.openxmlformats.org/officeDocument/2006/relationships/chart" Target="../charts/chart254.xml"/><Relationship Id="rId19" Type="http://schemas.openxmlformats.org/officeDocument/2006/relationships/chart" Target="../charts/chart255.xml"/><Relationship Id="rId20" Type="http://schemas.openxmlformats.org/officeDocument/2006/relationships/chart" Target="../charts/chart256.xml"/><Relationship Id="rId21" Type="http://schemas.openxmlformats.org/officeDocument/2006/relationships/chart" Target="../charts/chart257.xml"/><Relationship Id="rId22"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63.xml"/><Relationship Id="rId3" Type="http://schemas.openxmlformats.org/officeDocument/2006/relationships/chart" Target="../charts/chart264.xml"/><Relationship Id="rId4" Type="http://schemas.openxmlformats.org/officeDocument/2006/relationships/chart" Target="../charts/chart265.xml"/><Relationship Id="rId5" Type="http://schemas.openxmlformats.org/officeDocument/2006/relationships/chart" Target="../charts/chart266.xml"/><Relationship Id="rId6" Type="http://schemas.openxmlformats.org/officeDocument/2006/relationships/chart" Target="../charts/chart267.xml"/><Relationship Id="rId7" Type="http://schemas.openxmlformats.org/officeDocument/2006/relationships/chart" Target="../charts/chart268.xml"/><Relationship Id="rId8" Type="http://schemas.openxmlformats.org/officeDocument/2006/relationships/chart" Target="../charts/chart269.xml"/><Relationship Id="rId9" Type="http://schemas.openxmlformats.org/officeDocument/2006/relationships/chart" Target="../charts/chart270.xml"/><Relationship Id="rId10" Type="http://schemas.openxmlformats.org/officeDocument/2006/relationships/chart" Target="../charts/chart271.xml"/><Relationship Id="rId11" Type="http://schemas.openxmlformats.org/officeDocument/2006/relationships/chart" Target="../charts/chart272.xml"/><Relationship Id="rId12" Type="http://schemas.openxmlformats.org/officeDocument/2006/relationships/chart" Target="../charts/chart273.xml"/><Relationship Id="rId13" Type="http://schemas.openxmlformats.org/officeDocument/2006/relationships/chart" Target="../charts/chart274.xml"/><Relationship Id="rId14" Type="http://schemas.openxmlformats.org/officeDocument/2006/relationships/chart" Target="../charts/chart275.xml"/><Relationship Id="rId15" Type="http://schemas.openxmlformats.org/officeDocument/2006/relationships/chart" Target="../charts/chart276.xml"/><Relationship Id="rId16" Type="http://schemas.openxmlformats.org/officeDocument/2006/relationships/chart" Target="../charts/chart277.xml"/><Relationship Id="rId17" Type="http://schemas.openxmlformats.org/officeDocument/2006/relationships/chart" Target="../charts/chart278.xml"/><Relationship Id="rId18" Type="http://schemas.openxmlformats.org/officeDocument/2006/relationships/chart" Target="../charts/chart279.xml"/><Relationship Id="rId19" Type="http://schemas.openxmlformats.org/officeDocument/2006/relationships/chart" Target="../charts/chart280.xml"/><Relationship Id="rId20" Type="http://schemas.openxmlformats.org/officeDocument/2006/relationships/chart" Target="../charts/chart281.xml"/><Relationship Id="rId21" Type="http://schemas.openxmlformats.org/officeDocument/2006/relationships/chart" Target="../charts/chart282.xml"/><Relationship Id="rId22" Type="http://schemas.openxmlformats.org/officeDocument/2006/relationships/notesSlide" Target="../notesSlides/notesSlide7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88.xml"/><Relationship Id="rId3" Type="http://schemas.openxmlformats.org/officeDocument/2006/relationships/chart" Target="../charts/chart289.xml"/><Relationship Id="rId4" Type="http://schemas.openxmlformats.org/officeDocument/2006/relationships/chart" Target="../charts/chart290.xml"/><Relationship Id="rId5" Type="http://schemas.openxmlformats.org/officeDocument/2006/relationships/chart" Target="../charts/chart291.xml"/><Relationship Id="rId6" Type="http://schemas.openxmlformats.org/officeDocument/2006/relationships/chart" Target="../charts/chart292.xml"/><Relationship Id="rId7" Type="http://schemas.openxmlformats.org/officeDocument/2006/relationships/chart" Target="../charts/chart293.xml"/><Relationship Id="rId8" Type="http://schemas.openxmlformats.org/officeDocument/2006/relationships/chart" Target="../charts/chart294.xml"/><Relationship Id="rId9" Type="http://schemas.openxmlformats.org/officeDocument/2006/relationships/chart" Target="../charts/chart295.xml"/><Relationship Id="rId10" Type="http://schemas.openxmlformats.org/officeDocument/2006/relationships/chart" Target="../charts/chart296.xml"/><Relationship Id="rId11" Type="http://schemas.openxmlformats.org/officeDocument/2006/relationships/chart" Target="../charts/chart297.xml"/><Relationship Id="rId12" Type="http://schemas.openxmlformats.org/officeDocument/2006/relationships/chart" Target="../charts/chart298.xml"/><Relationship Id="rId13" Type="http://schemas.openxmlformats.org/officeDocument/2006/relationships/chart" Target="../charts/chart299.xml"/><Relationship Id="rId14" Type="http://schemas.openxmlformats.org/officeDocument/2006/relationships/chart" Target="../charts/chart300.xml"/><Relationship Id="rId15" Type="http://schemas.openxmlformats.org/officeDocument/2006/relationships/chart" Target="../charts/chart301.xml"/><Relationship Id="rId16" Type="http://schemas.openxmlformats.org/officeDocument/2006/relationships/chart" Target="../charts/chart302.xml"/><Relationship Id="rId17" Type="http://schemas.openxmlformats.org/officeDocument/2006/relationships/chart" Target="../charts/chart303.xml"/><Relationship Id="rId18" Type="http://schemas.openxmlformats.org/officeDocument/2006/relationships/chart" Target="../charts/chart304.xml"/><Relationship Id="rId19" Type="http://schemas.openxmlformats.org/officeDocument/2006/relationships/chart" Target="../charts/chart305.xml"/><Relationship Id="rId20" Type="http://schemas.openxmlformats.org/officeDocument/2006/relationships/chart" Target="../charts/chart306.xml"/><Relationship Id="rId21" Type="http://schemas.openxmlformats.org/officeDocument/2006/relationships/chart" Target="../charts/chart307.xml"/><Relationship Id="rId22" Type="http://schemas.openxmlformats.org/officeDocument/2006/relationships/notesSlide" Target="../notesSlides/notesSlide8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16.xml"/><Relationship Id="rId3" Type="http://schemas.openxmlformats.org/officeDocument/2006/relationships/chart" Target="../charts/chart317.xml"/><Relationship Id="rId4" Type="http://schemas.openxmlformats.org/officeDocument/2006/relationships/chart" Target="../charts/chart318.xml"/><Relationship Id="rId5" Type="http://schemas.openxmlformats.org/officeDocument/2006/relationships/chart" Target="../charts/chart319.xml"/><Relationship Id="rId6" Type="http://schemas.openxmlformats.org/officeDocument/2006/relationships/chart" Target="../charts/chart320.xml"/><Relationship Id="rId7" Type="http://schemas.openxmlformats.org/officeDocument/2006/relationships/chart" Target="../charts/chart321.xml"/><Relationship Id="rId8" Type="http://schemas.openxmlformats.org/officeDocument/2006/relationships/chart" Target="../charts/chart322.xml"/><Relationship Id="rId9" Type="http://schemas.openxmlformats.org/officeDocument/2006/relationships/chart" Target="../charts/chart323.xml"/><Relationship Id="rId10" Type="http://schemas.openxmlformats.org/officeDocument/2006/relationships/chart" Target="../charts/chart324.xml"/><Relationship Id="rId11" Type="http://schemas.openxmlformats.org/officeDocument/2006/relationships/chart" Target="../charts/chart325.xml"/><Relationship Id="rId12" Type="http://schemas.openxmlformats.org/officeDocument/2006/relationships/chart" Target="../charts/chart326.xml"/><Relationship Id="rId13" Type="http://schemas.openxmlformats.org/officeDocument/2006/relationships/chart" Target="../charts/chart327.xml"/><Relationship Id="rId14" Type="http://schemas.openxmlformats.org/officeDocument/2006/relationships/chart" Target="../charts/chart328.xml"/><Relationship Id="rId15" Type="http://schemas.openxmlformats.org/officeDocument/2006/relationships/chart" Target="../charts/chart329.xml"/><Relationship Id="rId16" Type="http://schemas.openxmlformats.org/officeDocument/2006/relationships/chart" Target="../charts/chart330.xml"/><Relationship Id="rId17" Type="http://schemas.openxmlformats.org/officeDocument/2006/relationships/chart" Target="../charts/chart331.xml"/><Relationship Id="rId18" Type="http://schemas.openxmlformats.org/officeDocument/2006/relationships/chart" Target="../charts/chart332.xml"/><Relationship Id="rId19" Type="http://schemas.openxmlformats.org/officeDocument/2006/relationships/chart" Target="../charts/chart333.xml"/><Relationship Id="rId20" Type="http://schemas.openxmlformats.org/officeDocument/2006/relationships/chart" Target="../charts/chart334.xml"/><Relationship Id="rId21" Type="http://schemas.openxmlformats.org/officeDocument/2006/relationships/chart" Target="../charts/chart335.xml"/><Relationship Id="rId22" Type="http://schemas.openxmlformats.org/officeDocument/2006/relationships/notesSlide" Target="../notesSlides/notesSlide8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41.xml"/><Relationship Id="rId3" Type="http://schemas.openxmlformats.org/officeDocument/2006/relationships/chart" Target="../charts/chart342.xml"/><Relationship Id="rId4" Type="http://schemas.openxmlformats.org/officeDocument/2006/relationships/chart" Target="../charts/chart343.xml"/><Relationship Id="rId5" Type="http://schemas.openxmlformats.org/officeDocument/2006/relationships/chart" Target="../charts/chart344.xml"/><Relationship Id="rId6" Type="http://schemas.openxmlformats.org/officeDocument/2006/relationships/chart" Target="../charts/chart345.xml"/><Relationship Id="rId7" Type="http://schemas.openxmlformats.org/officeDocument/2006/relationships/chart" Target="../charts/chart346.xml"/><Relationship Id="rId8" Type="http://schemas.openxmlformats.org/officeDocument/2006/relationships/chart" Target="../charts/chart347.xml"/><Relationship Id="rId9" Type="http://schemas.openxmlformats.org/officeDocument/2006/relationships/chart" Target="../charts/chart348.xml"/><Relationship Id="rId10" Type="http://schemas.openxmlformats.org/officeDocument/2006/relationships/chart" Target="../charts/chart349.xml"/><Relationship Id="rId11" Type="http://schemas.openxmlformats.org/officeDocument/2006/relationships/chart" Target="../charts/chart350.xml"/><Relationship Id="rId12" Type="http://schemas.openxmlformats.org/officeDocument/2006/relationships/chart" Target="../charts/chart351.xml"/><Relationship Id="rId13" Type="http://schemas.openxmlformats.org/officeDocument/2006/relationships/chart" Target="../charts/chart352.xml"/><Relationship Id="rId14" Type="http://schemas.openxmlformats.org/officeDocument/2006/relationships/chart" Target="../charts/chart353.xml"/><Relationship Id="rId15" Type="http://schemas.openxmlformats.org/officeDocument/2006/relationships/chart" Target="../charts/chart354.xml"/><Relationship Id="rId16" Type="http://schemas.openxmlformats.org/officeDocument/2006/relationships/chart" Target="../charts/chart355.xml"/><Relationship Id="rId17" Type="http://schemas.openxmlformats.org/officeDocument/2006/relationships/chart" Target="../charts/chart356.xml"/><Relationship Id="rId18" Type="http://schemas.openxmlformats.org/officeDocument/2006/relationships/chart" Target="../charts/chart357.xml"/><Relationship Id="rId19" Type="http://schemas.openxmlformats.org/officeDocument/2006/relationships/chart" Target="../charts/chart358.xml"/><Relationship Id="rId20" Type="http://schemas.openxmlformats.org/officeDocument/2006/relationships/chart" Target="../charts/chart359.xml"/><Relationship Id="rId21" Type="http://schemas.openxmlformats.org/officeDocument/2006/relationships/chart" Target="../charts/chart360.xml"/><Relationship Id="rId22" Type="http://schemas.openxmlformats.org/officeDocument/2006/relationships/notesSlide" Target="../notesSlides/notesSlide9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67.xml"/><Relationship Id="rId3" Type="http://schemas.openxmlformats.org/officeDocument/2006/relationships/chart" Target="../charts/chart368.xml"/><Relationship Id="rId4" Type="http://schemas.openxmlformats.org/officeDocument/2006/relationships/chart" Target="../charts/chart369.xml"/><Relationship Id="rId5" Type="http://schemas.openxmlformats.org/officeDocument/2006/relationships/chart" Target="../charts/chart370.xml"/><Relationship Id="rId6" Type="http://schemas.openxmlformats.org/officeDocument/2006/relationships/chart" Target="../charts/chart371.xml"/><Relationship Id="rId7" Type="http://schemas.openxmlformats.org/officeDocument/2006/relationships/chart" Target="../charts/chart372.xml"/><Relationship Id="rId8" Type="http://schemas.openxmlformats.org/officeDocument/2006/relationships/chart" Target="../charts/chart373.xml"/><Relationship Id="rId9" Type="http://schemas.openxmlformats.org/officeDocument/2006/relationships/chart" Target="../charts/chart374.xml"/><Relationship Id="rId10" Type="http://schemas.openxmlformats.org/officeDocument/2006/relationships/chart" Target="../charts/chart375.xml"/><Relationship Id="rId11" Type="http://schemas.openxmlformats.org/officeDocument/2006/relationships/chart" Target="../charts/chart376.xml"/><Relationship Id="rId12" Type="http://schemas.openxmlformats.org/officeDocument/2006/relationships/chart" Target="../charts/chart377.xml"/><Relationship Id="rId13" Type="http://schemas.openxmlformats.org/officeDocument/2006/relationships/chart" Target="../charts/chart378.xml"/><Relationship Id="rId14" Type="http://schemas.openxmlformats.org/officeDocument/2006/relationships/chart" Target="../charts/chart379.xml"/><Relationship Id="rId15" Type="http://schemas.openxmlformats.org/officeDocument/2006/relationships/chart" Target="../charts/chart380.xml"/><Relationship Id="rId16" Type="http://schemas.openxmlformats.org/officeDocument/2006/relationships/chart" Target="../charts/chart381.xml"/><Relationship Id="rId17" Type="http://schemas.openxmlformats.org/officeDocument/2006/relationships/chart" Target="../charts/chart382.xml"/><Relationship Id="rId18" Type="http://schemas.openxmlformats.org/officeDocument/2006/relationships/chart" Target="../charts/chart383.xml"/><Relationship Id="rId19" Type="http://schemas.openxmlformats.org/officeDocument/2006/relationships/chart" Target="../charts/chart384.xml"/><Relationship Id="rId20" Type="http://schemas.openxmlformats.org/officeDocument/2006/relationships/chart" Target="../charts/chart385.xml"/><Relationship Id="rId21" Type="http://schemas.openxmlformats.org/officeDocument/2006/relationships/chart" Target="../charts/chart386.xml"/><Relationship Id="rId22" Type="http://schemas.openxmlformats.org/officeDocument/2006/relationships/notesSlide" Target="../notesSlides/notesSlide10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93.xml"/><Relationship Id="rId3" Type="http://schemas.openxmlformats.org/officeDocument/2006/relationships/chart" Target="../charts/chart394.xml"/><Relationship Id="rId4" Type="http://schemas.openxmlformats.org/officeDocument/2006/relationships/chart" Target="../charts/chart395.xml"/><Relationship Id="rId5" Type="http://schemas.openxmlformats.org/officeDocument/2006/relationships/chart" Target="../charts/chart396.xml"/><Relationship Id="rId6" Type="http://schemas.openxmlformats.org/officeDocument/2006/relationships/chart" Target="../charts/chart397.xml"/><Relationship Id="rId7" Type="http://schemas.openxmlformats.org/officeDocument/2006/relationships/chart" Target="../charts/chart398.xml"/><Relationship Id="rId8" Type="http://schemas.openxmlformats.org/officeDocument/2006/relationships/chart" Target="../charts/chart399.xml"/><Relationship Id="rId9" Type="http://schemas.openxmlformats.org/officeDocument/2006/relationships/chart" Target="../charts/chart400.xml"/><Relationship Id="rId10" Type="http://schemas.openxmlformats.org/officeDocument/2006/relationships/chart" Target="../charts/chart401.xml"/><Relationship Id="rId11" Type="http://schemas.openxmlformats.org/officeDocument/2006/relationships/chart" Target="../charts/chart402.xml"/><Relationship Id="rId12" Type="http://schemas.openxmlformats.org/officeDocument/2006/relationships/chart" Target="../charts/chart403.xml"/><Relationship Id="rId13" Type="http://schemas.openxmlformats.org/officeDocument/2006/relationships/chart" Target="../charts/chart404.xml"/><Relationship Id="rId14" Type="http://schemas.openxmlformats.org/officeDocument/2006/relationships/chart" Target="../charts/chart405.xml"/><Relationship Id="rId15" Type="http://schemas.openxmlformats.org/officeDocument/2006/relationships/chart" Target="../charts/chart406.xml"/><Relationship Id="rId16" Type="http://schemas.openxmlformats.org/officeDocument/2006/relationships/chart" Target="../charts/chart407.xml"/><Relationship Id="rId17" Type="http://schemas.openxmlformats.org/officeDocument/2006/relationships/chart" Target="../charts/chart408.xml"/><Relationship Id="rId18" Type="http://schemas.openxmlformats.org/officeDocument/2006/relationships/chart" Target="../charts/chart409.xml"/><Relationship Id="rId19" Type="http://schemas.openxmlformats.org/officeDocument/2006/relationships/chart" Target="../charts/chart410.xml"/><Relationship Id="rId20" Type="http://schemas.openxmlformats.org/officeDocument/2006/relationships/chart" Target="../charts/chart411.xml"/><Relationship Id="rId21" Type="http://schemas.openxmlformats.org/officeDocument/2006/relationships/chart" Target="../charts/chart412.xml"/><Relationship Id="rId22" Type="http://schemas.openxmlformats.org/officeDocument/2006/relationships/notesSlide" Target="../notesSlides/notesSlide10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19.xml"/><Relationship Id="rId3" Type="http://schemas.openxmlformats.org/officeDocument/2006/relationships/chart" Target="../charts/chart420.xml"/><Relationship Id="rId4" Type="http://schemas.openxmlformats.org/officeDocument/2006/relationships/chart" Target="../charts/chart421.xml"/><Relationship Id="rId5" Type="http://schemas.openxmlformats.org/officeDocument/2006/relationships/chart" Target="../charts/chart422.xml"/><Relationship Id="rId6" Type="http://schemas.openxmlformats.org/officeDocument/2006/relationships/chart" Target="../charts/chart423.xml"/><Relationship Id="rId7" Type="http://schemas.openxmlformats.org/officeDocument/2006/relationships/chart" Target="../charts/chart424.xml"/><Relationship Id="rId8" Type="http://schemas.openxmlformats.org/officeDocument/2006/relationships/chart" Target="../charts/chart425.xml"/><Relationship Id="rId9" Type="http://schemas.openxmlformats.org/officeDocument/2006/relationships/chart" Target="../charts/chart426.xml"/><Relationship Id="rId10" Type="http://schemas.openxmlformats.org/officeDocument/2006/relationships/chart" Target="../charts/chart427.xml"/><Relationship Id="rId11" Type="http://schemas.openxmlformats.org/officeDocument/2006/relationships/chart" Target="../charts/chart428.xml"/><Relationship Id="rId12" Type="http://schemas.openxmlformats.org/officeDocument/2006/relationships/chart" Target="../charts/chart429.xml"/><Relationship Id="rId13" Type="http://schemas.openxmlformats.org/officeDocument/2006/relationships/chart" Target="../charts/chart430.xml"/><Relationship Id="rId14" Type="http://schemas.openxmlformats.org/officeDocument/2006/relationships/chart" Target="../charts/chart431.xml"/><Relationship Id="rId15" Type="http://schemas.openxmlformats.org/officeDocument/2006/relationships/chart" Target="../charts/chart432.xml"/><Relationship Id="rId16" Type="http://schemas.openxmlformats.org/officeDocument/2006/relationships/chart" Target="../charts/chart433.xml"/><Relationship Id="rId17" Type="http://schemas.openxmlformats.org/officeDocument/2006/relationships/chart" Target="../charts/chart434.xml"/><Relationship Id="rId18" Type="http://schemas.openxmlformats.org/officeDocument/2006/relationships/chart" Target="../charts/chart435.xml"/><Relationship Id="rId19" Type="http://schemas.openxmlformats.org/officeDocument/2006/relationships/chart" Target="../charts/chart436.xml"/><Relationship Id="rId20" Type="http://schemas.openxmlformats.org/officeDocument/2006/relationships/chart" Target="../charts/chart437.xml"/><Relationship Id="rId21" Type="http://schemas.openxmlformats.org/officeDocument/2006/relationships/chart" Target="../charts/chart438.xml"/><Relationship Id="rId22" Type="http://schemas.openxmlformats.org/officeDocument/2006/relationships/notesSlide" Target="../notesSlides/notesSlide11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45.xml"/><Relationship Id="rId3" Type="http://schemas.openxmlformats.org/officeDocument/2006/relationships/chart" Target="../charts/chart446.xml"/><Relationship Id="rId4" Type="http://schemas.openxmlformats.org/officeDocument/2006/relationships/chart" Target="../charts/chart447.xml"/><Relationship Id="rId5" Type="http://schemas.openxmlformats.org/officeDocument/2006/relationships/chart" Target="../charts/chart448.xml"/><Relationship Id="rId6" Type="http://schemas.openxmlformats.org/officeDocument/2006/relationships/chart" Target="../charts/chart449.xml"/><Relationship Id="rId7" Type="http://schemas.openxmlformats.org/officeDocument/2006/relationships/chart" Target="../charts/chart450.xml"/><Relationship Id="rId8" Type="http://schemas.openxmlformats.org/officeDocument/2006/relationships/chart" Target="../charts/chart451.xml"/><Relationship Id="rId9" Type="http://schemas.openxmlformats.org/officeDocument/2006/relationships/chart" Target="../charts/chart452.xml"/><Relationship Id="rId10" Type="http://schemas.openxmlformats.org/officeDocument/2006/relationships/chart" Target="../charts/chart453.xml"/><Relationship Id="rId11" Type="http://schemas.openxmlformats.org/officeDocument/2006/relationships/chart" Target="../charts/chart454.xml"/><Relationship Id="rId12" Type="http://schemas.openxmlformats.org/officeDocument/2006/relationships/chart" Target="../charts/chart455.xml"/><Relationship Id="rId13" Type="http://schemas.openxmlformats.org/officeDocument/2006/relationships/chart" Target="../charts/chart456.xml"/><Relationship Id="rId14" Type="http://schemas.openxmlformats.org/officeDocument/2006/relationships/chart" Target="../charts/chart457.xml"/><Relationship Id="rId15" Type="http://schemas.openxmlformats.org/officeDocument/2006/relationships/chart" Target="../charts/chart458.xml"/><Relationship Id="rId16" Type="http://schemas.openxmlformats.org/officeDocument/2006/relationships/chart" Target="../charts/chart459.xml"/><Relationship Id="rId17" Type="http://schemas.openxmlformats.org/officeDocument/2006/relationships/chart" Target="../charts/chart460.xml"/><Relationship Id="rId18" Type="http://schemas.openxmlformats.org/officeDocument/2006/relationships/chart" Target="../charts/chart461.xml"/><Relationship Id="rId19" Type="http://schemas.openxmlformats.org/officeDocument/2006/relationships/chart" Target="../charts/chart462.xml"/><Relationship Id="rId20" Type="http://schemas.openxmlformats.org/officeDocument/2006/relationships/chart" Target="../charts/chart463.xml"/><Relationship Id="rId21" Type="http://schemas.openxmlformats.org/officeDocument/2006/relationships/chart" Target="../charts/chart464.xml"/><Relationship Id="rId22" Type="http://schemas.openxmlformats.org/officeDocument/2006/relationships/notesSlide" Target="../notesSlides/notesSlide11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71.xml"/><Relationship Id="rId3" Type="http://schemas.openxmlformats.org/officeDocument/2006/relationships/chart" Target="../charts/chart472.xml"/><Relationship Id="rId4" Type="http://schemas.openxmlformats.org/officeDocument/2006/relationships/chart" Target="../charts/chart473.xml"/><Relationship Id="rId5" Type="http://schemas.openxmlformats.org/officeDocument/2006/relationships/chart" Target="../charts/chart474.xml"/><Relationship Id="rId6" Type="http://schemas.openxmlformats.org/officeDocument/2006/relationships/chart" Target="../charts/chart475.xml"/><Relationship Id="rId7" Type="http://schemas.openxmlformats.org/officeDocument/2006/relationships/chart" Target="../charts/chart476.xml"/><Relationship Id="rId8" Type="http://schemas.openxmlformats.org/officeDocument/2006/relationships/chart" Target="../charts/chart477.xml"/><Relationship Id="rId9" Type="http://schemas.openxmlformats.org/officeDocument/2006/relationships/chart" Target="../charts/chart478.xml"/><Relationship Id="rId10" Type="http://schemas.openxmlformats.org/officeDocument/2006/relationships/chart" Target="../charts/chart479.xml"/><Relationship Id="rId11" Type="http://schemas.openxmlformats.org/officeDocument/2006/relationships/chart" Target="../charts/chart480.xml"/><Relationship Id="rId12" Type="http://schemas.openxmlformats.org/officeDocument/2006/relationships/chart" Target="../charts/chart481.xml"/><Relationship Id="rId13" Type="http://schemas.openxmlformats.org/officeDocument/2006/relationships/chart" Target="../charts/chart482.xml"/><Relationship Id="rId14" Type="http://schemas.openxmlformats.org/officeDocument/2006/relationships/chart" Target="../charts/chart483.xml"/><Relationship Id="rId15" Type="http://schemas.openxmlformats.org/officeDocument/2006/relationships/chart" Target="../charts/chart484.xml"/><Relationship Id="rId16" Type="http://schemas.openxmlformats.org/officeDocument/2006/relationships/chart" Target="../charts/chart485.xml"/><Relationship Id="rId17" Type="http://schemas.openxmlformats.org/officeDocument/2006/relationships/chart" Target="../charts/chart486.xml"/><Relationship Id="rId18" Type="http://schemas.openxmlformats.org/officeDocument/2006/relationships/chart" Target="../charts/chart487.xml"/><Relationship Id="rId19" Type="http://schemas.openxmlformats.org/officeDocument/2006/relationships/chart" Target="../charts/chart488.xml"/><Relationship Id="rId20" Type="http://schemas.openxmlformats.org/officeDocument/2006/relationships/chart" Target="../charts/chart489.xml"/><Relationship Id="rId21" Type="http://schemas.openxmlformats.org/officeDocument/2006/relationships/chart" Target="../charts/chart490.xml"/><Relationship Id="rId22" Type="http://schemas.openxmlformats.org/officeDocument/2006/relationships/notesSlide" Target="../notesSlides/notesSlide12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97.xml"/><Relationship Id="rId3" Type="http://schemas.openxmlformats.org/officeDocument/2006/relationships/chart" Target="../charts/chart498.xml"/><Relationship Id="rId4" Type="http://schemas.openxmlformats.org/officeDocument/2006/relationships/chart" Target="../charts/chart499.xml"/><Relationship Id="rId5" Type="http://schemas.openxmlformats.org/officeDocument/2006/relationships/chart" Target="../charts/chart500.xml"/><Relationship Id="rId6" Type="http://schemas.openxmlformats.org/officeDocument/2006/relationships/chart" Target="../charts/chart501.xml"/><Relationship Id="rId7" Type="http://schemas.openxmlformats.org/officeDocument/2006/relationships/chart" Target="../charts/chart502.xml"/><Relationship Id="rId8" Type="http://schemas.openxmlformats.org/officeDocument/2006/relationships/chart" Target="../charts/chart503.xml"/><Relationship Id="rId9" Type="http://schemas.openxmlformats.org/officeDocument/2006/relationships/chart" Target="../charts/chart504.xml"/><Relationship Id="rId10" Type="http://schemas.openxmlformats.org/officeDocument/2006/relationships/chart" Target="../charts/chart505.xml"/><Relationship Id="rId11" Type="http://schemas.openxmlformats.org/officeDocument/2006/relationships/chart" Target="../charts/chart506.xml"/><Relationship Id="rId12" Type="http://schemas.openxmlformats.org/officeDocument/2006/relationships/chart" Target="../charts/chart507.xml"/><Relationship Id="rId13" Type="http://schemas.openxmlformats.org/officeDocument/2006/relationships/chart" Target="../charts/chart508.xml"/><Relationship Id="rId14" Type="http://schemas.openxmlformats.org/officeDocument/2006/relationships/chart" Target="../charts/chart509.xml"/><Relationship Id="rId15" Type="http://schemas.openxmlformats.org/officeDocument/2006/relationships/chart" Target="../charts/chart510.xml"/><Relationship Id="rId16" Type="http://schemas.openxmlformats.org/officeDocument/2006/relationships/chart" Target="../charts/chart511.xml"/><Relationship Id="rId17" Type="http://schemas.openxmlformats.org/officeDocument/2006/relationships/chart" Target="../charts/chart512.xml"/><Relationship Id="rId18" Type="http://schemas.openxmlformats.org/officeDocument/2006/relationships/chart" Target="../charts/chart513.xml"/><Relationship Id="rId19" Type="http://schemas.openxmlformats.org/officeDocument/2006/relationships/chart" Target="../charts/chart514.xml"/><Relationship Id="rId20" Type="http://schemas.openxmlformats.org/officeDocument/2006/relationships/chart" Target="../charts/chart515.xml"/><Relationship Id="rId21" Type="http://schemas.openxmlformats.org/officeDocument/2006/relationships/chart" Target="../charts/chart516.xml"/><Relationship Id="rId22" Type="http://schemas.openxmlformats.org/officeDocument/2006/relationships/notesSlide" Target="../notesSlides/notesSlide12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23.xml"/><Relationship Id="rId3" Type="http://schemas.openxmlformats.org/officeDocument/2006/relationships/chart" Target="../charts/chart524.xml"/><Relationship Id="rId4" Type="http://schemas.openxmlformats.org/officeDocument/2006/relationships/chart" Target="../charts/chart525.xml"/><Relationship Id="rId5" Type="http://schemas.openxmlformats.org/officeDocument/2006/relationships/chart" Target="../charts/chart526.xml"/><Relationship Id="rId6" Type="http://schemas.openxmlformats.org/officeDocument/2006/relationships/chart" Target="../charts/chart527.xml"/><Relationship Id="rId7" Type="http://schemas.openxmlformats.org/officeDocument/2006/relationships/chart" Target="../charts/chart528.xml"/><Relationship Id="rId8" Type="http://schemas.openxmlformats.org/officeDocument/2006/relationships/chart" Target="../charts/chart529.xml"/><Relationship Id="rId9" Type="http://schemas.openxmlformats.org/officeDocument/2006/relationships/chart" Target="../charts/chart530.xml"/><Relationship Id="rId10" Type="http://schemas.openxmlformats.org/officeDocument/2006/relationships/chart" Target="../charts/chart531.xml"/><Relationship Id="rId11" Type="http://schemas.openxmlformats.org/officeDocument/2006/relationships/chart" Target="../charts/chart532.xml"/><Relationship Id="rId12" Type="http://schemas.openxmlformats.org/officeDocument/2006/relationships/chart" Target="../charts/chart533.xml"/><Relationship Id="rId13" Type="http://schemas.openxmlformats.org/officeDocument/2006/relationships/chart" Target="../charts/chart534.xml"/><Relationship Id="rId14" Type="http://schemas.openxmlformats.org/officeDocument/2006/relationships/chart" Target="../charts/chart535.xml"/><Relationship Id="rId15" Type="http://schemas.openxmlformats.org/officeDocument/2006/relationships/chart" Target="../charts/chart536.xml"/><Relationship Id="rId16" Type="http://schemas.openxmlformats.org/officeDocument/2006/relationships/chart" Target="../charts/chart537.xml"/><Relationship Id="rId17" Type="http://schemas.openxmlformats.org/officeDocument/2006/relationships/chart" Target="../charts/chart538.xml"/><Relationship Id="rId18" Type="http://schemas.openxmlformats.org/officeDocument/2006/relationships/chart" Target="../charts/chart539.xml"/><Relationship Id="rId19" Type="http://schemas.openxmlformats.org/officeDocument/2006/relationships/chart" Target="../charts/chart540.xml"/><Relationship Id="rId20" Type="http://schemas.openxmlformats.org/officeDocument/2006/relationships/chart" Target="../charts/chart541.xml"/><Relationship Id="rId21" Type="http://schemas.openxmlformats.org/officeDocument/2006/relationships/chart" Target="../charts/chart542.xml"/><Relationship Id="rId22" Type="http://schemas.openxmlformats.org/officeDocument/2006/relationships/notesSlide" Target="../notesSlides/notesSlide129.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53.xml"/><Relationship Id="rId3" Type="http://schemas.openxmlformats.org/officeDocument/2006/relationships/chart" Target="../charts/chart554.xml"/><Relationship Id="rId4" Type="http://schemas.openxmlformats.org/officeDocument/2006/relationships/chart" Target="../charts/chart555.xml"/><Relationship Id="rId5" Type="http://schemas.openxmlformats.org/officeDocument/2006/relationships/chart" Target="../charts/chart556.xml"/><Relationship Id="rId6" Type="http://schemas.openxmlformats.org/officeDocument/2006/relationships/chart" Target="../charts/chart557.xml"/><Relationship Id="rId7" Type="http://schemas.openxmlformats.org/officeDocument/2006/relationships/chart" Target="../charts/chart558.xml"/><Relationship Id="rId8" Type="http://schemas.openxmlformats.org/officeDocument/2006/relationships/chart" Target="../charts/chart559.xml"/><Relationship Id="rId9" Type="http://schemas.openxmlformats.org/officeDocument/2006/relationships/chart" Target="../charts/chart560.xml"/><Relationship Id="rId10" Type="http://schemas.openxmlformats.org/officeDocument/2006/relationships/chart" Target="../charts/chart561.xml"/><Relationship Id="rId11" Type="http://schemas.openxmlformats.org/officeDocument/2006/relationships/chart" Target="../charts/chart562.xml"/><Relationship Id="rId12" Type="http://schemas.openxmlformats.org/officeDocument/2006/relationships/chart" Target="../charts/chart563.xml"/><Relationship Id="rId13" Type="http://schemas.openxmlformats.org/officeDocument/2006/relationships/chart" Target="../charts/chart564.xml"/><Relationship Id="rId14" Type="http://schemas.openxmlformats.org/officeDocument/2006/relationships/chart" Target="../charts/chart565.xml"/><Relationship Id="rId15" Type="http://schemas.openxmlformats.org/officeDocument/2006/relationships/chart" Target="../charts/chart566.xml"/><Relationship Id="rId16" Type="http://schemas.openxmlformats.org/officeDocument/2006/relationships/chart" Target="../charts/chart567.xml"/><Relationship Id="rId17" Type="http://schemas.openxmlformats.org/officeDocument/2006/relationships/chart" Target="../charts/chart568.xml"/><Relationship Id="rId18" Type="http://schemas.openxmlformats.org/officeDocument/2006/relationships/chart" Target="../charts/chart569.xml"/><Relationship Id="rId19" Type="http://schemas.openxmlformats.org/officeDocument/2006/relationships/chart" Target="../charts/chart570.xml"/><Relationship Id="rId20" Type="http://schemas.openxmlformats.org/officeDocument/2006/relationships/chart" Target="../charts/chart571.xml"/><Relationship Id="rId21" Type="http://schemas.openxmlformats.org/officeDocument/2006/relationships/chart" Target="../charts/chart572.xml"/><Relationship Id="rId22" Type="http://schemas.openxmlformats.org/officeDocument/2006/relationships/notesSlide" Target="../notesSlides/notesSlide13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81.xml"/><Relationship Id="rId3" Type="http://schemas.openxmlformats.org/officeDocument/2006/relationships/chart" Target="../charts/chart582.xml"/><Relationship Id="rId4" Type="http://schemas.openxmlformats.org/officeDocument/2006/relationships/chart" Target="../charts/chart583.xml"/><Relationship Id="rId5" Type="http://schemas.openxmlformats.org/officeDocument/2006/relationships/chart" Target="../charts/chart584.xml"/><Relationship Id="rId6" Type="http://schemas.openxmlformats.org/officeDocument/2006/relationships/chart" Target="../charts/chart585.xml"/><Relationship Id="rId7" Type="http://schemas.openxmlformats.org/officeDocument/2006/relationships/chart" Target="../charts/chart586.xml"/><Relationship Id="rId8" Type="http://schemas.openxmlformats.org/officeDocument/2006/relationships/chart" Target="../charts/chart587.xml"/><Relationship Id="rId9" Type="http://schemas.openxmlformats.org/officeDocument/2006/relationships/chart" Target="../charts/chart588.xml"/><Relationship Id="rId10" Type="http://schemas.openxmlformats.org/officeDocument/2006/relationships/chart" Target="../charts/chart589.xml"/><Relationship Id="rId11" Type="http://schemas.openxmlformats.org/officeDocument/2006/relationships/chart" Target="../charts/chart590.xml"/><Relationship Id="rId12" Type="http://schemas.openxmlformats.org/officeDocument/2006/relationships/chart" Target="../charts/chart591.xml"/><Relationship Id="rId13" Type="http://schemas.openxmlformats.org/officeDocument/2006/relationships/chart" Target="../charts/chart592.xml"/><Relationship Id="rId14" Type="http://schemas.openxmlformats.org/officeDocument/2006/relationships/chart" Target="../charts/chart593.xml"/><Relationship Id="rId15" Type="http://schemas.openxmlformats.org/officeDocument/2006/relationships/chart" Target="../charts/chart594.xml"/><Relationship Id="rId16" Type="http://schemas.openxmlformats.org/officeDocument/2006/relationships/chart" Target="../charts/chart595.xml"/><Relationship Id="rId17" Type="http://schemas.openxmlformats.org/officeDocument/2006/relationships/chart" Target="../charts/chart596.xml"/><Relationship Id="rId18" Type="http://schemas.openxmlformats.org/officeDocument/2006/relationships/chart" Target="../charts/chart597.xml"/><Relationship Id="rId19" Type="http://schemas.openxmlformats.org/officeDocument/2006/relationships/chart" Target="../charts/chart598.xml"/><Relationship Id="rId20" Type="http://schemas.openxmlformats.org/officeDocument/2006/relationships/chart" Target="../charts/chart599.xml"/><Relationship Id="rId21" Type="http://schemas.openxmlformats.org/officeDocument/2006/relationships/chart" Target="../charts/chart600.xml"/><Relationship Id="rId22" Type="http://schemas.openxmlformats.org/officeDocument/2006/relationships/notesSlide" Target="../notesSlides/notesSlide156.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607.xml"/><Relationship Id="rId3" Type="http://schemas.openxmlformats.org/officeDocument/2006/relationships/chart" Target="../charts/chart608.xml"/><Relationship Id="rId4" Type="http://schemas.openxmlformats.org/officeDocument/2006/relationships/chart" Target="../charts/chart609.xml"/><Relationship Id="rId5" Type="http://schemas.openxmlformats.org/officeDocument/2006/relationships/chart" Target="../charts/chart610.xml"/><Relationship Id="rId6" Type="http://schemas.openxmlformats.org/officeDocument/2006/relationships/chart" Target="../charts/chart611.xml"/><Relationship Id="rId7" Type="http://schemas.openxmlformats.org/officeDocument/2006/relationships/chart" Target="../charts/chart612.xml"/><Relationship Id="rId8" Type="http://schemas.openxmlformats.org/officeDocument/2006/relationships/chart" Target="../charts/chart613.xml"/><Relationship Id="rId9" Type="http://schemas.openxmlformats.org/officeDocument/2006/relationships/chart" Target="../charts/chart614.xml"/><Relationship Id="rId10" Type="http://schemas.openxmlformats.org/officeDocument/2006/relationships/chart" Target="../charts/chart615.xml"/><Relationship Id="rId11" Type="http://schemas.openxmlformats.org/officeDocument/2006/relationships/chart" Target="../charts/chart616.xml"/><Relationship Id="rId12" Type="http://schemas.openxmlformats.org/officeDocument/2006/relationships/chart" Target="../charts/chart617.xml"/><Relationship Id="rId13" Type="http://schemas.openxmlformats.org/officeDocument/2006/relationships/chart" Target="../charts/chart618.xml"/><Relationship Id="rId14" Type="http://schemas.openxmlformats.org/officeDocument/2006/relationships/chart" Target="../charts/chart619.xml"/><Relationship Id="rId15" Type="http://schemas.openxmlformats.org/officeDocument/2006/relationships/chart" Target="../charts/chart620.xml"/><Relationship Id="rId16" Type="http://schemas.openxmlformats.org/officeDocument/2006/relationships/chart" Target="../charts/chart621.xml"/><Relationship Id="rId17" Type="http://schemas.openxmlformats.org/officeDocument/2006/relationships/chart" Target="../charts/chart622.xml"/><Relationship Id="rId18" Type="http://schemas.openxmlformats.org/officeDocument/2006/relationships/chart" Target="../charts/chart623.xml"/><Relationship Id="rId19" Type="http://schemas.openxmlformats.org/officeDocument/2006/relationships/chart" Target="../charts/chart624.xml"/><Relationship Id="rId20" Type="http://schemas.openxmlformats.org/officeDocument/2006/relationships/chart" Target="../charts/chart625.xml"/><Relationship Id="rId21" Type="http://schemas.openxmlformats.org/officeDocument/2006/relationships/chart" Target="../charts/chart626.xml"/><Relationship Id="rId22" Type="http://schemas.openxmlformats.org/officeDocument/2006/relationships/notesSlide" Target="../notesSlides/notesSlide205.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633.xml"/><Relationship Id="rId3" Type="http://schemas.openxmlformats.org/officeDocument/2006/relationships/chart" Target="../charts/chart634.xml"/><Relationship Id="rId4" Type="http://schemas.openxmlformats.org/officeDocument/2006/relationships/chart" Target="../charts/chart635.xml"/><Relationship Id="rId5" Type="http://schemas.openxmlformats.org/officeDocument/2006/relationships/chart" Target="../charts/chart636.xml"/><Relationship Id="rId6" Type="http://schemas.openxmlformats.org/officeDocument/2006/relationships/chart" Target="../charts/chart637.xml"/><Relationship Id="rId7" Type="http://schemas.openxmlformats.org/officeDocument/2006/relationships/chart" Target="../charts/chart638.xml"/><Relationship Id="rId8" Type="http://schemas.openxmlformats.org/officeDocument/2006/relationships/chart" Target="../charts/chart639.xml"/><Relationship Id="rId9" Type="http://schemas.openxmlformats.org/officeDocument/2006/relationships/chart" Target="../charts/chart640.xml"/><Relationship Id="rId10" Type="http://schemas.openxmlformats.org/officeDocument/2006/relationships/chart" Target="../charts/chart641.xml"/><Relationship Id="rId11" Type="http://schemas.openxmlformats.org/officeDocument/2006/relationships/chart" Target="../charts/chart642.xml"/><Relationship Id="rId12" Type="http://schemas.openxmlformats.org/officeDocument/2006/relationships/chart" Target="../charts/chart643.xml"/><Relationship Id="rId13" Type="http://schemas.openxmlformats.org/officeDocument/2006/relationships/chart" Target="../charts/chart644.xml"/><Relationship Id="rId14" Type="http://schemas.openxmlformats.org/officeDocument/2006/relationships/chart" Target="../charts/chart645.xml"/><Relationship Id="rId15" Type="http://schemas.openxmlformats.org/officeDocument/2006/relationships/chart" Target="../charts/chart646.xml"/><Relationship Id="rId16" Type="http://schemas.openxmlformats.org/officeDocument/2006/relationships/chart" Target="../charts/chart647.xml"/><Relationship Id="rId17" Type="http://schemas.openxmlformats.org/officeDocument/2006/relationships/chart" Target="../charts/chart648.xml"/><Relationship Id="rId18" Type="http://schemas.openxmlformats.org/officeDocument/2006/relationships/chart" Target="../charts/chart649.xml"/><Relationship Id="rId19" Type="http://schemas.openxmlformats.org/officeDocument/2006/relationships/chart" Target="../charts/chart650.xml"/><Relationship Id="rId20" Type="http://schemas.openxmlformats.org/officeDocument/2006/relationships/chart" Target="../charts/chart651.xml"/><Relationship Id="rId21" Type="http://schemas.openxmlformats.org/officeDocument/2006/relationships/chart" Target="../charts/chart652.xml"/><Relationship Id="rId22" Type="http://schemas.openxmlformats.org/officeDocument/2006/relationships/notesSlide" Target="../notesSlides/notesSlide209.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659.xml"/><Relationship Id="rId3" Type="http://schemas.openxmlformats.org/officeDocument/2006/relationships/chart" Target="../charts/chart660.xml"/><Relationship Id="rId4" Type="http://schemas.openxmlformats.org/officeDocument/2006/relationships/chart" Target="../charts/chart661.xml"/><Relationship Id="rId5" Type="http://schemas.openxmlformats.org/officeDocument/2006/relationships/chart" Target="../charts/chart662.xml"/><Relationship Id="rId6" Type="http://schemas.openxmlformats.org/officeDocument/2006/relationships/chart" Target="../charts/chart663.xml"/><Relationship Id="rId7" Type="http://schemas.openxmlformats.org/officeDocument/2006/relationships/chart" Target="../charts/chart664.xml"/><Relationship Id="rId8" Type="http://schemas.openxmlformats.org/officeDocument/2006/relationships/chart" Target="../charts/chart665.xml"/><Relationship Id="rId9" Type="http://schemas.openxmlformats.org/officeDocument/2006/relationships/chart" Target="../charts/chart666.xml"/><Relationship Id="rId10" Type="http://schemas.openxmlformats.org/officeDocument/2006/relationships/chart" Target="../charts/chart667.xml"/><Relationship Id="rId11" Type="http://schemas.openxmlformats.org/officeDocument/2006/relationships/chart" Target="../charts/chart668.xml"/><Relationship Id="rId12" Type="http://schemas.openxmlformats.org/officeDocument/2006/relationships/chart" Target="../charts/chart669.xml"/><Relationship Id="rId13" Type="http://schemas.openxmlformats.org/officeDocument/2006/relationships/chart" Target="../charts/chart670.xml"/><Relationship Id="rId14" Type="http://schemas.openxmlformats.org/officeDocument/2006/relationships/chart" Target="../charts/chart671.xml"/><Relationship Id="rId15" Type="http://schemas.openxmlformats.org/officeDocument/2006/relationships/chart" Target="../charts/chart672.xml"/><Relationship Id="rId16" Type="http://schemas.openxmlformats.org/officeDocument/2006/relationships/chart" Target="../charts/chart673.xml"/><Relationship Id="rId17" Type="http://schemas.openxmlformats.org/officeDocument/2006/relationships/chart" Target="../charts/chart674.xml"/><Relationship Id="rId18" Type="http://schemas.openxmlformats.org/officeDocument/2006/relationships/chart" Target="../charts/chart675.xml"/><Relationship Id="rId19" Type="http://schemas.openxmlformats.org/officeDocument/2006/relationships/chart" Target="../charts/chart676.xml"/><Relationship Id="rId20" Type="http://schemas.openxmlformats.org/officeDocument/2006/relationships/chart" Target="../charts/chart677.xml"/><Relationship Id="rId21" Type="http://schemas.openxmlformats.org/officeDocument/2006/relationships/chart" Target="../charts/chart678.xml"/><Relationship Id="rId22" Type="http://schemas.openxmlformats.org/officeDocument/2006/relationships/notesSlide" Target="../notesSlides/notesSlide213.xml"/></Relationships>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Net Profit</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Shape 8"/>
          <p:cNvSpPr/>
          <p:nvPr/>
        </p:nvSpPr>
        <p:spPr>
          <a:xfrm>
            <a:off x="4084320" y="1847088"/>
            <a:ext cx="64008" cy="813816"/>
          </a:xfrm>
          <a:prstGeom prst="rect">
            <a:avLst/>
          </a:prstGeom>
          <a:solidFill>
            <a:srgbClr val="12A566"/>
          </a:solidFill>
          <a:ln/>
        </p:spPr>
        <p:txBody>
          <a:bodyPr/>
          <a:p/>
        </p:txBody>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$6.41M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$7.83M</a:t>
            </a:r>
            <a:endParaRPr lang="en-US" sz="1400" dirty="0"/>
          </a:p>
        </p:txBody>
      </p:sp>
      <p:graphicFrame>
        <p:nvGraphicFramePr>
          <p:cNvPr id="13"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4" name="Text 11"/>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+$1.42M</a:t>
            </a:r>
            <a:endParaRPr lang="en-US" sz="1600" dirty="0"/>
          </a:p>
        </p:txBody>
      </p:sp>
      <p:sp>
        <p:nvSpPr>
          <p:cNvPr id="15" name="Text 12"/>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+22.1%</a:t>
            </a:r>
            <a:endParaRPr lang="en-US" sz="1300" dirty="0"/>
          </a:p>
        </p:txBody>
      </p:sp>
      <p:sp>
        <p:nvSpPr>
          <p:cNvPr id="16" name="Text 13"/>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7" name="Text 14"/>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$4.94M</a:t>
            </a:r>
            <a:endParaRPr lang="en-US" sz="1400" dirty="0"/>
          </a:p>
        </p:txBody>
      </p:sp>
      <p:graphicFrame>
        <p:nvGraphicFramePr>
          <p:cNvPr id="18"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9" name="Text 15"/>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+$838K</a:t>
            </a:r>
            <a:endParaRPr lang="en-US" sz="1600" dirty="0"/>
          </a:p>
        </p:txBody>
      </p:sp>
      <p:sp>
        <p:nvSpPr>
          <p:cNvPr id="20" name="Text 16"/>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+20.4%</a:t>
            </a:r>
            <a:endParaRPr lang="en-US" sz="1300" dirty="0"/>
          </a:p>
        </p:txBody>
      </p:sp>
      <p:sp>
        <p:nvSpPr>
          <p:cNvPr id="21" name="Shape 17"/>
          <p:cNvSpPr/>
          <p:nvPr/>
        </p:nvSpPr>
        <p:spPr>
          <a:xfrm>
            <a:off x="658368" y="3584448"/>
            <a:ext cx="3489960" cy="886968"/>
          </a:xfrm>
          <a:prstGeom prst="rect">
            <a:avLst/>
          </a:prstGeom>
          <a:solidFill>
            <a:srgbClr val="F7F7F7"/>
          </a:solidFill>
          <a:ln/>
        </p:spPr>
        <p:txBody>
          <a:bodyPr/>
          <a:p/>
        </p:txBody>
      </p:sp>
      <p:sp>
        <p:nvSpPr>
          <p:cNvPr id="22" name="Text 18"/>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3" name="Text 19"/>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$2.60M</a:t>
            </a:r>
            <a:endParaRPr lang="en-US" sz="1400" dirty="0"/>
          </a:p>
        </p:txBody>
      </p:sp>
      <p:graphicFrame>
        <p:nvGraphicFramePr>
          <p:cNvPr id="24"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5" name="Text 20"/>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+$766K</a:t>
            </a:r>
            <a:endParaRPr lang="en-US" sz="1600" dirty="0"/>
          </a:p>
        </p:txBody>
      </p:sp>
      <p:sp>
        <p:nvSpPr>
          <p:cNvPr id="26" name="Text 21"/>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+41.8%</a:t>
            </a:r>
            <a:endParaRPr lang="en-US" sz="1300" dirty="0"/>
          </a:p>
        </p:txBody>
      </p:sp>
      <p:sp>
        <p:nvSpPr>
          <p:cNvPr id="27" name="Shape 22"/>
          <p:cNvSpPr/>
          <p:nvPr/>
        </p:nvSpPr>
        <p:spPr>
          <a:xfrm>
            <a:off x="4084320" y="4507992"/>
            <a:ext cx="64008" cy="813816"/>
          </a:xfrm>
          <a:prstGeom prst="rect">
            <a:avLst/>
          </a:prstGeom>
          <a:solidFill>
            <a:srgbClr val="12A566"/>
          </a:solidFill>
          <a:ln/>
        </p:spPr>
        <p:txBody>
          <a:bodyPr/>
          <a:p/>
        </p:txBody>
      </p:sp>
      <p:sp>
        <p:nvSpPr>
          <p:cNvPr id="28" name="Text 23"/>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9" name="Text 24"/>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$5.39M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$6.08M</a:t>
            </a:r>
            <a:endParaRPr lang="en-US" sz="1400" dirty="0"/>
          </a:p>
        </p:txBody>
      </p:sp>
      <p:graphicFrame>
        <p:nvGraphicFramePr>
          <p:cNvPr id="30"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31" name="Text 25"/>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+$692K</a:t>
            </a:r>
            <a:endParaRPr lang="en-US" sz="1600" dirty="0"/>
          </a:p>
        </p:txBody>
      </p:sp>
      <p:sp>
        <p:nvSpPr>
          <p:cNvPr id="32" name="Text 26"/>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+12.9%</a:t>
            </a:r>
            <a:endParaRPr lang="en-US" sz="1300" dirty="0"/>
          </a:p>
        </p:txBody>
      </p:sp>
      <p:sp>
        <p:nvSpPr>
          <p:cNvPr id="33" name="Shape 27"/>
          <p:cNvSpPr/>
          <p:nvPr/>
        </p:nvSpPr>
        <p:spPr>
          <a:xfrm>
            <a:off x="658368" y="5358384"/>
            <a:ext cx="3489960" cy="886968"/>
          </a:xfrm>
          <a:prstGeom prst="rect">
            <a:avLst/>
          </a:prstGeom>
          <a:solidFill>
            <a:srgbClr val="F7F7F7"/>
          </a:solidFill>
          <a:ln/>
        </p:spPr>
        <p:txBody>
          <a:bodyPr/>
          <a:p/>
        </p:txBody>
      </p:sp>
      <p:sp>
        <p:nvSpPr>
          <p:cNvPr id="34" name="Text 28"/>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5" name="Text 29"/>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−$389K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$94K</a:t>
            </a:r>
            <a:endParaRPr lang="en-US" sz="1400" dirty="0"/>
          </a:p>
        </p:txBody>
      </p:sp>
      <p:graphicFrame>
        <p:nvGraphicFramePr>
          <p:cNvPr id="36"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7" name="Text 30"/>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+$484K</a:t>
            </a:r>
            <a:endParaRPr lang="en-US" sz="1600" dirty="0"/>
          </a:p>
        </p:txBody>
      </p:sp>
      <p:sp>
        <p:nvSpPr>
          <p:cNvPr id="38" name="Text 31"/>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+124.3%</a:t>
            </a:r>
            <a:endParaRPr lang="en-US" sz="1300" dirty="0"/>
          </a:p>
        </p:txBody>
      </p:sp>
      <p:sp>
        <p:nvSpPr>
          <p:cNvPr id="39" name="Shape 32"/>
          <p:cNvSpPr/>
          <p:nvPr/>
        </p:nvSpPr>
        <p:spPr>
          <a:xfrm>
            <a:off x="4349496" y="1371600"/>
            <a:ext cx="3489960" cy="45720"/>
          </a:xfrm>
          <a:prstGeom prst="rect">
            <a:avLst/>
          </a:prstGeom>
          <a:solidFill>
            <a:srgbClr val="C2352F"/>
          </a:solidFill>
          <a:ln/>
        </p:spPr>
        <p:txBody>
          <a:bodyPr/>
          <a:p/>
        </p:txBody>
      </p:sp>
      <p:sp>
        <p:nvSpPr>
          <p:cNvPr id="40" name="Text 33"/>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41" name="Shape 34"/>
          <p:cNvSpPr/>
          <p:nvPr/>
        </p:nvSpPr>
        <p:spPr>
          <a:xfrm>
            <a:off x="4349496" y="1810512"/>
            <a:ext cx="3489960" cy="886968"/>
          </a:xfrm>
          <a:prstGeom prst="rect">
            <a:avLst/>
          </a:prstGeom>
          <a:solidFill>
            <a:srgbClr val="F7F7F7"/>
          </a:solidFill>
          <a:ln/>
        </p:spPr>
        <p:txBody>
          <a:bodyPr/>
          <a:p/>
        </p:txBody>
      </p:sp>
      <p:sp>
        <p:nvSpPr>
          <p:cNvPr id="42" name="Shape 35"/>
          <p:cNvSpPr/>
          <p:nvPr/>
        </p:nvSpPr>
        <p:spPr>
          <a:xfrm>
            <a:off x="7775448" y="1847088"/>
            <a:ext cx="64008" cy="813816"/>
          </a:xfrm>
          <a:prstGeom prst="rect">
            <a:avLst/>
          </a:prstGeom>
          <a:solidFill>
            <a:srgbClr val="2587C5"/>
          </a:solidFill>
          <a:ln/>
        </p:spPr>
        <p:txBody>
          <a:bodyPr/>
          <a:p/>
        </p:txBody>
      </p:sp>
      <p:sp>
        <p:nvSpPr>
          <p:cNvPr id="43" name="Text 36"/>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4" name="Text 37"/>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$2.91M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$2.27M</a:t>
            </a:r>
            <a:endParaRPr lang="en-US" sz="1400" dirty="0"/>
          </a:p>
        </p:txBody>
      </p:sp>
      <p:graphicFrame>
        <p:nvGraphicFramePr>
          <p:cNvPr id="45"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6" name="Text 38"/>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−$643K</a:t>
            </a:r>
            <a:endParaRPr lang="en-US" sz="1600" dirty="0"/>
          </a:p>
        </p:txBody>
      </p:sp>
      <p:sp>
        <p:nvSpPr>
          <p:cNvPr id="47" name="Text 39"/>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−22.1%</a:t>
            </a:r>
            <a:endParaRPr lang="en-US" sz="1300" dirty="0"/>
          </a:p>
        </p:txBody>
      </p:sp>
      <p:sp>
        <p:nvSpPr>
          <p:cNvPr id="48" name="Text 40"/>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9" name="Text 41"/>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$1.09M</a:t>
            </a:r>
            <a:endParaRPr lang="en-US" sz="1400" dirty="0"/>
          </a:p>
        </p:txBody>
      </p:sp>
      <p:graphicFrame>
        <p:nvGraphicFramePr>
          <p:cNvPr id="50"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51" name="Text 42"/>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−$457K</a:t>
            </a:r>
            <a:endParaRPr lang="en-US" sz="1600" dirty="0"/>
          </a:p>
        </p:txBody>
      </p:sp>
      <p:sp>
        <p:nvSpPr>
          <p:cNvPr id="52" name="Text 43"/>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−29.6%</a:t>
            </a:r>
            <a:endParaRPr lang="en-US" sz="1300" dirty="0"/>
          </a:p>
        </p:txBody>
      </p:sp>
      <p:sp>
        <p:nvSpPr>
          <p:cNvPr id="53" name="Shape 44"/>
          <p:cNvSpPr/>
          <p:nvPr/>
        </p:nvSpPr>
        <p:spPr>
          <a:xfrm>
            <a:off x="4349496" y="3584448"/>
            <a:ext cx="3489960" cy="886968"/>
          </a:xfrm>
          <a:prstGeom prst="rect">
            <a:avLst/>
          </a:prstGeom>
          <a:solidFill>
            <a:srgbClr val="F7F7F7"/>
          </a:solidFill>
          <a:ln/>
        </p:spPr>
        <p:txBody>
          <a:bodyPr/>
          <a:p/>
        </p:txBody>
      </p:sp>
      <p:sp>
        <p:nvSpPr>
          <p:cNvPr id="54" name="Text 45"/>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55" name="Text 46"/>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$967K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$699K</a:t>
            </a:r>
            <a:endParaRPr lang="en-US" sz="1400" dirty="0"/>
          </a:p>
        </p:txBody>
      </p:sp>
      <p:graphicFrame>
        <p:nvGraphicFramePr>
          <p:cNvPr id="56"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57" name="Text 47"/>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−$268K</a:t>
            </a:r>
            <a:endParaRPr lang="en-US" sz="1600" dirty="0"/>
          </a:p>
        </p:txBody>
      </p:sp>
      <p:sp>
        <p:nvSpPr>
          <p:cNvPr id="58" name="Text 48"/>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−27.7%</a:t>
            </a:r>
            <a:endParaRPr lang="en-US" sz="1300" dirty="0"/>
          </a:p>
        </p:txBody>
      </p:sp>
      <p:sp>
        <p:nvSpPr>
          <p:cNvPr id="59" name="Text 49"/>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60" name="Text 50"/>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$153K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−$59K</a:t>
            </a:r>
            <a:endParaRPr lang="en-US" sz="1400" dirty="0"/>
          </a:p>
        </p:txBody>
      </p:sp>
      <p:graphicFrame>
        <p:nvGraphicFramePr>
          <p:cNvPr id="61"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62" name="Text 51"/>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−$212K</a:t>
            </a:r>
            <a:endParaRPr lang="en-US" sz="1600" dirty="0"/>
          </a:p>
        </p:txBody>
      </p:sp>
      <p:sp>
        <p:nvSpPr>
          <p:cNvPr id="63" name="Text 52"/>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−138.2%</a:t>
            </a:r>
            <a:endParaRPr lang="en-US" sz="1300" dirty="0"/>
          </a:p>
        </p:txBody>
      </p:sp>
      <p:sp>
        <p:nvSpPr>
          <p:cNvPr id="64" name="Shape 53"/>
          <p:cNvSpPr/>
          <p:nvPr/>
        </p:nvSpPr>
        <p:spPr>
          <a:xfrm>
            <a:off x="4349496" y="5358384"/>
            <a:ext cx="3489960" cy="886968"/>
          </a:xfrm>
          <a:prstGeom prst="rect">
            <a:avLst/>
          </a:prstGeom>
          <a:solidFill>
            <a:srgbClr val="F7F7F7"/>
          </a:solidFill>
          <a:ln/>
        </p:spPr>
        <p:txBody>
          <a:bodyPr/>
          <a:p/>
        </p:txBody>
      </p:sp>
      <p:sp>
        <p:nvSpPr>
          <p:cNvPr id="65" name="Text 54"/>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66" name="Text 55"/>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$1.99M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$1.82M</a:t>
            </a:r>
            <a:endParaRPr lang="en-US" sz="1400" dirty="0"/>
          </a:p>
        </p:txBody>
      </p:sp>
      <p:graphicFrame>
        <p:nvGraphicFramePr>
          <p:cNvPr id="67"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68" name="Text 56"/>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−$178K</a:t>
            </a:r>
            <a:endParaRPr lang="en-US" sz="1600" dirty="0"/>
          </a:p>
        </p:txBody>
      </p:sp>
      <p:sp>
        <p:nvSpPr>
          <p:cNvPr id="69" name="Text 57"/>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−8.9%</a:t>
            </a:r>
            <a:endParaRPr lang="en-US" sz="1300" dirty="0"/>
          </a:p>
        </p:txBody>
      </p:sp>
      <p:sp>
        <p:nvSpPr>
          <p:cNvPr id="70" name="Shape 58"/>
          <p:cNvSpPr/>
          <p:nvPr/>
        </p:nvSpPr>
        <p:spPr>
          <a:xfrm>
            <a:off x="8040624" y="1371600"/>
            <a:ext cx="3489960" cy="45720"/>
          </a:xfrm>
          <a:prstGeom prst="rect">
            <a:avLst/>
          </a:prstGeom>
          <a:solidFill>
            <a:srgbClr val="2587C5"/>
          </a:solidFill>
          <a:ln/>
        </p:spPr>
        <p:txBody>
          <a:bodyPr/>
          <a:p/>
        </p:txBody>
      </p:sp>
      <p:sp>
        <p:nvSpPr>
          <p:cNvPr id="71" name="Text 5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72" name="Shape 60"/>
          <p:cNvSpPr/>
          <p:nvPr/>
        </p:nvSpPr>
        <p:spPr>
          <a:xfrm>
            <a:off x="8040624" y="1810512"/>
            <a:ext cx="3489960" cy="886968"/>
          </a:xfrm>
          <a:prstGeom prst="rect">
            <a:avLst/>
          </a:prstGeom>
          <a:solidFill>
            <a:srgbClr val="F7F7F7"/>
          </a:solidFill>
          <a:ln/>
        </p:spPr>
        <p:txBody>
          <a:bodyPr/>
          <a:p/>
        </p:txBody>
      </p:sp>
      <p:sp>
        <p:nvSpPr>
          <p:cNvPr id="73" name="Shape 61"/>
          <p:cNvSpPr/>
          <p:nvPr/>
        </p:nvSpPr>
        <p:spPr>
          <a:xfrm>
            <a:off x="11466576" y="1847088"/>
            <a:ext cx="64008" cy="813816"/>
          </a:xfrm>
          <a:prstGeom prst="rect">
            <a:avLst/>
          </a:prstGeom>
          <a:solidFill>
            <a:srgbClr val="12A566"/>
          </a:solidFill>
          <a:ln/>
        </p:spPr>
        <p:txBody>
          <a:bodyPr/>
          <a:p/>
        </p:txBody>
      </p:sp>
      <p:sp>
        <p:nvSpPr>
          <p:cNvPr id="74" name="Text 62"/>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75" name="Text 63"/>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$586K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$725K</a:t>
            </a:r>
            <a:endParaRPr lang="en-US" sz="1400" dirty="0"/>
          </a:p>
        </p:txBody>
      </p:sp>
      <p:graphicFrame>
        <p:nvGraphicFramePr>
          <p:cNvPr id="76"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77"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78" name="Text 64"/>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+$139K</a:t>
            </a:r>
            <a:endParaRPr lang="en-US" sz="1600" dirty="0"/>
          </a:p>
        </p:txBody>
      </p:sp>
      <p:sp>
        <p:nvSpPr>
          <p:cNvPr id="79" name="Text 65"/>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+23.8%</a:t>
            </a:r>
            <a:endParaRPr lang="en-US" sz="1300" dirty="0"/>
          </a:p>
        </p:txBody>
      </p:sp>
      <p:sp>
        <p:nvSpPr>
          <p:cNvPr id="80" name="Shape 66"/>
          <p:cNvSpPr/>
          <p:nvPr/>
        </p:nvSpPr>
        <p:spPr>
          <a:xfrm>
            <a:off x="11466576" y="2734056"/>
            <a:ext cx="64008" cy="813816"/>
          </a:xfrm>
          <a:prstGeom prst="rect">
            <a:avLst/>
          </a:prstGeom>
          <a:solidFill>
            <a:srgbClr val="12A566"/>
          </a:solidFill>
          <a:ln/>
        </p:spPr>
        <p:txBody>
          <a:bodyPr/>
          <a:p/>
        </p:txBody>
      </p:sp>
      <p:sp>
        <p:nvSpPr>
          <p:cNvPr id="81" name="Text 67"/>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82" name="Text 68"/>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$934K</a:t>
            </a:r>
            <a:endParaRPr lang="en-US" sz="1400" dirty="0"/>
          </a:p>
        </p:txBody>
      </p:sp>
      <p:graphicFrame>
        <p:nvGraphicFramePr>
          <p:cNvPr id="83"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84"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85" name="Text 69"/>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+$138K</a:t>
            </a:r>
            <a:endParaRPr lang="en-US" sz="1600" dirty="0"/>
          </a:p>
        </p:txBody>
      </p:sp>
      <p:sp>
        <p:nvSpPr>
          <p:cNvPr id="86" name="Text 70"/>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+17.4%</a:t>
            </a:r>
            <a:endParaRPr lang="en-US" sz="1300" dirty="0"/>
          </a:p>
        </p:txBody>
      </p:sp>
      <p:sp>
        <p:nvSpPr>
          <p:cNvPr id="87" name="Shape 71"/>
          <p:cNvSpPr/>
          <p:nvPr/>
        </p:nvSpPr>
        <p:spPr>
          <a:xfrm>
            <a:off x="8040624" y="3584448"/>
            <a:ext cx="3489960" cy="886968"/>
          </a:xfrm>
          <a:prstGeom prst="rect">
            <a:avLst/>
          </a:prstGeom>
          <a:solidFill>
            <a:srgbClr val="F7F7F7"/>
          </a:solidFill>
          <a:ln/>
        </p:spPr>
        <p:txBody>
          <a:bodyPr/>
          <a:p/>
        </p:txBody>
      </p:sp>
      <p:sp>
        <p:nvSpPr>
          <p:cNvPr id="88" name="Shape 72"/>
          <p:cNvSpPr/>
          <p:nvPr/>
        </p:nvSpPr>
        <p:spPr>
          <a:xfrm>
            <a:off x="11466576" y="3621024"/>
            <a:ext cx="64008" cy="813816"/>
          </a:xfrm>
          <a:prstGeom prst="rect">
            <a:avLst/>
          </a:prstGeom>
          <a:solidFill>
            <a:srgbClr val="2587C5"/>
          </a:solidFill>
          <a:ln/>
        </p:spPr>
        <p:txBody>
          <a:bodyPr/>
          <a:p/>
        </p:txBody>
      </p:sp>
      <p:sp>
        <p:nvSpPr>
          <p:cNvPr id="89" name="Text 73"/>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90" name="Text 74"/>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$294K</a:t>
            </a:r>
            <a:endParaRPr lang="en-US" sz="1400" dirty="0"/>
          </a:p>
        </p:txBody>
      </p:sp>
      <p:graphicFrame>
        <p:nvGraphicFramePr>
          <p:cNvPr id="91"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92"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93" name="Text 75"/>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+$113K</a:t>
            </a:r>
            <a:endParaRPr lang="en-US" sz="1600" dirty="0"/>
          </a:p>
        </p:txBody>
      </p:sp>
      <p:sp>
        <p:nvSpPr>
          <p:cNvPr id="94" name="Text 76"/>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+62.3%</a:t>
            </a:r>
            <a:endParaRPr lang="en-US" sz="1300" dirty="0"/>
          </a:p>
        </p:txBody>
      </p:sp>
      <p:sp>
        <p:nvSpPr>
          <p:cNvPr id="95" name="Text 77"/>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96" name="Text 78"/>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$408K</a:t>
            </a:r>
            <a:endParaRPr lang="en-US" sz="1400" dirty="0"/>
          </a:p>
        </p:txBody>
      </p:sp>
      <p:graphicFrame>
        <p:nvGraphicFramePr>
          <p:cNvPr id="97"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98"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99" name="Text 79"/>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+$92K</a:t>
            </a:r>
            <a:endParaRPr lang="en-US" sz="1600" dirty="0"/>
          </a:p>
        </p:txBody>
      </p:sp>
      <p:sp>
        <p:nvSpPr>
          <p:cNvPr id="100" name="Text 80"/>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+29.2%</a:t>
            </a:r>
            <a:endParaRPr lang="en-US" sz="1300" dirty="0"/>
          </a:p>
        </p:txBody>
      </p:sp>
      <p:sp>
        <p:nvSpPr>
          <p:cNvPr id="101" name="Shape 81"/>
          <p:cNvSpPr/>
          <p:nvPr/>
        </p:nvSpPr>
        <p:spPr>
          <a:xfrm>
            <a:off x="8040624" y="5358384"/>
            <a:ext cx="3489960" cy="886968"/>
          </a:xfrm>
          <a:prstGeom prst="rect">
            <a:avLst/>
          </a:prstGeom>
          <a:solidFill>
            <a:srgbClr val="F7F7F7"/>
          </a:solidFill>
          <a:ln/>
        </p:spPr>
        <p:txBody>
          <a:bodyPr/>
          <a:p/>
        </p:txBody>
      </p:sp>
      <p:sp>
        <p:nvSpPr>
          <p:cNvPr id="102" name="Text 82"/>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103" name="Text 83"/>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$155K</a:t>
            </a:r>
            <a:endParaRPr lang="en-US" sz="1400" dirty="0"/>
          </a:p>
        </p:txBody>
      </p:sp>
      <p:graphicFrame>
        <p:nvGraphicFramePr>
          <p:cNvPr id="104"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105"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106" name="Text 84"/>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+$84K</a:t>
            </a:r>
            <a:endParaRPr lang="en-US" sz="1600" dirty="0"/>
          </a:p>
        </p:txBody>
      </p:sp>
      <p:sp>
        <p:nvSpPr>
          <p:cNvPr id="107" name="Text 85"/>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+119.4%</a:t>
            </a:r>
            <a:endParaRPr lang="en-US" sz="13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Shape 8"/>
          <p:cNvSpPr/>
          <p:nvPr/>
        </p:nvSpPr>
        <p:spPr>
          <a:xfrm>
            <a:off x="4084320" y="1847088"/>
            <a:ext cx="64008" cy="813816"/>
          </a:xfrm>
          <a:prstGeom prst="rect">
            <a:avLst/>
          </a:prstGeom>
          <a:solidFill>
            <a:srgbClr val="12A566"/>
          </a:solidFill>
          <a:ln/>
        </p:spPr>
        <p:txBody>
          <a:bodyPr/>
          <a:p/>
        </p:txBody>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$1.54M</a:t>
            </a:r>
            <a:endParaRPr lang="en-US" sz="1400" dirty="0"/>
          </a:p>
        </p:txBody>
      </p:sp>
      <p:graphicFrame>
        <p:nvGraphicFramePr>
          <p:cNvPr id="13"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4" name="Text 11"/>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+35.8%</a:t>
            </a:r>
            <a:endParaRPr lang="en-US" sz="1600" dirty="0"/>
          </a:p>
        </p:txBody>
      </p:sp>
      <p:sp>
        <p:nvSpPr>
          <p:cNvPr id="15" name="Text 12"/>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+$404K</a:t>
            </a:r>
            <a:endParaRPr lang="en-US" sz="1300" dirty="0"/>
          </a:p>
        </p:txBody>
      </p:sp>
      <p:sp>
        <p:nvSpPr>
          <p:cNvPr id="16" name="Text 13"/>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7" name="Text 14"/>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$2.26M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$2.98M</a:t>
            </a:r>
            <a:endParaRPr lang="en-US" sz="1400" dirty="0"/>
          </a:p>
        </p:txBody>
      </p:sp>
      <p:graphicFrame>
        <p:nvGraphicFramePr>
          <p:cNvPr id="18"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9" name="Text 15"/>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+31.7%</a:t>
            </a:r>
            <a:endParaRPr lang="en-US" sz="1600" dirty="0"/>
          </a:p>
        </p:txBody>
      </p:sp>
      <p:sp>
        <p:nvSpPr>
          <p:cNvPr id="20" name="Text 16"/>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+$717K</a:t>
            </a:r>
            <a:endParaRPr lang="en-US" sz="1300" dirty="0"/>
          </a:p>
        </p:txBody>
      </p:sp>
      <p:sp>
        <p:nvSpPr>
          <p:cNvPr id="21" name="Shape 17"/>
          <p:cNvSpPr/>
          <p:nvPr/>
        </p:nvSpPr>
        <p:spPr>
          <a:xfrm>
            <a:off x="658368" y="3584448"/>
            <a:ext cx="3489960" cy="886968"/>
          </a:xfrm>
          <a:prstGeom prst="rect">
            <a:avLst/>
          </a:prstGeom>
          <a:solidFill>
            <a:srgbClr val="F7F7F7"/>
          </a:solidFill>
          <a:ln/>
        </p:spPr>
        <p:txBody>
          <a:bodyPr/>
          <a:p/>
        </p:txBody>
      </p:sp>
      <p:sp>
        <p:nvSpPr>
          <p:cNvPr id="22" name="Text 18"/>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3" name="Text 19"/>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$3.38M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$4.15M</a:t>
            </a:r>
            <a:endParaRPr lang="en-US" sz="1400" dirty="0"/>
          </a:p>
        </p:txBody>
      </p:sp>
      <p:graphicFrame>
        <p:nvGraphicFramePr>
          <p:cNvPr id="24"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5" name="Text 20"/>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+22.6%</a:t>
            </a:r>
            <a:endParaRPr lang="en-US" sz="1600" dirty="0"/>
          </a:p>
        </p:txBody>
      </p:sp>
      <p:sp>
        <p:nvSpPr>
          <p:cNvPr id="26" name="Text 21"/>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+$764K</a:t>
            </a:r>
            <a:endParaRPr lang="en-US" sz="1300" dirty="0"/>
          </a:p>
        </p:txBody>
      </p:sp>
      <p:sp>
        <p:nvSpPr>
          <p:cNvPr id="27" name="Text 22"/>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8" name="Text 23"/>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$10.64M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$12.34M</a:t>
            </a:r>
            <a:endParaRPr lang="en-US" sz="1400" dirty="0"/>
          </a:p>
        </p:txBody>
      </p:sp>
      <p:graphicFrame>
        <p:nvGraphicFramePr>
          <p:cNvPr id="29"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30" name="Text 24"/>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+16.0%</a:t>
            </a:r>
            <a:endParaRPr lang="en-US" sz="1600" dirty="0"/>
          </a:p>
        </p:txBody>
      </p:sp>
      <p:sp>
        <p:nvSpPr>
          <p:cNvPr id="31" name="Text 25"/>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+$1.70M</a:t>
            </a:r>
            <a:endParaRPr lang="en-US" sz="1300" dirty="0"/>
          </a:p>
        </p:txBody>
      </p:sp>
      <p:sp>
        <p:nvSpPr>
          <p:cNvPr id="32" name="Shape 26"/>
          <p:cNvSpPr/>
          <p:nvPr/>
        </p:nvSpPr>
        <p:spPr>
          <a:xfrm>
            <a:off x="658368" y="5358384"/>
            <a:ext cx="3489960" cy="886968"/>
          </a:xfrm>
          <a:prstGeom prst="rect">
            <a:avLst/>
          </a:prstGeom>
          <a:solidFill>
            <a:srgbClr val="F7F7F7"/>
          </a:solidFill>
          <a:ln/>
        </p:spPr>
        <p:txBody>
          <a:bodyPr/>
          <a:p/>
        </p:txBody>
      </p:sp>
      <p:sp>
        <p:nvSpPr>
          <p:cNvPr id="33" name="Text 27"/>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4" name="Text 28"/>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$2.70M</a:t>
            </a:r>
            <a:endParaRPr lang="en-US" sz="1400" dirty="0"/>
          </a:p>
        </p:txBody>
      </p:sp>
      <p:graphicFrame>
        <p:nvGraphicFramePr>
          <p:cNvPr id="35"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6" name="Text 29"/>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+15.8%</a:t>
            </a:r>
            <a:endParaRPr lang="en-US" sz="1600" dirty="0"/>
          </a:p>
        </p:txBody>
      </p:sp>
      <p:sp>
        <p:nvSpPr>
          <p:cNvPr id="37" name="Text 30"/>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+$368K</a:t>
            </a:r>
            <a:endParaRPr lang="en-US" sz="1300" dirty="0"/>
          </a:p>
        </p:txBody>
      </p:sp>
      <p:sp>
        <p:nvSpPr>
          <p:cNvPr id="38" name="Shape 31"/>
          <p:cNvSpPr/>
          <p:nvPr/>
        </p:nvSpPr>
        <p:spPr>
          <a:xfrm>
            <a:off x="4349496" y="1371600"/>
            <a:ext cx="3489960" cy="45720"/>
          </a:xfrm>
          <a:prstGeom prst="rect">
            <a:avLst/>
          </a:prstGeom>
          <a:solidFill>
            <a:srgbClr val="C2352F"/>
          </a:solidFill>
          <a:ln/>
        </p:spPr>
        <p:txBody>
          <a:bodyPr/>
          <a:p/>
        </p:txBody>
      </p:sp>
      <p:sp>
        <p:nvSpPr>
          <p:cNvPr id="39" name="Text 3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40" name="Shape 33"/>
          <p:cNvSpPr/>
          <p:nvPr/>
        </p:nvSpPr>
        <p:spPr>
          <a:xfrm>
            <a:off x="4349496" y="1810512"/>
            <a:ext cx="3489960" cy="886968"/>
          </a:xfrm>
          <a:prstGeom prst="rect">
            <a:avLst/>
          </a:prstGeom>
          <a:solidFill>
            <a:srgbClr val="F7F7F7"/>
          </a:solidFill>
          <a:ln/>
        </p:spPr>
        <p:txBody>
          <a:bodyPr/>
          <a:p/>
        </p:txBody>
      </p:sp>
      <p:sp>
        <p:nvSpPr>
          <p:cNvPr id="41" name="Text 34"/>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2" name="Text 35"/>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$3.41M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$2.89M</a:t>
            </a:r>
            <a:endParaRPr lang="en-US" sz="1400" dirty="0"/>
          </a:p>
        </p:txBody>
      </p:sp>
      <p:graphicFrame>
        <p:nvGraphicFramePr>
          <p:cNvPr id="43"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4" name="Text 36"/>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−15.2%</a:t>
            </a:r>
            <a:endParaRPr lang="en-US" sz="1600" dirty="0"/>
          </a:p>
        </p:txBody>
      </p:sp>
      <p:sp>
        <p:nvSpPr>
          <p:cNvPr id="45" name="Text 37"/>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−$517K</a:t>
            </a:r>
            <a:endParaRPr lang="en-US" sz="1300" dirty="0"/>
          </a:p>
        </p:txBody>
      </p:sp>
      <p:sp>
        <p:nvSpPr>
          <p:cNvPr id="46" name="Text 38"/>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7" name="Text 39"/>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$968K</a:t>
            </a:r>
            <a:endParaRPr lang="en-US" sz="1400" dirty="0"/>
          </a:p>
        </p:txBody>
      </p:sp>
      <p:graphicFrame>
        <p:nvGraphicFramePr>
          <p:cNvPr id="48"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9" name="Text 40"/>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−14.4%</a:t>
            </a:r>
            <a:endParaRPr lang="en-US" sz="1600" dirty="0"/>
          </a:p>
        </p:txBody>
      </p:sp>
      <p:sp>
        <p:nvSpPr>
          <p:cNvPr id="50" name="Text 41"/>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−$163K</a:t>
            </a:r>
            <a:endParaRPr lang="en-US" sz="1300" dirty="0"/>
          </a:p>
        </p:txBody>
      </p:sp>
      <p:sp>
        <p:nvSpPr>
          <p:cNvPr id="51" name="Shape 42"/>
          <p:cNvSpPr/>
          <p:nvPr/>
        </p:nvSpPr>
        <p:spPr>
          <a:xfrm>
            <a:off x="4349496" y="3584448"/>
            <a:ext cx="3489960" cy="886968"/>
          </a:xfrm>
          <a:prstGeom prst="rect">
            <a:avLst/>
          </a:prstGeom>
          <a:solidFill>
            <a:srgbClr val="F7F7F7"/>
          </a:solidFill>
          <a:ln/>
        </p:spPr>
        <p:txBody>
          <a:bodyPr/>
          <a:p/>
        </p:txBody>
      </p:sp>
      <p:sp>
        <p:nvSpPr>
          <p:cNvPr id="52" name="Text 43"/>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53" name="Text 44"/>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$5.55M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$4.79M</a:t>
            </a:r>
            <a:endParaRPr lang="en-US" sz="1400" dirty="0"/>
          </a:p>
        </p:txBody>
      </p:sp>
      <p:graphicFrame>
        <p:nvGraphicFramePr>
          <p:cNvPr id="54"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55" name="Text 45"/>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−13.7%</a:t>
            </a:r>
            <a:endParaRPr lang="en-US" sz="1600" dirty="0"/>
          </a:p>
        </p:txBody>
      </p:sp>
      <p:sp>
        <p:nvSpPr>
          <p:cNvPr id="56" name="Text 46"/>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−$761K</a:t>
            </a:r>
            <a:endParaRPr lang="en-US" sz="1300" dirty="0"/>
          </a:p>
        </p:txBody>
      </p:sp>
      <p:sp>
        <p:nvSpPr>
          <p:cNvPr id="57" name="Text 47"/>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8" name="Text 48"/>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$4.98M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$4.46M</a:t>
            </a:r>
            <a:endParaRPr lang="en-US" sz="1400" dirty="0"/>
          </a:p>
        </p:txBody>
      </p:sp>
      <p:graphicFrame>
        <p:nvGraphicFramePr>
          <p:cNvPr id="59"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60" name="Text 49"/>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−10.4%</a:t>
            </a:r>
            <a:endParaRPr lang="en-US" sz="1600" dirty="0"/>
          </a:p>
        </p:txBody>
      </p:sp>
      <p:sp>
        <p:nvSpPr>
          <p:cNvPr id="61" name="Text 50"/>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−$520K</a:t>
            </a:r>
            <a:endParaRPr lang="en-US" sz="1300" dirty="0"/>
          </a:p>
        </p:txBody>
      </p:sp>
      <p:sp>
        <p:nvSpPr>
          <p:cNvPr id="62" name="Shape 51"/>
          <p:cNvSpPr/>
          <p:nvPr/>
        </p:nvSpPr>
        <p:spPr>
          <a:xfrm>
            <a:off x="4349496" y="5358384"/>
            <a:ext cx="3489960" cy="886968"/>
          </a:xfrm>
          <a:prstGeom prst="rect">
            <a:avLst/>
          </a:prstGeom>
          <a:solidFill>
            <a:srgbClr val="F7F7F7"/>
          </a:solidFill>
          <a:ln/>
        </p:spPr>
        <p:txBody>
          <a:bodyPr/>
          <a:p/>
        </p:txBody>
      </p:sp>
      <p:sp>
        <p:nvSpPr>
          <p:cNvPr id="63" name="Text 52"/>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64" name="Text 53"/>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$9.46M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$8.62M</a:t>
            </a:r>
            <a:endParaRPr lang="en-US" sz="1400" dirty="0"/>
          </a:p>
        </p:txBody>
      </p:sp>
      <p:graphicFrame>
        <p:nvGraphicFramePr>
          <p:cNvPr id="65"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66" name="Text 54"/>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−8.9%</a:t>
            </a:r>
            <a:endParaRPr lang="en-US" sz="1600" dirty="0"/>
          </a:p>
        </p:txBody>
      </p:sp>
      <p:sp>
        <p:nvSpPr>
          <p:cNvPr id="67" name="Text 55"/>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−$840K</a:t>
            </a:r>
            <a:endParaRPr lang="en-US" sz="1300" dirty="0"/>
          </a:p>
        </p:txBody>
      </p:sp>
      <p:sp>
        <p:nvSpPr>
          <p:cNvPr id="68" name="Shape 56"/>
          <p:cNvSpPr/>
          <p:nvPr/>
        </p:nvSpPr>
        <p:spPr>
          <a:xfrm>
            <a:off x="8040624" y="1371600"/>
            <a:ext cx="3489960" cy="45720"/>
          </a:xfrm>
          <a:prstGeom prst="rect">
            <a:avLst/>
          </a:prstGeom>
          <a:solidFill>
            <a:srgbClr val="2587C5"/>
          </a:solidFill>
          <a:ln/>
        </p:spPr>
        <p:txBody>
          <a:bodyPr/>
          <a:p/>
        </p:txBody>
      </p:sp>
      <p:sp>
        <p:nvSpPr>
          <p:cNvPr id="69" name="Text 5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70" name="Shape 58"/>
          <p:cNvSpPr/>
          <p:nvPr/>
        </p:nvSpPr>
        <p:spPr>
          <a:xfrm>
            <a:off x="8040624" y="1810512"/>
            <a:ext cx="3489960" cy="886968"/>
          </a:xfrm>
          <a:prstGeom prst="rect">
            <a:avLst/>
          </a:prstGeom>
          <a:solidFill>
            <a:srgbClr val="F7F7F7"/>
          </a:solidFill>
          <a:ln/>
        </p:spPr>
        <p:txBody>
          <a:bodyPr/>
          <a:p/>
        </p:txBody>
      </p:sp>
      <p:sp>
        <p:nvSpPr>
          <p:cNvPr id="71" name="Text 59"/>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72" name="Text 60"/>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$313K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$425K</a:t>
            </a:r>
            <a:endParaRPr lang="en-US" sz="1400" dirty="0"/>
          </a:p>
        </p:txBody>
      </p:sp>
      <p:graphicFrame>
        <p:nvGraphicFramePr>
          <p:cNvPr id="73"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74"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75" name="Text 61"/>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+35.7%</a:t>
            </a:r>
            <a:endParaRPr lang="en-US" sz="1600" dirty="0"/>
          </a:p>
        </p:txBody>
      </p:sp>
      <p:sp>
        <p:nvSpPr>
          <p:cNvPr id="76" name="Text 62"/>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+$112K</a:t>
            </a:r>
            <a:endParaRPr lang="en-US" sz="1300" dirty="0"/>
          </a:p>
        </p:txBody>
      </p:sp>
      <p:sp>
        <p:nvSpPr>
          <p:cNvPr id="77" name="Text 63"/>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8" name="Text 64"/>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$301K</a:t>
            </a:r>
            <a:endParaRPr lang="en-US" sz="1400" dirty="0"/>
          </a:p>
        </p:txBody>
      </p:sp>
      <p:graphicFrame>
        <p:nvGraphicFramePr>
          <p:cNvPr id="79"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80"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81" name="Text 65"/>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+32.7%</a:t>
            </a:r>
            <a:endParaRPr lang="en-US" sz="1600" dirty="0"/>
          </a:p>
        </p:txBody>
      </p:sp>
      <p:sp>
        <p:nvSpPr>
          <p:cNvPr id="82" name="Text 66"/>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+$74K</a:t>
            </a:r>
            <a:endParaRPr lang="en-US" sz="1300" dirty="0"/>
          </a:p>
        </p:txBody>
      </p:sp>
      <p:sp>
        <p:nvSpPr>
          <p:cNvPr id="83" name="Shape 67"/>
          <p:cNvSpPr/>
          <p:nvPr/>
        </p:nvSpPr>
        <p:spPr>
          <a:xfrm>
            <a:off x="8040624" y="3584448"/>
            <a:ext cx="3489960" cy="886968"/>
          </a:xfrm>
          <a:prstGeom prst="rect">
            <a:avLst/>
          </a:prstGeom>
          <a:solidFill>
            <a:srgbClr val="F7F7F7"/>
          </a:solidFill>
          <a:ln/>
        </p:spPr>
        <p:txBody>
          <a:bodyPr/>
          <a:p/>
        </p:txBody>
      </p:sp>
      <p:sp>
        <p:nvSpPr>
          <p:cNvPr id="84" name="Text 68"/>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85" name="Text 69"/>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$429K</a:t>
            </a:r>
            <a:endParaRPr lang="en-US" sz="1400" dirty="0"/>
          </a:p>
        </p:txBody>
      </p:sp>
      <p:graphicFrame>
        <p:nvGraphicFramePr>
          <p:cNvPr id="86"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87"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88" name="Text 70"/>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+29.1%</a:t>
            </a:r>
            <a:endParaRPr lang="en-US" sz="1600" dirty="0"/>
          </a:p>
        </p:txBody>
      </p:sp>
      <p:sp>
        <p:nvSpPr>
          <p:cNvPr id="89" name="Text 71"/>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+$97K</a:t>
            </a:r>
            <a:endParaRPr lang="en-US" sz="1300" dirty="0"/>
          </a:p>
        </p:txBody>
      </p:sp>
      <p:sp>
        <p:nvSpPr>
          <p:cNvPr id="90" name="Text 72"/>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91" name="Text 73"/>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$364K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$448K</a:t>
            </a:r>
            <a:endParaRPr lang="en-US" sz="1400" dirty="0"/>
          </a:p>
        </p:txBody>
      </p:sp>
      <p:graphicFrame>
        <p:nvGraphicFramePr>
          <p:cNvPr id="92"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93"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94" name="Text 74"/>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+23.2%</a:t>
            </a:r>
            <a:endParaRPr lang="en-US" sz="1600" dirty="0"/>
          </a:p>
        </p:txBody>
      </p:sp>
      <p:sp>
        <p:nvSpPr>
          <p:cNvPr id="95" name="Text 75"/>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+$84K</a:t>
            </a:r>
            <a:endParaRPr lang="en-US" sz="1300" dirty="0"/>
          </a:p>
        </p:txBody>
      </p:sp>
      <p:sp>
        <p:nvSpPr>
          <p:cNvPr id="96" name="Shape 76"/>
          <p:cNvSpPr/>
          <p:nvPr/>
        </p:nvSpPr>
        <p:spPr>
          <a:xfrm>
            <a:off x="8040624" y="5358384"/>
            <a:ext cx="3489960" cy="886968"/>
          </a:xfrm>
          <a:prstGeom prst="rect">
            <a:avLst/>
          </a:prstGeom>
          <a:solidFill>
            <a:srgbClr val="F7F7F7"/>
          </a:solidFill>
          <a:ln/>
        </p:spPr>
        <p:txBody>
          <a:bodyPr/>
          <a:p/>
        </p:txBody>
      </p:sp>
      <p:sp>
        <p:nvSpPr>
          <p:cNvPr id="97" name="Shape 77"/>
          <p:cNvSpPr/>
          <p:nvPr/>
        </p:nvSpPr>
        <p:spPr>
          <a:xfrm>
            <a:off x="11466576" y="5394960"/>
            <a:ext cx="64008" cy="813816"/>
          </a:xfrm>
          <a:prstGeom prst="rect">
            <a:avLst/>
          </a:prstGeom>
          <a:solidFill>
            <a:srgbClr val="12A566"/>
          </a:solidFill>
          <a:ln/>
        </p:spPr>
        <p:txBody>
          <a:bodyPr/>
          <a:p/>
        </p:txBody>
      </p:sp>
      <p:sp>
        <p:nvSpPr>
          <p:cNvPr id="98" name="Text 78"/>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99" name="Text 79"/>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$188K</a:t>
            </a:r>
            <a:endParaRPr lang="en-US" sz="1400" dirty="0"/>
          </a:p>
        </p:txBody>
      </p:sp>
      <p:graphicFrame>
        <p:nvGraphicFramePr>
          <p:cNvPr id="100"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101"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102" name="Text 80"/>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+19.1%</a:t>
            </a:r>
            <a:endParaRPr lang="en-US" sz="1600" dirty="0"/>
          </a:p>
        </p:txBody>
      </p:sp>
      <p:sp>
        <p:nvSpPr>
          <p:cNvPr id="103" name="Text 81"/>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+$30K</a:t>
            </a:r>
            <a:endParaRPr lang="en-US" sz="13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Service</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Shape 8"/>
          <p:cNvSpPr/>
          <p:nvPr/>
        </p:nvSpPr>
        <p:spPr>
          <a:xfrm>
            <a:off x="4084320" y="1847088"/>
            <a:ext cx="64008" cy="813816"/>
          </a:xfrm>
          <a:prstGeom prst="rect">
            <a:avLst/>
          </a:prstGeom>
          <a:solidFill>
            <a:srgbClr val="12A566"/>
          </a:solidFill>
          <a:ln/>
        </p:spPr>
        <p:txBody>
          <a:bodyPr/>
          <a:p/>
        </p:txBody>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$648K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$993K</a:t>
            </a:r>
            <a:endParaRPr lang="en-US" sz="1400" dirty="0"/>
          </a:p>
        </p:txBody>
      </p:sp>
      <p:graphicFrame>
        <p:nvGraphicFramePr>
          <p:cNvPr id="13"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4" name="Text 11"/>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+53.3%</a:t>
            </a:r>
            <a:endParaRPr lang="en-US" sz="1600" dirty="0"/>
          </a:p>
        </p:txBody>
      </p:sp>
      <p:sp>
        <p:nvSpPr>
          <p:cNvPr id="15" name="Text 12"/>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+$345K</a:t>
            </a:r>
            <a:endParaRPr lang="en-US" sz="1300" dirty="0"/>
          </a:p>
        </p:txBody>
      </p:sp>
      <p:sp>
        <p:nvSpPr>
          <p:cNvPr id="16" name="Text 13"/>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7" name="Text 14"/>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$2.09M</a:t>
            </a:r>
            <a:endParaRPr lang="en-US" sz="1400" dirty="0"/>
          </a:p>
        </p:txBody>
      </p:sp>
      <p:graphicFrame>
        <p:nvGraphicFramePr>
          <p:cNvPr id="18"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9" name="Text 15"/>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+29.5%</a:t>
            </a:r>
            <a:endParaRPr lang="en-US" sz="1600" dirty="0"/>
          </a:p>
        </p:txBody>
      </p:sp>
      <p:sp>
        <p:nvSpPr>
          <p:cNvPr id="20" name="Text 16"/>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+$475K</a:t>
            </a:r>
            <a:endParaRPr lang="en-US" sz="1300" dirty="0"/>
          </a:p>
        </p:txBody>
      </p:sp>
      <p:sp>
        <p:nvSpPr>
          <p:cNvPr id="21" name="Shape 17"/>
          <p:cNvSpPr/>
          <p:nvPr/>
        </p:nvSpPr>
        <p:spPr>
          <a:xfrm>
            <a:off x="658368" y="3584448"/>
            <a:ext cx="3489960" cy="886968"/>
          </a:xfrm>
          <a:prstGeom prst="rect">
            <a:avLst/>
          </a:prstGeom>
          <a:solidFill>
            <a:srgbClr val="F7F7F7"/>
          </a:solidFill>
          <a:ln/>
        </p:spPr>
        <p:txBody>
          <a:bodyPr/>
          <a:p/>
        </p:txBody>
      </p:sp>
      <p:sp>
        <p:nvSpPr>
          <p:cNvPr id="22" name="Text 18"/>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3" name="Text 19"/>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$2.95M</a:t>
            </a:r>
            <a:endParaRPr lang="en-US" sz="1400" dirty="0"/>
          </a:p>
        </p:txBody>
      </p:sp>
      <p:graphicFrame>
        <p:nvGraphicFramePr>
          <p:cNvPr id="24"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5" name="Text 20"/>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+27.7%</a:t>
            </a:r>
            <a:endParaRPr lang="en-US" sz="1600" dirty="0"/>
          </a:p>
        </p:txBody>
      </p:sp>
      <p:sp>
        <p:nvSpPr>
          <p:cNvPr id="26" name="Text 21"/>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+$639K</a:t>
            </a:r>
            <a:endParaRPr lang="en-US" sz="1300" dirty="0"/>
          </a:p>
        </p:txBody>
      </p:sp>
      <p:sp>
        <p:nvSpPr>
          <p:cNvPr id="27" name="Text 22"/>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8" name="Text 23"/>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$1.46M</a:t>
            </a:r>
            <a:endParaRPr lang="en-US" sz="1400" dirty="0"/>
          </a:p>
        </p:txBody>
      </p:sp>
      <p:graphicFrame>
        <p:nvGraphicFramePr>
          <p:cNvPr id="29"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30" name="Text 24"/>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+27.5%</a:t>
            </a:r>
            <a:endParaRPr lang="en-US" sz="1600" dirty="0"/>
          </a:p>
        </p:txBody>
      </p:sp>
      <p:sp>
        <p:nvSpPr>
          <p:cNvPr id="31" name="Text 25"/>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+$315K</a:t>
            </a:r>
            <a:endParaRPr lang="en-US" sz="1300" dirty="0"/>
          </a:p>
        </p:txBody>
      </p:sp>
      <p:sp>
        <p:nvSpPr>
          <p:cNvPr id="32" name="Shape 26"/>
          <p:cNvSpPr/>
          <p:nvPr/>
        </p:nvSpPr>
        <p:spPr>
          <a:xfrm>
            <a:off x="658368" y="5358384"/>
            <a:ext cx="3489960" cy="886968"/>
          </a:xfrm>
          <a:prstGeom prst="rect">
            <a:avLst/>
          </a:prstGeom>
          <a:solidFill>
            <a:srgbClr val="F7F7F7"/>
          </a:solidFill>
          <a:ln/>
        </p:spPr>
        <p:txBody>
          <a:bodyPr/>
          <a:p/>
        </p:txBody>
      </p:sp>
      <p:sp>
        <p:nvSpPr>
          <p:cNvPr id="33" name="Text 27"/>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4" name="Text 28"/>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$3.01M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$3.63M</a:t>
            </a:r>
            <a:endParaRPr lang="en-US" sz="1400" dirty="0"/>
          </a:p>
        </p:txBody>
      </p:sp>
      <p:graphicFrame>
        <p:nvGraphicFramePr>
          <p:cNvPr id="35"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6" name="Text 29"/>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+20.5%</a:t>
            </a:r>
            <a:endParaRPr lang="en-US" sz="1600" dirty="0"/>
          </a:p>
        </p:txBody>
      </p:sp>
      <p:sp>
        <p:nvSpPr>
          <p:cNvPr id="37" name="Text 30"/>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+$619K</a:t>
            </a:r>
            <a:endParaRPr lang="en-US" sz="1300" dirty="0"/>
          </a:p>
        </p:txBody>
      </p:sp>
      <p:sp>
        <p:nvSpPr>
          <p:cNvPr id="38" name="Shape 31"/>
          <p:cNvSpPr/>
          <p:nvPr/>
        </p:nvSpPr>
        <p:spPr>
          <a:xfrm>
            <a:off x="4349496" y="1371600"/>
            <a:ext cx="3489960" cy="45720"/>
          </a:xfrm>
          <a:prstGeom prst="rect">
            <a:avLst/>
          </a:prstGeom>
          <a:solidFill>
            <a:srgbClr val="C2352F"/>
          </a:solidFill>
          <a:ln/>
        </p:spPr>
        <p:txBody>
          <a:bodyPr/>
          <a:p/>
        </p:txBody>
      </p:sp>
      <p:sp>
        <p:nvSpPr>
          <p:cNvPr id="39" name="Text 3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40" name="Shape 33"/>
          <p:cNvSpPr/>
          <p:nvPr/>
        </p:nvSpPr>
        <p:spPr>
          <a:xfrm>
            <a:off x="4349496" y="1810512"/>
            <a:ext cx="3489960" cy="886968"/>
          </a:xfrm>
          <a:prstGeom prst="rect">
            <a:avLst/>
          </a:prstGeom>
          <a:solidFill>
            <a:srgbClr val="F7F7F7"/>
          </a:solidFill>
          <a:ln/>
        </p:spPr>
        <p:txBody>
          <a:bodyPr/>
          <a:p/>
        </p:txBody>
      </p:sp>
      <p:sp>
        <p:nvSpPr>
          <p:cNvPr id="41" name="Text 34"/>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2" name="Text 35"/>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$2.33M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$1.89M</a:t>
            </a:r>
            <a:endParaRPr lang="en-US" sz="1400" dirty="0"/>
          </a:p>
        </p:txBody>
      </p:sp>
      <p:graphicFrame>
        <p:nvGraphicFramePr>
          <p:cNvPr id="43"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4" name="Text 36"/>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−18.8%</a:t>
            </a:r>
            <a:endParaRPr lang="en-US" sz="1600" dirty="0"/>
          </a:p>
        </p:txBody>
      </p:sp>
      <p:sp>
        <p:nvSpPr>
          <p:cNvPr id="45" name="Text 37"/>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−$438K</a:t>
            </a:r>
            <a:endParaRPr lang="en-US" sz="1300" dirty="0"/>
          </a:p>
        </p:txBody>
      </p:sp>
      <p:sp>
        <p:nvSpPr>
          <p:cNvPr id="46" name="Text 38"/>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7" name="Text 39"/>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$724K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$588K</a:t>
            </a:r>
            <a:endParaRPr lang="en-US" sz="1400" dirty="0"/>
          </a:p>
        </p:txBody>
      </p:sp>
      <p:graphicFrame>
        <p:nvGraphicFramePr>
          <p:cNvPr id="48"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9" name="Text 40"/>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−18.7%</a:t>
            </a:r>
            <a:endParaRPr lang="en-US" sz="1600" dirty="0"/>
          </a:p>
        </p:txBody>
      </p:sp>
      <p:sp>
        <p:nvSpPr>
          <p:cNvPr id="50" name="Text 41"/>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−$135K</a:t>
            </a:r>
            <a:endParaRPr lang="en-US" sz="1300" dirty="0"/>
          </a:p>
        </p:txBody>
      </p:sp>
      <p:sp>
        <p:nvSpPr>
          <p:cNvPr id="51" name="Shape 42"/>
          <p:cNvSpPr/>
          <p:nvPr/>
        </p:nvSpPr>
        <p:spPr>
          <a:xfrm>
            <a:off x="4349496" y="3584448"/>
            <a:ext cx="3489960" cy="886968"/>
          </a:xfrm>
          <a:prstGeom prst="rect">
            <a:avLst/>
          </a:prstGeom>
          <a:solidFill>
            <a:srgbClr val="F7F7F7"/>
          </a:solidFill>
          <a:ln/>
        </p:spPr>
        <p:txBody>
          <a:bodyPr/>
          <a:p/>
        </p:txBody>
      </p:sp>
      <p:sp>
        <p:nvSpPr>
          <p:cNvPr id="52" name="Text 43"/>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53" name="Text 44"/>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$3.50M</a:t>
            </a:r>
            <a:endParaRPr lang="en-US" sz="1400" dirty="0"/>
          </a:p>
        </p:txBody>
      </p:sp>
      <p:graphicFrame>
        <p:nvGraphicFramePr>
          <p:cNvPr id="54"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55" name="Text 45"/>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−13.5%</a:t>
            </a:r>
            <a:endParaRPr lang="en-US" sz="1600" dirty="0"/>
          </a:p>
        </p:txBody>
      </p:sp>
      <p:sp>
        <p:nvSpPr>
          <p:cNvPr id="56" name="Text 46"/>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−$547K</a:t>
            </a:r>
            <a:endParaRPr lang="en-US" sz="1300" dirty="0"/>
          </a:p>
        </p:txBody>
      </p:sp>
      <p:sp>
        <p:nvSpPr>
          <p:cNvPr id="57" name="Text 47"/>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8" name="Text 48"/>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$5.92M</a:t>
            </a:r>
            <a:endParaRPr lang="en-US" sz="1400" dirty="0"/>
          </a:p>
        </p:txBody>
      </p:sp>
      <p:graphicFrame>
        <p:nvGraphicFramePr>
          <p:cNvPr id="59"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60" name="Text 49"/>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−10.5%</a:t>
            </a:r>
            <a:endParaRPr lang="en-US" sz="1600" dirty="0"/>
          </a:p>
        </p:txBody>
      </p:sp>
      <p:sp>
        <p:nvSpPr>
          <p:cNvPr id="61" name="Text 50"/>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−$695K</a:t>
            </a:r>
            <a:endParaRPr lang="en-US" sz="1300" dirty="0"/>
          </a:p>
        </p:txBody>
      </p:sp>
      <p:sp>
        <p:nvSpPr>
          <p:cNvPr id="62" name="Shape 51"/>
          <p:cNvSpPr/>
          <p:nvPr/>
        </p:nvSpPr>
        <p:spPr>
          <a:xfrm>
            <a:off x="4349496" y="5358384"/>
            <a:ext cx="3489960" cy="886968"/>
          </a:xfrm>
          <a:prstGeom prst="rect">
            <a:avLst/>
          </a:prstGeom>
          <a:solidFill>
            <a:srgbClr val="F7F7F7"/>
          </a:solidFill>
          <a:ln/>
        </p:spPr>
        <p:txBody>
          <a:bodyPr/>
          <a:p/>
        </p:txBody>
      </p:sp>
      <p:sp>
        <p:nvSpPr>
          <p:cNvPr id="63" name="Text 52"/>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64" name="Text 53"/>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$3.23M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$3.04M</a:t>
            </a:r>
            <a:endParaRPr lang="en-US" sz="1400" dirty="0"/>
          </a:p>
        </p:txBody>
      </p:sp>
      <p:graphicFrame>
        <p:nvGraphicFramePr>
          <p:cNvPr id="65"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66" name="Text 54"/>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−5.9%</a:t>
            </a:r>
            <a:endParaRPr lang="en-US" sz="1600" dirty="0"/>
          </a:p>
        </p:txBody>
      </p:sp>
      <p:sp>
        <p:nvSpPr>
          <p:cNvPr id="67" name="Text 55"/>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−$192K</a:t>
            </a:r>
            <a:endParaRPr lang="en-US" sz="1300" dirty="0"/>
          </a:p>
        </p:txBody>
      </p:sp>
      <p:sp>
        <p:nvSpPr>
          <p:cNvPr id="68" name="Shape 56"/>
          <p:cNvSpPr/>
          <p:nvPr/>
        </p:nvSpPr>
        <p:spPr>
          <a:xfrm>
            <a:off x="8040624" y="1371600"/>
            <a:ext cx="3489960" cy="45720"/>
          </a:xfrm>
          <a:prstGeom prst="rect">
            <a:avLst/>
          </a:prstGeom>
          <a:solidFill>
            <a:srgbClr val="2587C5"/>
          </a:solidFill>
          <a:ln/>
        </p:spPr>
        <p:txBody>
          <a:bodyPr/>
          <a:p/>
        </p:txBody>
      </p:sp>
      <p:sp>
        <p:nvSpPr>
          <p:cNvPr id="69" name="Text 5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70" name="Shape 58"/>
          <p:cNvSpPr/>
          <p:nvPr/>
        </p:nvSpPr>
        <p:spPr>
          <a:xfrm>
            <a:off x="8040624" y="1810512"/>
            <a:ext cx="3489960" cy="886968"/>
          </a:xfrm>
          <a:prstGeom prst="rect">
            <a:avLst/>
          </a:prstGeom>
          <a:solidFill>
            <a:srgbClr val="F7F7F7"/>
          </a:solidFill>
          <a:ln/>
        </p:spPr>
        <p:txBody>
          <a:bodyPr/>
          <a:p/>
        </p:txBody>
      </p:sp>
      <p:sp>
        <p:nvSpPr>
          <p:cNvPr id="71" name="Text 59"/>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72" name="Text 60"/>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$275K</a:t>
            </a:r>
            <a:endParaRPr lang="en-US" sz="1400" dirty="0"/>
          </a:p>
        </p:txBody>
      </p:sp>
      <p:graphicFrame>
        <p:nvGraphicFramePr>
          <p:cNvPr id="73"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74"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75" name="Text 61"/>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+38.0%</a:t>
            </a:r>
            <a:endParaRPr lang="en-US" sz="1600" dirty="0"/>
          </a:p>
        </p:txBody>
      </p:sp>
      <p:sp>
        <p:nvSpPr>
          <p:cNvPr id="76" name="Text 62"/>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+$76K</a:t>
            </a:r>
            <a:endParaRPr lang="en-US" sz="1300" dirty="0"/>
          </a:p>
        </p:txBody>
      </p:sp>
      <p:sp>
        <p:nvSpPr>
          <p:cNvPr id="77" name="Text 63"/>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8" name="Text 64"/>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$178K</a:t>
            </a:r>
            <a:endParaRPr lang="en-US" sz="1400" dirty="0"/>
          </a:p>
        </p:txBody>
      </p:sp>
      <p:graphicFrame>
        <p:nvGraphicFramePr>
          <p:cNvPr id="79"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80"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81" name="Text 65"/>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+34.5%</a:t>
            </a:r>
            <a:endParaRPr lang="en-US" sz="1600" dirty="0"/>
          </a:p>
        </p:txBody>
      </p:sp>
      <p:sp>
        <p:nvSpPr>
          <p:cNvPr id="82" name="Text 66"/>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+$46K</a:t>
            </a:r>
            <a:endParaRPr lang="en-US" sz="1300" dirty="0"/>
          </a:p>
        </p:txBody>
      </p:sp>
      <p:sp>
        <p:nvSpPr>
          <p:cNvPr id="83" name="Shape 67"/>
          <p:cNvSpPr/>
          <p:nvPr/>
        </p:nvSpPr>
        <p:spPr>
          <a:xfrm>
            <a:off x="8040624" y="3584448"/>
            <a:ext cx="3489960" cy="886968"/>
          </a:xfrm>
          <a:prstGeom prst="rect">
            <a:avLst/>
          </a:prstGeom>
          <a:solidFill>
            <a:srgbClr val="F7F7F7"/>
          </a:solidFill>
          <a:ln/>
        </p:spPr>
        <p:txBody>
          <a:bodyPr/>
          <a:p/>
        </p:txBody>
      </p:sp>
      <p:sp>
        <p:nvSpPr>
          <p:cNvPr id="84" name="Shape 68"/>
          <p:cNvSpPr/>
          <p:nvPr/>
        </p:nvSpPr>
        <p:spPr>
          <a:xfrm>
            <a:off x="11466576" y="3621024"/>
            <a:ext cx="64008" cy="813816"/>
          </a:xfrm>
          <a:prstGeom prst="rect">
            <a:avLst/>
          </a:prstGeom>
          <a:solidFill>
            <a:srgbClr val="12A566"/>
          </a:solidFill>
          <a:ln/>
        </p:spPr>
        <p:txBody>
          <a:bodyPr/>
          <a:p/>
        </p:txBody>
      </p:sp>
      <p:sp>
        <p:nvSpPr>
          <p:cNvPr id="85" name="Text 69"/>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86" name="Text 70"/>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$128K</a:t>
            </a:r>
            <a:endParaRPr lang="en-US" sz="1400" dirty="0"/>
          </a:p>
        </p:txBody>
      </p:sp>
      <p:graphicFrame>
        <p:nvGraphicFramePr>
          <p:cNvPr id="87"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88"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89" name="Text 71"/>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+34.2%</a:t>
            </a:r>
            <a:endParaRPr lang="en-US" sz="1600" dirty="0"/>
          </a:p>
        </p:txBody>
      </p:sp>
      <p:sp>
        <p:nvSpPr>
          <p:cNvPr id="90" name="Text 72"/>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+$33K</a:t>
            </a:r>
            <a:endParaRPr lang="en-US" sz="1300" dirty="0"/>
          </a:p>
        </p:txBody>
      </p:sp>
      <p:sp>
        <p:nvSpPr>
          <p:cNvPr id="91" name="Text 73"/>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92" name="Text 74"/>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$206K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$273K</a:t>
            </a:r>
            <a:endParaRPr lang="en-US" sz="1400" dirty="0"/>
          </a:p>
        </p:txBody>
      </p:sp>
      <p:graphicFrame>
        <p:nvGraphicFramePr>
          <p:cNvPr id="93"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94"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95" name="Text 75"/>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+32.4%</a:t>
            </a:r>
            <a:endParaRPr lang="en-US" sz="1600" dirty="0"/>
          </a:p>
        </p:txBody>
      </p:sp>
      <p:sp>
        <p:nvSpPr>
          <p:cNvPr id="96" name="Text 76"/>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+$67K</a:t>
            </a:r>
            <a:endParaRPr lang="en-US" sz="1300" dirty="0"/>
          </a:p>
        </p:txBody>
      </p:sp>
      <p:sp>
        <p:nvSpPr>
          <p:cNvPr id="97" name="Shape 77"/>
          <p:cNvSpPr/>
          <p:nvPr/>
        </p:nvSpPr>
        <p:spPr>
          <a:xfrm>
            <a:off x="8040624" y="5358384"/>
            <a:ext cx="3489960" cy="886968"/>
          </a:xfrm>
          <a:prstGeom prst="rect">
            <a:avLst/>
          </a:prstGeom>
          <a:solidFill>
            <a:srgbClr val="F7F7F7"/>
          </a:solidFill>
          <a:ln/>
        </p:spPr>
        <p:txBody>
          <a:bodyPr/>
          <a:p/>
        </p:txBody>
      </p:sp>
      <p:sp>
        <p:nvSpPr>
          <p:cNvPr id="98" name="Text 78"/>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99" name="Text 79"/>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$290K</a:t>
            </a:r>
            <a:endParaRPr lang="en-US" sz="1400" dirty="0"/>
          </a:p>
        </p:txBody>
      </p:sp>
      <p:graphicFrame>
        <p:nvGraphicFramePr>
          <p:cNvPr id="100"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101"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102" name="Text 80"/>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+22.9%</a:t>
            </a:r>
            <a:endParaRPr lang="en-US" sz="1600" dirty="0"/>
          </a:p>
        </p:txBody>
      </p:sp>
      <p:sp>
        <p:nvSpPr>
          <p:cNvPr id="103" name="Text 81"/>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+$54K</a:t>
            </a:r>
            <a:endParaRPr lang="en-US" sz="13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Parts</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Text 8"/>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$654K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$896K</a:t>
            </a:r>
            <a:endParaRPr lang="en-US" sz="1400" dirty="0"/>
          </a:p>
        </p:txBody>
      </p:sp>
      <p:graphicFrame>
        <p:nvGraphicFramePr>
          <p:cNvPr id="12"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3" name="Text 10"/>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+37.1%</a:t>
            </a:r>
            <a:endParaRPr lang="en-US" sz="1600" dirty="0"/>
          </a:p>
        </p:txBody>
      </p:sp>
      <p:sp>
        <p:nvSpPr>
          <p:cNvPr id="14" name="Text 11"/>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+$243K</a:t>
            </a:r>
            <a:endParaRPr lang="en-US" sz="1300" dirty="0"/>
          </a:p>
        </p:txBody>
      </p:sp>
      <p:sp>
        <p:nvSpPr>
          <p:cNvPr id="15" name="Text 12"/>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3"/>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$2.42M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$3.11M</a:t>
            </a:r>
            <a:endParaRPr lang="en-US" sz="1400" dirty="0"/>
          </a:p>
        </p:txBody>
      </p:sp>
      <p:graphicFrame>
        <p:nvGraphicFramePr>
          <p:cNvPr id="17"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8" name="Text 14"/>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+28.4%</a:t>
            </a:r>
            <a:endParaRPr lang="en-US" sz="1600" dirty="0"/>
          </a:p>
        </p:txBody>
      </p:sp>
      <p:sp>
        <p:nvSpPr>
          <p:cNvPr id="19" name="Text 15"/>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+$688K</a:t>
            </a:r>
            <a:endParaRPr lang="en-US" sz="1300" dirty="0"/>
          </a:p>
        </p:txBody>
      </p:sp>
      <p:sp>
        <p:nvSpPr>
          <p:cNvPr id="20" name="Shape 16"/>
          <p:cNvSpPr/>
          <p:nvPr/>
        </p:nvSpPr>
        <p:spPr>
          <a:xfrm>
            <a:off x="658368" y="3584448"/>
            <a:ext cx="3489960" cy="886968"/>
          </a:xfrm>
          <a:prstGeom prst="rect">
            <a:avLst/>
          </a:prstGeom>
          <a:solidFill>
            <a:srgbClr val="F7F7F7"/>
          </a:solidFill>
          <a:ln/>
        </p:spPr>
        <p:txBody>
          <a:bodyPr/>
          <a:p/>
        </p:txBody>
      </p:sp>
      <p:sp>
        <p:nvSpPr>
          <p:cNvPr id="21" name="Text 17"/>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2" name="Text 18"/>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$1.31M</a:t>
            </a:r>
            <a:endParaRPr lang="en-US" sz="1400" dirty="0"/>
          </a:p>
        </p:txBody>
      </p:sp>
      <p:graphicFrame>
        <p:nvGraphicFramePr>
          <p:cNvPr id="23"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4" name="Text 19"/>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+26.0%</a:t>
            </a:r>
            <a:endParaRPr lang="en-US" sz="1600" dirty="0"/>
          </a:p>
        </p:txBody>
      </p:sp>
      <p:sp>
        <p:nvSpPr>
          <p:cNvPr id="25" name="Text 20"/>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+$271K</a:t>
            </a:r>
            <a:endParaRPr lang="en-US" sz="1300" dirty="0"/>
          </a:p>
        </p:txBody>
      </p:sp>
      <p:sp>
        <p:nvSpPr>
          <p:cNvPr id="26" name="Text 21"/>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7" name="Text 22"/>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$932K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$1.09M</a:t>
            </a:r>
            <a:endParaRPr lang="en-US" sz="1400" dirty="0"/>
          </a:p>
        </p:txBody>
      </p:sp>
      <p:graphicFrame>
        <p:nvGraphicFramePr>
          <p:cNvPr id="28"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9" name="Text 23"/>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+17.0%</a:t>
            </a:r>
            <a:endParaRPr lang="en-US" sz="1600" dirty="0"/>
          </a:p>
        </p:txBody>
      </p:sp>
      <p:sp>
        <p:nvSpPr>
          <p:cNvPr id="30" name="Text 24"/>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+$158K</a:t>
            </a:r>
            <a:endParaRPr lang="en-US" sz="1300" dirty="0"/>
          </a:p>
        </p:txBody>
      </p:sp>
      <p:sp>
        <p:nvSpPr>
          <p:cNvPr id="31" name="Shape 25"/>
          <p:cNvSpPr/>
          <p:nvPr/>
        </p:nvSpPr>
        <p:spPr>
          <a:xfrm>
            <a:off x="658368" y="5358384"/>
            <a:ext cx="3489960" cy="886968"/>
          </a:xfrm>
          <a:prstGeom prst="rect">
            <a:avLst/>
          </a:prstGeom>
          <a:solidFill>
            <a:srgbClr val="F7F7F7"/>
          </a:solidFill>
          <a:ln/>
        </p:spPr>
        <p:txBody>
          <a:bodyPr/>
          <a:p/>
        </p:txBody>
      </p:sp>
      <p:sp>
        <p:nvSpPr>
          <p:cNvPr id="32" name="Text 26"/>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3" name="Text 27"/>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$948K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$1.10M</a:t>
            </a:r>
            <a:endParaRPr lang="en-US" sz="1400" dirty="0"/>
          </a:p>
        </p:txBody>
      </p:sp>
      <p:graphicFrame>
        <p:nvGraphicFramePr>
          <p:cNvPr id="34"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5" name="Text 28"/>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+16.0%</a:t>
            </a:r>
            <a:endParaRPr lang="en-US" sz="1600" dirty="0"/>
          </a:p>
        </p:txBody>
      </p:sp>
      <p:sp>
        <p:nvSpPr>
          <p:cNvPr id="36" name="Text 29"/>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+$151K</a:t>
            </a:r>
            <a:endParaRPr lang="en-US" sz="1300" dirty="0"/>
          </a:p>
        </p:txBody>
      </p:sp>
      <p:sp>
        <p:nvSpPr>
          <p:cNvPr id="37" name="Shape 30"/>
          <p:cNvSpPr/>
          <p:nvPr/>
        </p:nvSpPr>
        <p:spPr>
          <a:xfrm>
            <a:off x="4349496" y="1371600"/>
            <a:ext cx="3489960" cy="45720"/>
          </a:xfrm>
          <a:prstGeom prst="rect">
            <a:avLst/>
          </a:prstGeom>
          <a:solidFill>
            <a:srgbClr val="C2352F"/>
          </a:solidFill>
          <a:ln/>
        </p:spPr>
        <p:txBody>
          <a:bodyPr/>
          <a:p/>
        </p:txBody>
      </p:sp>
      <p:sp>
        <p:nvSpPr>
          <p:cNvPr id="38" name="Text 31"/>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9" name="Shape 32"/>
          <p:cNvSpPr/>
          <p:nvPr/>
        </p:nvSpPr>
        <p:spPr>
          <a:xfrm>
            <a:off x="4349496" y="1810512"/>
            <a:ext cx="3489960" cy="886968"/>
          </a:xfrm>
          <a:prstGeom prst="rect">
            <a:avLst/>
          </a:prstGeom>
          <a:solidFill>
            <a:srgbClr val="F7F7F7"/>
          </a:solidFill>
          <a:ln/>
        </p:spPr>
        <p:txBody>
          <a:bodyPr/>
          <a:p/>
        </p:txBody>
      </p:sp>
      <p:sp>
        <p:nvSpPr>
          <p:cNvPr id="40" name="Text 33"/>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1" name="Text 34"/>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$827K</a:t>
            </a:r>
            <a:endParaRPr lang="en-US" sz="1400" dirty="0"/>
          </a:p>
        </p:txBody>
      </p:sp>
      <p:graphicFrame>
        <p:nvGraphicFramePr>
          <p:cNvPr id="42"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3" name="Text 35"/>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−21.5%</a:t>
            </a:r>
            <a:endParaRPr lang="en-US" sz="1600" dirty="0"/>
          </a:p>
        </p:txBody>
      </p:sp>
      <p:sp>
        <p:nvSpPr>
          <p:cNvPr id="44" name="Text 36"/>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−$227K</a:t>
            </a:r>
            <a:endParaRPr lang="en-US" sz="1300" dirty="0"/>
          </a:p>
        </p:txBody>
      </p:sp>
      <p:sp>
        <p:nvSpPr>
          <p:cNvPr id="45" name="Text 37"/>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6" name="Text 38"/>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$1.42M</a:t>
            </a:r>
            <a:endParaRPr lang="en-US" sz="1400" dirty="0"/>
          </a:p>
        </p:txBody>
      </p:sp>
      <p:graphicFrame>
        <p:nvGraphicFramePr>
          <p:cNvPr id="47"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8" name="Text 39"/>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−18.8%</a:t>
            </a:r>
            <a:endParaRPr lang="en-US" sz="1600" dirty="0"/>
          </a:p>
        </p:txBody>
      </p:sp>
      <p:sp>
        <p:nvSpPr>
          <p:cNvPr id="49" name="Text 40"/>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−$328K</a:t>
            </a:r>
            <a:endParaRPr lang="en-US" sz="1300" dirty="0"/>
          </a:p>
        </p:txBody>
      </p:sp>
      <p:sp>
        <p:nvSpPr>
          <p:cNvPr id="50" name="Shape 41"/>
          <p:cNvSpPr/>
          <p:nvPr/>
        </p:nvSpPr>
        <p:spPr>
          <a:xfrm>
            <a:off x="4349496" y="3584448"/>
            <a:ext cx="3489960" cy="886968"/>
          </a:xfrm>
          <a:prstGeom prst="rect">
            <a:avLst/>
          </a:prstGeom>
          <a:solidFill>
            <a:srgbClr val="F7F7F7"/>
          </a:solidFill>
          <a:ln/>
        </p:spPr>
        <p:txBody>
          <a:bodyPr/>
          <a:p/>
        </p:txBody>
      </p:sp>
      <p:sp>
        <p:nvSpPr>
          <p:cNvPr id="51" name="Text 42"/>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52" name="Text 43"/>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$1.50M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$1.29M</a:t>
            </a:r>
            <a:endParaRPr lang="en-US" sz="1400" dirty="0"/>
          </a:p>
        </p:txBody>
      </p:sp>
      <p:graphicFrame>
        <p:nvGraphicFramePr>
          <p:cNvPr id="53"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54" name="Text 44"/>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−14.2%</a:t>
            </a:r>
            <a:endParaRPr lang="en-US" sz="1600" dirty="0"/>
          </a:p>
        </p:txBody>
      </p:sp>
      <p:sp>
        <p:nvSpPr>
          <p:cNvPr id="55" name="Text 45"/>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−$214K</a:t>
            </a:r>
            <a:endParaRPr lang="en-US" sz="1300" dirty="0"/>
          </a:p>
        </p:txBody>
      </p:sp>
      <p:sp>
        <p:nvSpPr>
          <p:cNvPr id="56" name="Text 46"/>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7" name="Text 47"/>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$1.40M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$1.26M</a:t>
            </a:r>
            <a:endParaRPr lang="en-US" sz="1400" dirty="0"/>
          </a:p>
        </p:txBody>
      </p:sp>
      <p:graphicFrame>
        <p:nvGraphicFramePr>
          <p:cNvPr id="58"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9" name="Text 48"/>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−10.4%</a:t>
            </a:r>
            <a:endParaRPr lang="en-US" sz="1600" dirty="0"/>
          </a:p>
        </p:txBody>
      </p:sp>
      <p:sp>
        <p:nvSpPr>
          <p:cNvPr id="60" name="Text 49"/>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−$146K</a:t>
            </a:r>
            <a:endParaRPr lang="en-US" sz="1300" dirty="0"/>
          </a:p>
        </p:txBody>
      </p:sp>
      <p:sp>
        <p:nvSpPr>
          <p:cNvPr id="61" name="Shape 50"/>
          <p:cNvSpPr/>
          <p:nvPr/>
        </p:nvSpPr>
        <p:spPr>
          <a:xfrm>
            <a:off x="4349496" y="5358384"/>
            <a:ext cx="3489960" cy="886968"/>
          </a:xfrm>
          <a:prstGeom prst="rect">
            <a:avLst/>
          </a:prstGeom>
          <a:solidFill>
            <a:srgbClr val="F7F7F7"/>
          </a:solidFill>
          <a:ln/>
        </p:spPr>
        <p:txBody>
          <a:bodyPr/>
          <a:p/>
        </p:txBody>
      </p:sp>
      <p:sp>
        <p:nvSpPr>
          <p:cNvPr id="62" name="Text 51"/>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63" name="Text 52"/>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$2.10M</a:t>
            </a:r>
            <a:endParaRPr lang="en-US" sz="1400" dirty="0"/>
          </a:p>
        </p:txBody>
      </p:sp>
      <p:graphicFrame>
        <p:nvGraphicFramePr>
          <p:cNvPr id="64"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65" name="Text 53"/>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−7.4%</a:t>
            </a:r>
            <a:endParaRPr lang="en-US" sz="1600" dirty="0"/>
          </a:p>
        </p:txBody>
      </p:sp>
      <p:sp>
        <p:nvSpPr>
          <p:cNvPr id="66" name="Text 54"/>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−$167K</a:t>
            </a:r>
            <a:endParaRPr lang="en-US" sz="1300" dirty="0"/>
          </a:p>
        </p:txBody>
      </p:sp>
      <p:sp>
        <p:nvSpPr>
          <p:cNvPr id="67" name="Shape 55"/>
          <p:cNvSpPr/>
          <p:nvPr/>
        </p:nvSpPr>
        <p:spPr>
          <a:xfrm>
            <a:off x="8040624" y="1371600"/>
            <a:ext cx="3489960" cy="45720"/>
          </a:xfrm>
          <a:prstGeom prst="rect">
            <a:avLst/>
          </a:prstGeom>
          <a:solidFill>
            <a:srgbClr val="2587C5"/>
          </a:solidFill>
          <a:ln/>
        </p:spPr>
        <p:txBody>
          <a:bodyPr/>
          <a:p/>
        </p:txBody>
      </p:sp>
      <p:sp>
        <p:nvSpPr>
          <p:cNvPr id="68" name="Text 56"/>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9" name="Shape 57"/>
          <p:cNvSpPr/>
          <p:nvPr/>
        </p:nvSpPr>
        <p:spPr>
          <a:xfrm>
            <a:off x="8040624" y="1810512"/>
            <a:ext cx="3489960" cy="886968"/>
          </a:xfrm>
          <a:prstGeom prst="rect">
            <a:avLst/>
          </a:prstGeom>
          <a:solidFill>
            <a:srgbClr val="F7F7F7"/>
          </a:solidFill>
          <a:ln/>
        </p:spPr>
        <p:txBody>
          <a:bodyPr/>
          <a:p/>
        </p:txBody>
      </p:sp>
      <p:sp>
        <p:nvSpPr>
          <p:cNvPr id="70" name="Text 58"/>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71" name="Text 59"/>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$486K</a:t>
            </a:r>
            <a:endParaRPr lang="en-US" sz="1400" dirty="0"/>
          </a:p>
        </p:txBody>
      </p:sp>
      <p:graphicFrame>
        <p:nvGraphicFramePr>
          <p:cNvPr id="72"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73"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74" name="Text 60"/>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+43.4%</a:t>
            </a:r>
            <a:endParaRPr lang="en-US" sz="1600" dirty="0"/>
          </a:p>
        </p:txBody>
      </p:sp>
      <p:sp>
        <p:nvSpPr>
          <p:cNvPr id="75" name="Text 61"/>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+$147K</a:t>
            </a:r>
            <a:endParaRPr lang="en-US" sz="1300" dirty="0"/>
          </a:p>
        </p:txBody>
      </p:sp>
      <p:sp>
        <p:nvSpPr>
          <p:cNvPr id="76" name="Text 62"/>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7" name="Text 63"/>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$114K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$150K</a:t>
            </a:r>
            <a:endParaRPr lang="en-US" sz="1400" dirty="0"/>
          </a:p>
        </p:txBody>
      </p:sp>
      <p:graphicFrame>
        <p:nvGraphicFramePr>
          <p:cNvPr id="78"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79"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80" name="Text 64"/>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+31.5%</a:t>
            </a:r>
            <a:endParaRPr lang="en-US" sz="1600" dirty="0"/>
          </a:p>
        </p:txBody>
      </p:sp>
      <p:sp>
        <p:nvSpPr>
          <p:cNvPr id="81" name="Text 65"/>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+$36K</a:t>
            </a:r>
            <a:endParaRPr lang="en-US" sz="1300" dirty="0"/>
          </a:p>
        </p:txBody>
      </p:sp>
      <p:sp>
        <p:nvSpPr>
          <p:cNvPr id="82" name="Shape 66"/>
          <p:cNvSpPr/>
          <p:nvPr/>
        </p:nvSpPr>
        <p:spPr>
          <a:xfrm>
            <a:off x="8040624" y="3584448"/>
            <a:ext cx="3489960" cy="886968"/>
          </a:xfrm>
          <a:prstGeom prst="rect">
            <a:avLst/>
          </a:prstGeom>
          <a:solidFill>
            <a:srgbClr val="F7F7F7"/>
          </a:solidFill>
          <a:ln/>
        </p:spPr>
        <p:txBody>
          <a:bodyPr/>
          <a:p/>
        </p:txBody>
      </p:sp>
      <p:sp>
        <p:nvSpPr>
          <p:cNvPr id="83" name="Text 67"/>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84" name="Text 68"/>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$68K</a:t>
            </a:r>
            <a:endParaRPr lang="en-US" sz="1400" dirty="0"/>
          </a:p>
        </p:txBody>
      </p:sp>
      <p:graphicFrame>
        <p:nvGraphicFramePr>
          <p:cNvPr id="85"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86"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87" name="Text 69"/>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+31.3%</a:t>
            </a:r>
            <a:endParaRPr lang="en-US" sz="1600" dirty="0"/>
          </a:p>
        </p:txBody>
      </p:sp>
      <p:sp>
        <p:nvSpPr>
          <p:cNvPr id="88" name="Text 70"/>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+$16K</a:t>
            </a:r>
            <a:endParaRPr lang="en-US" sz="1300" dirty="0"/>
          </a:p>
        </p:txBody>
      </p:sp>
      <p:sp>
        <p:nvSpPr>
          <p:cNvPr id="89" name="Text 71"/>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90" name="Text 72"/>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$123K</a:t>
            </a:r>
            <a:endParaRPr lang="en-US" sz="1400" dirty="0"/>
          </a:p>
        </p:txBody>
      </p:sp>
      <p:graphicFrame>
        <p:nvGraphicFramePr>
          <p:cNvPr id="91"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92"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93" name="Text 73"/>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+30.1%</a:t>
            </a:r>
            <a:endParaRPr lang="en-US" sz="1600" dirty="0"/>
          </a:p>
        </p:txBody>
      </p:sp>
      <p:sp>
        <p:nvSpPr>
          <p:cNvPr id="94" name="Text 74"/>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+$28K</a:t>
            </a:r>
            <a:endParaRPr lang="en-US" sz="1300" dirty="0"/>
          </a:p>
        </p:txBody>
      </p:sp>
      <p:sp>
        <p:nvSpPr>
          <p:cNvPr id="95" name="Shape 75"/>
          <p:cNvSpPr/>
          <p:nvPr/>
        </p:nvSpPr>
        <p:spPr>
          <a:xfrm>
            <a:off x="8040624" y="5358384"/>
            <a:ext cx="3489960" cy="886968"/>
          </a:xfrm>
          <a:prstGeom prst="rect">
            <a:avLst/>
          </a:prstGeom>
          <a:solidFill>
            <a:srgbClr val="F7F7F7"/>
          </a:solidFill>
          <a:ln/>
        </p:spPr>
        <p:txBody>
          <a:bodyPr/>
          <a:p/>
        </p:txBody>
      </p:sp>
      <p:sp>
        <p:nvSpPr>
          <p:cNvPr id="96" name="Text 76"/>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97" name="Text 77"/>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$198K</a:t>
            </a:r>
            <a:endParaRPr lang="en-US" sz="1400" dirty="0"/>
          </a:p>
        </p:txBody>
      </p:sp>
      <p:graphicFrame>
        <p:nvGraphicFramePr>
          <p:cNvPr id="98"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99"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100" name="Text 78"/>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+27.6%</a:t>
            </a:r>
            <a:endParaRPr lang="en-US" sz="1600" dirty="0"/>
          </a:p>
        </p:txBody>
      </p:sp>
      <p:sp>
        <p:nvSpPr>
          <p:cNvPr id="101" name="Text 79"/>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+$43K</a:t>
            </a:r>
            <a:endParaRPr lang="en-US" sz="13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Text 8"/>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43.8%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59.9%</a:t>
            </a:r>
            <a:endParaRPr lang="en-US" sz="1400" dirty="0"/>
          </a:p>
        </p:txBody>
      </p:sp>
      <p:graphicFrame>
        <p:nvGraphicFramePr>
          <p:cNvPr id="12"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3" name="Text 10"/>
          <p:cNvSpPr txBox="1"/>
          <p:nvPr/>
        </p:nvSpPr>
        <p:spPr>
          <a:xfrm>
            <a:off x="2941320"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+16.1 pts</a:t>
            </a:r>
            <a:endParaRPr lang="en-US" sz="1600" dirty="0"/>
          </a:p>
        </p:txBody>
      </p:sp>
      <p:sp>
        <p:nvSpPr>
          <p:cNvPr id="14" name="Text 11"/>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2"/>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86.1%</a:t>
            </a:r>
            <a:endParaRPr lang="en-US" sz="1400" dirty="0"/>
          </a:p>
        </p:txBody>
      </p:sp>
      <p:graphicFrame>
        <p:nvGraphicFramePr>
          <p:cNvPr id="16"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7" name="Text 13"/>
          <p:cNvSpPr txBox="1"/>
          <p:nvPr/>
        </p:nvSpPr>
        <p:spPr>
          <a:xfrm>
            <a:off x="2941320"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+9.6 pts</a:t>
            </a:r>
            <a:endParaRPr lang="en-US" sz="1600" dirty="0"/>
          </a:p>
        </p:txBody>
      </p:sp>
      <p:sp>
        <p:nvSpPr>
          <p:cNvPr id="18" name="Shape 14"/>
          <p:cNvSpPr/>
          <p:nvPr/>
        </p:nvSpPr>
        <p:spPr>
          <a:xfrm>
            <a:off x="658368" y="3584448"/>
            <a:ext cx="3489960" cy="886968"/>
          </a:xfrm>
          <a:prstGeom prst="rect">
            <a:avLst/>
          </a:prstGeom>
          <a:solidFill>
            <a:srgbClr val="F7F7F7"/>
          </a:solidFill>
          <a:ln/>
        </p:spPr>
        <p:txBody>
          <a:bodyPr/>
          <a:p/>
        </p:txBody>
      </p:sp>
      <p:sp>
        <p:nvSpPr>
          <p:cNvPr id="19" name="Shape 15"/>
          <p:cNvSpPr/>
          <p:nvPr/>
        </p:nvSpPr>
        <p:spPr>
          <a:xfrm>
            <a:off x="4084320" y="3621024"/>
            <a:ext cx="64008" cy="813816"/>
          </a:xfrm>
          <a:prstGeom prst="rect">
            <a:avLst/>
          </a:prstGeom>
          <a:solidFill>
            <a:srgbClr val="12A566"/>
          </a:solidFill>
          <a:ln/>
        </p:spPr>
        <p:txBody>
          <a:bodyPr/>
          <a:p/>
        </p:txBody>
      </p:sp>
      <p:sp>
        <p:nvSpPr>
          <p:cNvPr id="20" name="Text 16"/>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7"/>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67.8%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77.3%</a:t>
            </a:r>
            <a:endParaRPr lang="en-US" sz="1400" dirty="0"/>
          </a:p>
        </p:txBody>
      </p:sp>
      <p:graphicFrame>
        <p:nvGraphicFramePr>
          <p:cNvPr id="22"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3" name="Text 18"/>
          <p:cNvSpPr txBox="1"/>
          <p:nvPr/>
        </p:nvSpPr>
        <p:spPr>
          <a:xfrm>
            <a:off x="2941320"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+9.5 pts</a:t>
            </a:r>
            <a:endParaRPr lang="en-US" sz="1600" dirty="0"/>
          </a:p>
        </p:txBody>
      </p:sp>
      <p:sp>
        <p:nvSpPr>
          <p:cNvPr id="24" name="Text 19"/>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5" name="Text 20"/>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72.8%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78.4%</a:t>
            </a:r>
            <a:endParaRPr lang="en-US" sz="1400" dirty="0"/>
          </a:p>
        </p:txBody>
      </p:sp>
      <p:graphicFrame>
        <p:nvGraphicFramePr>
          <p:cNvPr id="26"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7" name="Text 21"/>
          <p:cNvSpPr txBox="1"/>
          <p:nvPr/>
        </p:nvSpPr>
        <p:spPr>
          <a:xfrm>
            <a:off x="2941320"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+5.6 pts</a:t>
            </a:r>
            <a:endParaRPr lang="en-US" sz="1600" dirty="0"/>
          </a:p>
        </p:txBody>
      </p:sp>
      <p:sp>
        <p:nvSpPr>
          <p:cNvPr id="28" name="Shape 22"/>
          <p:cNvSpPr/>
          <p:nvPr/>
        </p:nvSpPr>
        <p:spPr>
          <a:xfrm>
            <a:off x="658368" y="5358384"/>
            <a:ext cx="3489960" cy="886968"/>
          </a:xfrm>
          <a:prstGeom prst="rect">
            <a:avLst/>
          </a:prstGeom>
          <a:solidFill>
            <a:srgbClr val="F7F7F7"/>
          </a:solidFill>
          <a:ln/>
        </p:spPr>
        <p:txBody>
          <a:bodyPr/>
          <a:p/>
        </p:txBody>
      </p:sp>
      <p:sp>
        <p:nvSpPr>
          <p:cNvPr id="29" name="Text 23"/>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0" name="Text 24"/>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70.2%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75.6%</a:t>
            </a:r>
            <a:endParaRPr lang="en-US" sz="1400" dirty="0"/>
          </a:p>
        </p:txBody>
      </p:sp>
      <p:graphicFrame>
        <p:nvGraphicFramePr>
          <p:cNvPr id="31"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2" name="Text 25"/>
          <p:cNvSpPr txBox="1"/>
          <p:nvPr/>
        </p:nvSpPr>
        <p:spPr>
          <a:xfrm>
            <a:off x="2941320"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+5.4 pts</a:t>
            </a:r>
            <a:endParaRPr lang="en-US" sz="1600" dirty="0"/>
          </a:p>
        </p:txBody>
      </p:sp>
      <p:sp>
        <p:nvSpPr>
          <p:cNvPr id="33" name="Shape 26"/>
          <p:cNvSpPr/>
          <p:nvPr/>
        </p:nvSpPr>
        <p:spPr>
          <a:xfrm>
            <a:off x="4349496" y="1371600"/>
            <a:ext cx="3489960" cy="45720"/>
          </a:xfrm>
          <a:prstGeom prst="rect">
            <a:avLst/>
          </a:prstGeom>
          <a:solidFill>
            <a:srgbClr val="C2352F"/>
          </a:solidFill>
          <a:ln/>
        </p:spPr>
        <p:txBody>
          <a:bodyPr/>
          <a:p/>
        </p:txBody>
      </p:sp>
      <p:sp>
        <p:nvSpPr>
          <p:cNvPr id="34"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5" name="Shape 28"/>
          <p:cNvSpPr/>
          <p:nvPr/>
        </p:nvSpPr>
        <p:spPr>
          <a:xfrm>
            <a:off x="4349496" y="1810512"/>
            <a:ext cx="3489960" cy="886968"/>
          </a:xfrm>
          <a:prstGeom prst="rect">
            <a:avLst/>
          </a:prstGeom>
          <a:solidFill>
            <a:srgbClr val="F7F7F7"/>
          </a:solidFill>
          <a:ln/>
        </p:spPr>
        <p:txBody>
          <a:bodyPr/>
          <a:p/>
        </p:txBody>
      </p:sp>
      <p:sp>
        <p:nvSpPr>
          <p:cNvPr id="36" name="Text 29"/>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7" name="Text 30"/>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54.1%</a:t>
            </a:r>
            <a:endParaRPr lang="en-US" sz="1400" dirty="0"/>
          </a:p>
        </p:txBody>
      </p:sp>
      <p:graphicFrame>
        <p:nvGraphicFramePr>
          <p:cNvPr id="38"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39" name="Text 31"/>
          <p:cNvSpPr txBox="1"/>
          <p:nvPr/>
        </p:nvSpPr>
        <p:spPr>
          <a:xfrm>
            <a:off x="6632448" y="1810512"/>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−17.4 pts</a:t>
            </a:r>
            <a:endParaRPr lang="en-US" sz="1600" dirty="0"/>
          </a:p>
        </p:txBody>
      </p:sp>
      <p:sp>
        <p:nvSpPr>
          <p:cNvPr id="40" name="Shape 32"/>
          <p:cNvSpPr/>
          <p:nvPr/>
        </p:nvSpPr>
        <p:spPr>
          <a:xfrm>
            <a:off x="7775448" y="2734056"/>
            <a:ext cx="64008" cy="813816"/>
          </a:xfrm>
          <a:prstGeom prst="rect">
            <a:avLst/>
          </a:prstGeom>
          <a:solidFill>
            <a:srgbClr val="2587C5"/>
          </a:solidFill>
          <a:ln/>
        </p:spPr>
        <p:txBody>
          <a:bodyPr/>
          <a:p/>
        </p:txBody>
      </p:sp>
      <p:sp>
        <p:nvSpPr>
          <p:cNvPr id="41" name="Text 33"/>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2" name="Text 34"/>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75.9%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65.8%</a:t>
            </a:r>
            <a:endParaRPr lang="en-US" sz="1400" dirty="0"/>
          </a:p>
        </p:txBody>
      </p:sp>
      <p:graphicFrame>
        <p:nvGraphicFramePr>
          <p:cNvPr id="43"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4" name="Text 35"/>
          <p:cNvSpPr txBox="1"/>
          <p:nvPr/>
        </p:nvSpPr>
        <p:spPr>
          <a:xfrm>
            <a:off x="6632448" y="2697480"/>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−10.1 pts</a:t>
            </a:r>
            <a:endParaRPr lang="en-US" sz="1600" dirty="0"/>
          </a:p>
        </p:txBody>
      </p:sp>
      <p:sp>
        <p:nvSpPr>
          <p:cNvPr id="45" name="Shape 36"/>
          <p:cNvSpPr/>
          <p:nvPr/>
        </p:nvSpPr>
        <p:spPr>
          <a:xfrm>
            <a:off x="4349496" y="3584448"/>
            <a:ext cx="3489960" cy="886968"/>
          </a:xfrm>
          <a:prstGeom prst="rect">
            <a:avLst/>
          </a:prstGeom>
          <a:solidFill>
            <a:srgbClr val="F7F7F7"/>
          </a:solidFill>
          <a:ln/>
        </p:spPr>
        <p:txBody>
          <a:bodyPr/>
          <a:p/>
        </p:txBody>
      </p:sp>
      <p:sp>
        <p:nvSpPr>
          <p:cNvPr id="46" name="Text 37"/>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7" name="Text 38"/>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93.5%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83.8%</a:t>
            </a:r>
            <a:endParaRPr lang="en-US" sz="1400" dirty="0"/>
          </a:p>
        </p:txBody>
      </p:sp>
      <p:graphicFrame>
        <p:nvGraphicFramePr>
          <p:cNvPr id="48"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49" name="Text 39"/>
          <p:cNvSpPr txBox="1"/>
          <p:nvPr/>
        </p:nvSpPr>
        <p:spPr>
          <a:xfrm>
            <a:off x="6632448" y="3584448"/>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−9.7 pts</a:t>
            </a:r>
            <a:endParaRPr lang="en-US" sz="1600" dirty="0"/>
          </a:p>
        </p:txBody>
      </p:sp>
      <p:sp>
        <p:nvSpPr>
          <p:cNvPr id="50" name="Text 40"/>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1" name="Text 41"/>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109.7%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103.6%</a:t>
            </a:r>
            <a:endParaRPr lang="en-US" sz="1400" dirty="0"/>
          </a:p>
        </p:txBody>
      </p:sp>
      <p:graphicFrame>
        <p:nvGraphicFramePr>
          <p:cNvPr id="52"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3" name="Text 42"/>
          <p:cNvSpPr txBox="1"/>
          <p:nvPr/>
        </p:nvSpPr>
        <p:spPr>
          <a:xfrm>
            <a:off x="6632448" y="4471416"/>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−6.1 pts</a:t>
            </a:r>
            <a:endParaRPr lang="en-US" sz="1600" dirty="0"/>
          </a:p>
        </p:txBody>
      </p:sp>
      <p:sp>
        <p:nvSpPr>
          <p:cNvPr id="54" name="Shape 43"/>
          <p:cNvSpPr/>
          <p:nvPr/>
        </p:nvSpPr>
        <p:spPr>
          <a:xfrm>
            <a:off x="4349496" y="5358384"/>
            <a:ext cx="3489960" cy="886968"/>
          </a:xfrm>
          <a:prstGeom prst="rect">
            <a:avLst/>
          </a:prstGeom>
          <a:solidFill>
            <a:srgbClr val="F7F7F7"/>
          </a:solidFill>
          <a:ln/>
        </p:spPr>
        <p:txBody>
          <a:bodyPr/>
          <a:p/>
        </p:txBody>
      </p:sp>
      <p:sp>
        <p:nvSpPr>
          <p:cNvPr id="55" name="Text 44"/>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6" name="Text 45"/>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65.4%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63.1%</a:t>
            </a:r>
            <a:endParaRPr lang="en-US" sz="1400" dirty="0"/>
          </a:p>
        </p:txBody>
      </p:sp>
      <p:graphicFrame>
        <p:nvGraphicFramePr>
          <p:cNvPr id="57"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58" name="Text 46"/>
          <p:cNvSpPr txBox="1"/>
          <p:nvPr/>
        </p:nvSpPr>
        <p:spPr>
          <a:xfrm>
            <a:off x="6632448" y="5358384"/>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−2.3 pts</a:t>
            </a:r>
            <a:endParaRPr lang="en-US" sz="1600" dirty="0"/>
          </a:p>
        </p:txBody>
      </p:sp>
      <p:sp>
        <p:nvSpPr>
          <p:cNvPr id="59" name="Shape 47"/>
          <p:cNvSpPr/>
          <p:nvPr/>
        </p:nvSpPr>
        <p:spPr>
          <a:xfrm>
            <a:off x="8040624" y="1371600"/>
            <a:ext cx="3489960" cy="45720"/>
          </a:xfrm>
          <a:prstGeom prst="rect">
            <a:avLst/>
          </a:prstGeom>
          <a:solidFill>
            <a:srgbClr val="2587C5"/>
          </a:solidFill>
          <a:ln/>
        </p:spPr>
        <p:txBody>
          <a:bodyPr/>
          <a:p/>
        </p:txBody>
      </p:sp>
      <p:sp>
        <p:nvSpPr>
          <p:cNvPr id="60" name="Text 4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1" name="Shape 49"/>
          <p:cNvSpPr/>
          <p:nvPr/>
        </p:nvSpPr>
        <p:spPr>
          <a:xfrm>
            <a:off x="8040624" y="1810512"/>
            <a:ext cx="3489960" cy="886968"/>
          </a:xfrm>
          <a:prstGeom prst="rect">
            <a:avLst/>
          </a:prstGeom>
          <a:solidFill>
            <a:srgbClr val="F7F7F7"/>
          </a:solidFill>
          <a:ln/>
        </p:spPr>
        <p:txBody>
          <a:bodyPr/>
          <a:p/>
        </p:txBody>
      </p:sp>
      <p:sp>
        <p:nvSpPr>
          <p:cNvPr id="62" name="Text 50"/>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3" name="Text 51"/>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82.9%</a:t>
            </a:r>
            <a:endParaRPr lang="en-US" sz="1400" dirty="0"/>
          </a:p>
        </p:txBody>
      </p:sp>
      <p:graphicFrame>
        <p:nvGraphicFramePr>
          <p:cNvPr id="64"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65"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66" name="Text 52"/>
          <p:cNvSpPr txBox="1"/>
          <p:nvPr/>
        </p:nvSpPr>
        <p:spPr>
          <a:xfrm>
            <a:off x="10323576"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+16.2 pts</a:t>
            </a:r>
            <a:endParaRPr lang="en-US" sz="1600" dirty="0"/>
          </a:p>
        </p:txBody>
      </p:sp>
      <p:sp>
        <p:nvSpPr>
          <p:cNvPr id="67" name="Shape 53"/>
          <p:cNvSpPr/>
          <p:nvPr/>
        </p:nvSpPr>
        <p:spPr>
          <a:xfrm>
            <a:off x="11466576" y="2734056"/>
            <a:ext cx="64008" cy="813816"/>
          </a:xfrm>
          <a:prstGeom prst="rect">
            <a:avLst/>
          </a:prstGeom>
          <a:solidFill>
            <a:srgbClr val="12A566"/>
          </a:solidFill>
          <a:ln/>
        </p:spPr>
        <p:txBody>
          <a:bodyPr/>
          <a:p/>
        </p:txBody>
      </p:sp>
      <p:sp>
        <p:nvSpPr>
          <p:cNvPr id="68" name="Text 54"/>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9" name="Text 55"/>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69.5%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84.8%</a:t>
            </a:r>
            <a:endParaRPr lang="en-US" sz="1400" dirty="0"/>
          </a:p>
        </p:txBody>
      </p:sp>
      <p:graphicFrame>
        <p:nvGraphicFramePr>
          <p:cNvPr id="70"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71"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72" name="Text 56"/>
          <p:cNvSpPr txBox="1"/>
          <p:nvPr/>
        </p:nvSpPr>
        <p:spPr>
          <a:xfrm>
            <a:off x="10323576"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+15.3 pts</a:t>
            </a:r>
            <a:endParaRPr lang="en-US" sz="1600" dirty="0"/>
          </a:p>
        </p:txBody>
      </p:sp>
      <p:sp>
        <p:nvSpPr>
          <p:cNvPr id="73" name="Shape 57"/>
          <p:cNvSpPr/>
          <p:nvPr/>
        </p:nvSpPr>
        <p:spPr>
          <a:xfrm>
            <a:off x="8040624" y="3584448"/>
            <a:ext cx="3489960" cy="886968"/>
          </a:xfrm>
          <a:prstGeom prst="rect">
            <a:avLst/>
          </a:prstGeom>
          <a:solidFill>
            <a:srgbClr val="F7F7F7"/>
          </a:solidFill>
          <a:ln/>
        </p:spPr>
        <p:txBody>
          <a:bodyPr/>
          <a:p/>
        </p:txBody>
      </p:sp>
      <p:sp>
        <p:nvSpPr>
          <p:cNvPr id="74" name="Shape 58"/>
          <p:cNvSpPr/>
          <p:nvPr/>
        </p:nvSpPr>
        <p:spPr>
          <a:xfrm>
            <a:off x="11466576" y="3621024"/>
            <a:ext cx="64008" cy="813816"/>
          </a:xfrm>
          <a:prstGeom prst="rect">
            <a:avLst/>
          </a:prstGeom>
          <a:solidFill>
            <a:srgbClr val="2587C5"/>
          </a:solidFill>
          <a:ln/>
        </p:spPr>
        <p:txBody>
          <a:bodyPr/>
          <a:p/>
        </p:txBody>
      </p:sp>
      <p:sp>
        <p:nvSpPr>
          <p:cNvPr id="75" name="Text 59"/>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6" name="Text 60"/>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62.0%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73.1%</a:t>
            </a:r>
            <a:endParaRPr lang="en-US" sz="1400" dirty="0"/>
          </a:p>
        </p:txBody>
      </p:sp>
      <p:graphicFrame>
        <p:nvGraphicFramePr>
          <p:cNvPr id="77"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78"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79" name="Text 61"/>
          <p:cNvSpPr txBox="1"/>
          <p:nvPr/>
        </p:nvSpPr>
        <p:spPr>
          <a:xfrm>
            <a:off x="10323576"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+11.1 pts</a:t>
            </a:r>
            <a:endParaRPr lang="en-US" sz="1600" dirty="0"/>
          </a:p>
        </p:txBody>
      </p:sp>
      <p:sp>
        <p:nvSpPr>
          <p:cNvPr id="80" name="Text 62"/>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1" name="Text 63"/>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83.6%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94.4%</a:t>
            </a:r>
            <a:endParaRPr lang="en-US" sz="1400" dirty="0"/>
          </a:p>
        </p:txBody>
      </p:sp>
      <p:graphicFrame>
        <p:nvGraphicFramePr>
          <p:cNvPr id="82"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83"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84" name="Text 64"/>
          <p:cNvSpPr txBox="1"/>
          <p:nvPr/>
        </p:nvSpPr>
        <p:spPr>
          <a:xfrm>
            <a:off x="10323576"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+10.8 pts</a:t>
            </a:r>
            <a:endParaRPr lang="en-US" sz="1600" dirty="0"/>
          </a:p>
        </p:txBody>
      </p:sp>
      <p:sp>
        <p:nvSpPr>
          <p:cNvPr id="85" name="Shape 65"/>
          <p:cNvSpPr/>
          <p:nvPr/>
        </p:nvSpPr>
        <p:spPr>
          <a:xfrm>
            <a:off x="8040624" y="5358384"/>
            <a:ext cx="3489960" cy="886968"/>
          </a:xfrm>
          <a:prstGeom prst="rect">
            <a:avLst/>
          </a:prstGeom>
          <a:solidFill>
            <a:srgbClr val="F7F7F7"/>
          </a:solidFill>
          <a:ln/>
        </p:spPr>
        <p:txBody>
          <a:bodyPr/>
          <a:p/>
        </p:txBody>
      </p:sp>
      <p:sp>
        <p:nvSpPr>
          <p:cNvPr id="86" name="Text 66"/>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7" name="Text 67"/>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74.2%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84.2%</a:t>
            </a:r>
            <a:endParaRPr lang="en-US" sz="1400" dirty="0"/>
          </a:p>
        </p:txBody>
      </p:sp>
      <p:graphicFrame>
        <p:nvGraphicFramePr>
          <p:cNvPr id="88"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89"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90" name="Text 68"/>
          <p:cNvSpPr txBox="1"/>
          <p:nvPr/>
        </p:nvSpPr>
        <p:spPr>
          <a:xfrm>
            <a:off x="10323576"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+10.0 pts</a:t>
            </a:r>
            <a:endParaRPr lang="en-US" sz="160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to Gross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Shape 8"/>
          <p:cNvSpPr/>
          <p:nvPr/>
        </p:nvSpPr>
        <p:spPr>
          <a:xfrm>
            <a:off x="4084320" y="1847088"/>
            <a:ext cx="64008" cy="813816"/>
          </a:xfrm>
          <a:prstGeom prst="rect">
            <a:avLst/>
          </a:prstGeom>
          <a:solidFill>
            <a:srgbClr val="12A566"/>
          </a:solidFill>
          <a:ln/>
        </p:spPr>
        <p:txBody>
          <a:bodyPr/>
          <a:p/>
        </p:txBody>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-52.7%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-19.2%</a:t>
            </a:r>
            <a:endParaRPr lang="en-US" sz="1400" dirty="0"/>
          </a:p>
        </p:txBody>
      </p:sp>
      <p:graphicFrame>
        <p:nvGraphicFramePr>
          <p:cNvPr id="13"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4" name="Text 11"/>
          <p:cNvSpPr txBox="1"/>
          <p:nvPr/>
        </p:nvSpPr>
        <p:spPr>
          <a:xfrm>
            <a:off x="2941320"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+33.5 pts</a:t>
            </a:r>
            <a:endParaRPr lang="en-US" sz="1600" dirty="0"/>
          </a:p>
        </p:txBody>
      </p:sp>
      <p:sp>
        <p:nvSpPr>
          <p:cNvPr id="15" name="Shape 12"/>
          <p:cNvSpPr/>
          <p:nvPr/>
        </p:nvSpPr>
        <p:spPr>
          <a:xfrm>
            <a:off x="4084320" y="2734056"/>
            <a:ext cx="64008" cy="813816"/>
          </a:xfrm>
          <a:prstGeom prst="rect">
            <a:avLst/>
          </a:prstGeom>
          <a:solidFill>
            <a:srgbClr val="12A566"/>
          </a:solidFill>
          <a:ln/>
        </p:spPr>
        <p:txBody>
          <a:bodyPr/>
          <a:p/>
        </p:txBody>
      </p:sp>
      <p:sp>
        <p:nvSpPr>
          <p:cNvPr id="16" name="Text 13"/>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7" name="Text 14"/>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-3.2%</a:t>
            </a:r>
            <a:endParaRPr lang="en-US" sz="1400" dirty="0"/>
          </a:p>
        </p:txBody>
      </p:sp>
      <p:graphicFrame>
        <p:nvGraphicFramePr>
          <p:cNvPr id="18"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9" name="Text 15"/>
          <p:cNvSpPr txBox="1"/>
          <p:nvPr/>
        </p:nvSpPr>
        <p:spPr>
          <a:xfrm>
            <a:off x="2941320"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+22.5 pts</a:t>
            </a:r>
            <a:endParaRPr lang="en-US" sz="1600" dirty="0"/>
          </a:p>
        </p:txBody>
      </p:sp>
      <p:sp>
        <p:nvSpPr>
          <p:cNvPr id="20" name="Shape 16"/>
          <p:cNvSpPr/>
          <p:nvPr/>
        </p:nvSpPr>
        <p:spPr>
          <a:xfrm>
            <a:off x="658368" y="3584448"/>
            <a:ext cx="3489960" cy="886968"/>
          </a:xfrm>
          <a:prstGeom prst="rect">
            <a:avLst/>
          </a:prstGeom>
          <a:solidFill>
            <a:srgbClr val="F7F7F7"/>
          </a:solidFill>
          <a:ln/>
        </p:spPr>
        <p:txBody>
          <a:bodyPr/>
          <a:p/>
        </p:txBody>
      </p:sp>
      <p:sp>
        <p:nvSpPr>
          <p:cNvPr id="21" name="Shape 17"/>
          <p:cNvSpPr/>
          <p:nvPr/>
        </p:nvSpPr>
        <p:spPr>
          <a:xfrm>
            <a:off x="4084320" y="3621024"/>
            <a:ext cx="64008" cy="813816"/>
          </a:xfrm>
          <a:prstGeom prst="rect">
            <a:avLst/>
          </a:prstGeom>
          <a:solidFill>
            <a:srgbClr val="12A566"/>
          </a:solidFill>
          <a:ln/>
        </p:spPr>
        <p:txBody>
          <a:bodyPr/>
          <a:p/>
        </p:txBody>
      </p:sp>
      <p:sp>
        <p:nvSpPr>
          <p:cNvPr id="22" name="Text 18"/>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3" name="Text 19"/>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16.0%</a:t>
            </a:r>
            <a:endParaRPr lang="en-US" sz="1400" dirty="0"/>
          </a:p>
        </p:txBody>
      </p:sp>
      <p:graphicFrame>
        <p:nvGraphicFramePr>
          <p:cNvPr id="24"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5" name="Text 20"/>
          <p:cNvSpPr txBox="1"/>
          <p:nvPr/>
        </p:nvSpPr>
        <p:spPr>
          <a:xfrm>
            <a:off x="2941320"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+20.1 pts</a:t>
            </a:r>
            <a:endParaRPr lang="en-US" sz="1600" dirty="0"/>
          </a:p>
        </p:txBody>
      </p:sp>
      <p:sp>
        <p:nvSpPr>
          <p:cNvPr id="26" name="Text 21"/>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7" name="Text 22"/>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-27.5%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-13.8%</a:t>
            </a:r>
            <a:endParaRPr lang="en-US" sz="1400" dirty="0"/>
          </a:p>
        </p:txBody>
      </p:sp>
      <p:graphicFrame>
        <p:nvGraphicFramePr>
          <p:cNvPr id="28"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9" name="Text 23"/>
          <p:cNvSpPr txBox="1"/>
          <p:nvPr/>
        </p:nvSpPr>
        <p:spPr>
          <a:xfrm>
            <a:off x="2941320"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+13.7 pts</a:t>
            </a:r>
            <a:endParaRPr lang="en-US" sz="1600" dirty="0"/>
          </a:p>
        </p:txBody>
      </p:sp>
      <p:sp>
        <p:nvSpPr>
          <p:cNvPr id="30" name="Shape 24"/>
          <p:cNvSpPr/>
          <p:nvPr/>
        </p:nvSpPr>
        <p:spPr>
          <a:xfrm>
            <a:off x="658368" y="5358384"/>
            <a:ext cx="3489960" cy="886968"/>
          </a:xfrm>
          <a:prstGeom prst="rect">
            <a:avLst/>
          </a:prstGeom>
          <a:solidFill>
            <a:srgbClr val="F7F7F7"/>
          </a:solidFill>
          <a:ln/>
        </p:spPr>
        <p:txBody>
          <a:bodyPr/>
          <a:p/>
        </p:txBody>
      </p:sp>
      <p:sp>
        <p:nvSpPr>
          <p:cNvPr id="31" name="Text 25"/>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2" name="Text 26"/>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-26.3%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-14.4%</a:t>
            </a:r>
            <a:endParaRPr lang="en-US" sz="1400" dirty="0"/>
          </a:p>
        </p:txBody>
      </p:sp>
      <p:graphicFrame>
        <p:nvGraphicFramePr>
          <p:cNvPr id="33"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4" name="Text 27"/>
          <p:cNvSpPr txBox="1"/>
          <p:nvPr/>
        </p:nvSpPr>
        <p:spPr>
          <a:xfrm>
            <a:off x="2941320"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+11.9 pts</a:t>
            </a:r>
            <a:endParaRPr lang="en-US" sz="1600" dirty="0"/>
          </a:p>
        </p:txBody>
      </p:sp>
      <p:sp>
        <p:nvSpPr>
          <p:cNvPr id="35" name="Shape 28"/>
          <p:cNvSpPr/>
          <p:nvPr/>
        </p:nvSpPr>
        <p:spPr>
          <a:xfrm>
            <a:off x="4349496" y="1371600"/>
            <a:ext cx="3489960" cy="45720"/>
          </a:xfrm>
          <a:prstGeom prst="rect">
            <a:avLst/>
          </a:prstGeom>
          <a:solidFill>
            <a:srgbClr val="C2352F"/>
          </a:solidFill>
          <a:ln/>
        </p:spPr>
        <p:txBody>
          <a:bodyPr/>
          <a:p/>
        </p:txBody>
      </p:sp>
      <p:sp>
        <p:nvSpPr>
          <p:cNvPr id="36" name="Text 29"/>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7" name="Shape 30"/>
          <p:cNvSpPr/>
          <p:nvPr/>
        </p:nvSpPr>
        <p:spPr>
          <a:xfrm>
            <a:off x="4349496" y="1810512"/>
            <a:ext cx="3489960" cy="886968"/>
          </a:xfrm>
          <a:prstGeom prst="rect">
            <a:avLst/>
          </a:prstGeom>
          <a:solidFill>
            <a:srgbClr val="F7F7F7"/>
          </a:solidFill>
          <a:ln/>
        </p:spPr>
        <p:txBody>
          <a:bodyPr/>
          <a:p/>
        </p:txBody>
      </p:sp>
      <p:sp>
        <p:nvSpPr>
          <p:cNvPr id="38" name="Text 31"/>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9" name="Text 32"/>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-25.2%</a:t>
            </a:r>
            <a:endParaRPr lang="en-US" sz="1400" dirty="0"/>
          </a:p>
        </p:txBody>
      </p:sp>
      <p:graphicFrame>
        <p:nvGraphicFramePr>
          <p:cNvPr id="40"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1" name="Text 33"/>
          <p:cNvSpPr txBox="1"/>
          <p:nvPr/>
        </p:nvSpPr>
        <p:spPr>
          <a:xfrm>
            <a:off x="6632448" y="1810512"/>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−26.8 pts</a:t>
            </a:r>
            <a:endParaRPr lang="en-US" sz="1600" dirty="0"/>
          </a:p>
        </p:txBody>
      </p:sp>
      <p:sp>
        <p:nvSpPr>
          <p:cNvPr id="42" name="Text 34"/>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3" name="Text 35"/>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5.2%</a:t>
            </a:r>
            <a:endParaRPr lang="en-US" sz="1400" dirty="0"/>
          </a:p>
        </p:txBody>
      </p:sp>
      <p:graphicFrame>
        <p:nvGraphicFramePr>
          <p:cNvPr id="44"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5" name="Text 36"/>
          <p:cNvSpPr txBox="1"/>
          <p:nvPr/>
        </p:nvSpPr>
        <p:spPr>
          <a:xfrm>
            <a:off x="6632448" y="2697480"/>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−10.9 pts</a:t>
            </a:r>
            <a:endParaRPr lang="en-US" sz="1600" dirty="0"/>
          </a:p>
        </p:txBody>
      </p:sp>
      <p:sp>
        <p:nvSpPr>
          <p:cNvPr id="46" name="Shape 37"/>
          <p:cNvSpPr/>
          <p:nvPr/>
        </p:nvSpPr>
        <p:spPr>
          <a:xfrm>
            <a:off x="4349496" y="3584448"/>
            <a:ext cx="3489960" cy="886968"/>
          </a:xfrm>
          <a:prstGeom prst="rect">
            <a:avLst/>
          </a:prstGeom>
          <a:solidFill>
            <a:srgbClr val="F7F7F7"/>
          </a:solidFill>
          <a:ln/>
        </p:spPr>
        <p:txBody>
          <a:bodyPr/>
          <a:p/>
        </p:txBody>
      </p:sp>
      <p:sp>
        <p:nvSpPr>
          <p:cNvPr id="47" name="Shape 38"/>
          <p:cNvSpPr/>
          <p:nvPr/>
        </p:nvSpPr>
        <p:spPr>
          <a:xfrm>
            <a:off x="7775448" y="3621024"/>
            <a:ext cx="64008" cy="813816"/>
          </a:xfrm>
          <a:prstGeom prst="rect">
            <a:avLst/>
          </a:prstGeom>
          <a:solidFill>
            <a:srgbClr val="2587C5"/>
          </a:solidFill>
          <a:ln/>
        </p:spPr>
        <p:txBody>
          <a:bodyPr/>
          <a:p/>
        </p:txBody>
      </p:sp>
      <p:sp>
        <p:nvSpPr>
          <p:cNvPr id="48" name="Text 39"/>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9" name="Text 40"/>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27.2%</a:t>
            </a:r>
            <a:endParaRPr lang="en-US" sz="1400" dirty="0"/>
          </a:p>
        </p:txBody>
      </p:sp>
      <p:graphicFrame>
        <p:nvGraphicFramePr>
          <p:cNvPr id="50"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51" name="Text 41"/>
          <p:cNvSpPr txBox="1"/>
          <p:nvPr/>
        </p:nvSpPr>
        <p:spPr>
          <a:xfrm>
            <a:off x="6632448" y="3584448"/>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−8.4 pts</a:t>
            </a:r>
            <a:endParaRPr lang="en-US" sz="1600" dirty="0"/>
          </a:p>
        </p:txBody>
      </p:sp>
      <p:sp>
        <p:nvSpPr>
          <p:cNvPr id="52" name="Text 42"/>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3" name="Text 43"/>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18.1%</a:t>
            </a:r>
            <a:endParaRPr lang="en-US" sz="1400" dirty="0"/>
          </a:p>
        </p:txBody>
      </p:sp>
      <p:graphicFrame>
        <p:nvGraphicFramePr>
          <p:cNvPr id="54"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5" name="Text 44"/>
          <p:cNvSpPr txBox="1"/>
          <p:nvPr/>
        </p:nvSpPr>
        <p:spPr>
          <a:xfrm>
            <a:off x="6632448" y="4471416"/>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−5.1 pts</a:t>
            </a:r>
            <a:endParaRPr lang="en-US" sz="1600" dirty="0"/>
          </a:p>
        </p:txBody>
      </p:sp>
      <p:sp>
        <p:nvSpPr>
          <p:cNvPr id="56" name="Shape 45"/>
          <p:cNvSpPr/>
          <p:nvPr/>
        </p:nvSpPr>
        <p:spPr>
          <a:xfrm>
            <a:off x="4349496" y="5358384"/>
            <a:ext cx="3489960" cy="886968"/>
          </a:xfrm>
          <a:prstGeom prst="rect">
            <a:avLst/>
          </a:prstGeom>
          <a:solidFill>
            <a:srgbClr val="F7F7F7"/>
          </a:solidFill>
          <a:ln/>
        </p:spPr>
        <p:txBody>
          <a:bodyPr/>
          <a:p/>
        </p:txBody>
      </p:sp>
      <p:sp>
        <p:nvSpPr>
          <p:cNvPr id="57" name="Text 46"/>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8" name="Text 47"/>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29.3%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25.3%</a:t>
            </a:r>
            <a:endParaRPr lang="en-US" sz="1400" dirty="0"/>
          </a:p>
        </p:txBody>
      </p:sp>
      <p:graphicFrame>
        <p:nvGraphicFramePr>
          <p:cNvPr id="59"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60" name="Text 48"/>
          <p:cNvSpPr txBox="1"/>
          <p:nvPr/>
        </p:nvSpPr>
        <p:spPr>
          <a:xfrm>
            <a:off x="6632448" y="5358384"/>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−4.0 pts</a:t>
            </a:r>
            <a:endParaRPr lang="en-US" sz="1600" dirty="0"/>
          </a:p>
        </p:txBody>
      </p:sp>
      <p:sp>
        <p:nvSpPr>
          <p:cNvPr id="61" name="Shape 49"/>
          <p:cNvSpPr/>
          <p:nvPr/>
        </p:nvSpPr>
        <p:spPr>
          <a:xfrm>
            <a:off x="8040624" y="1371600"/>
            <a:ext cx="3489960" cy="45720"/>
          </a:xfrm>
          <a:prstGeom prst="rect">
            <a:avLst/>
          </a:prstGeom>
          <a:solidFill>
            <a:srgbClr val="2587C5"/>
          </a:solidFill>
          <a:ln/>
        </p:spPr>
        <p:txBody>
          <a:bodyPr/>
          <a:p/>
        </p:txBody>
      </p:sp>
      <p:sp>
        <p:nvSpPr>
          <p:cNvPr id="62" name="Text 50"/>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3" name="Shape 51"/>
          <p:cNvSpPr/>
          <p:nvPr/>
        </p:nvSpPr>
        <p:spPr>
          <a:xfrm>
            <a:off x="8040624" y="1810512"/>
            <a:ext cx="3489960" cy="886968"/>
          </a:xfrm>
          <a:prstGeom prst="rect">
            <a:avLst/>
          </a:prstGeom>
          <a:solidFill>
            <a:srgbClr val="F7F7F7"/>
          </a:solidFill>
          <a:ln/>
        </p:spPr>
        <p:txBody>
          <a:bodyPr/>
          <a:p/>
        </p:txBody>
      </p:sp>
      <p:sp>
        <p:nvSpPr>
          <p:cNvPr id="64" name="Shape 52"/>
          <p:cNvSpPr/>
          <p:nvPr/>
        </p:nvSpPr>
        <p:spPr>
          <a:xfrm>
            <a:off x="11466576" y="1847088"/>
            <a:ext cx="64008" cy="813816"/>
          </a:xfrm>
          <a:prstGeom prst="rect">
            <a:avLst/>
          </a:prstGeom>
          <a:solidFill>
            <a:srgbClr val="12A566"/>
          </a:solidFill>
          <a:ln/>
        </p:spPr>
        <p:txBody>
          <a:bodyPr/>
          <a:p/>
        </p:txBody>
      </p:sp>
      <p:sp>
        <p:nvSpPr>
          <p:cNvPr id="65" name="Text 53"/>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6" name="Text 54"/>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-32.0%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-8.3%</a:t>
            </a:r>
            <a:endParaRPr lang="en-US" sz="1400" dirty="0"/>
          </a:p>
        </p:txBody>
      </p:sp>
      <p:graphicFrame>
        <p:nvGraphicFramePr>
          <p:cNvPr id="67"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68"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69" name="Text 55"/>
          <p:cNvSpPr txBox="1"/>
          <p:nvPr/>
        </p:nvSpPr>
        <p:spPr>
          <a:xfrm>
            <a:off x="10323576"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+23.7 pts</a:t>
            </a:r>
            <a:endParaRPr lang="en-US" sz="1600" dirty="0"/>
          </a:p>
        </p:txBody>
      </p:sp>
      <p:sp>
        <p:nvSpPr>
          <p:cNvPr id="70" name="Text 56"/>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1" name="Text 57"/>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12.9%</a:t>
            </a:r>
            <a:endParaRPr lang="en-US" sz="1400" dirty="0"/>
          </a:p>
        </p:txBody>
      </p:sp>
      <p:graphicFrame>
        <p:nvGraphicFramePr>
          <p:cNvPr id="72"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73"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74" name="Text 58"/>
          <p:cNvSpPr txBox="1"/>
          <p:nvPr/>
        </p:nvSpPr>
        <p:spPr>
          <a:xfrm>
            <a:off x="10323576"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+17.4 pts</a:t>
            </a:r>
            <a:endParaRPr lang="en-US" sz="1600" dirty="0"/>
          </a:p>
        </p:txBody>
      </p:sp>
      <p:sp>
        <p:nvSpPr>
          <p:cNvPr id="75" name="Shape 59"/>
          <p:cNvSpPr/>
          <p:nvPr/>
        </p:nvSpPr>
        <p:spPr>
          <a:xfrm>
            <a:off x="8040624" y="3584448"/>
            <a:ext cx="3489960" cy="886968"/>
          </a:xfrm>
          <a:prstGeom prst="rect">
            <a:avLst/>
          </a:prstGeom>
          <a:solidFill>
            <a:srgbClr val="F7F7F7"/>
          </a:solidFill>
          <a:ln/>
        </p:spPr>
        <p:txBody>
          <a:bodyPr/>
          <a:p/>
        </p:txBody>
      </p:sp>
      <p:sp>
        <p:nvSpPr>
          <p:cNvPr id="76" name="Shape 60"/>
          <p:cNvSpPr/>
          <p:nvPr/>
        </p:nvSpPr>
        <p:spPr>
          <a:xfrm>
            <a:off x="11466576" y="3621024"/>
            <a:ext cx="64008" cy="813816"/>
          </a:xfrm>
          <a:prstGeom prst="rect">
            <a:avLst/>
          </a:prstGeom>
          <a:solidFill>
            <a:srgbClr val="12A566"/>
          </a:solidFill>
          <a:ln/>
        </p:spPr>
        <p:txBody>
          <a:bodyPr/>
          <a:p/>
        </p:txBody>
      </p:sp>
      <p:sp>
        <p:nvSpPr>
          <p:cNvPr id="77" name="Text 61"/>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8" name="Text 62"/>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21.6%</a:t>
            </a:r>
            <a:endParaRPr lang="en-US" sz="1400" dirty="0"/>
          </a:p>
        </p:txBody>
      </p:sp>
      <p:graphicFrame>
        <p:nvGraphicFramePr>
          <p:cNvPr id="79"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80"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81" name="Text 63"/>
          <p:cNvSpPr txBox="1"/>
          <p:nvPr/>
        </p:nvSpPr>
        <p:spPr>
          <a:xfrm>
            <a:off x="10323576"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+16.8 pts</a:t>
            </a:r>
            <a:endParaRPr lang="en-US" sz="1600" dirty="0"/>
          </a:p>
        </p:txBody>
      </p:sp>
      <p:sp>
        <p:nvSpPr>
          <p:cNvPr id="82" name="Shape 64"/>
          <p:cNvSpPr/>
          <p:nvPr/>
        </p:nvSpPr>
        <p:spPr>
          <a:xfrm>
            <a:off x="11466576" y="4507992"/>
            <a:ext cx="64008" cy="813816"/>
          </a:xfrm>
          <a:prstGeom prst="rect">
            <a:avLst/>
          </a:prstGeom>
          <a:solidFill>
            <a:srgbClr val="2587C5"/>
          </a:solidFill>
          <a:ln/>
        </p:spPr>
        <p:txBody>
          <a:bodyPr/>
          <a:p/>
        </p:txBody>
      </p:sp>
      <p:sp>
        <p:nvSpPr>
          <p:cNvPr id="83" name="Text 65"/>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4" name="Text 66"/>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34.2%</a:t>
            </a:r>
            <a:endParaRPr lang="en-US" sz="1400" dirty="0"/>
          </a:p>
        </p:txBody>
      </p:sp>
      <p:graphicFrame>
        <p:nvGraphicFramePr>
          <p:cNvPr id="85"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86"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87" name="Text 67"/>
          <p:cNvSpPr txBox="1"/>
          <p:nvPr/>
        </p:nvSpPr>
        <p:spPr>
          <a:xfrm>
            <a:off x="10323576"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+12.6 pts</a:t>
            </a:r>
            <a:endParaRPr lang="en-US" sz="1600" dirty="0"/>
          </a:p>
        </p:txBody>
      </p:sp>
      <p:sp>
        <p:nvSpPr>
          <p:cNvPr id="88" name="Shape 68"/>
          <p:cNvSpPr/>
          <p:nvPr/>
        </p:nvSpPr>
        <p:spPr>
          <a:xfrm>
            <a:off x="8040624" y="5358384"/>
            <a:ext cx="3489960" cy="886968"/>
          </a:xfrm>
          <a:prstGeom prst="rect">
            <a:avLst/>
          </a:prstGeom>
          <a:solidFill>
            <a:srgbClr val="F7F7F7"/>
          </a:solidFill>
          <a:ln/>
        </p:spPr>
        <p:txBody>
          <a:bodyPr/>
          <a:p/>
        </p:txBody>
      </p:sp>
      <p:sp>
        <p:nvSpPr>
          <p:cNvPr id="89" name="Shape 69"/>
          <p:cNvSpPr/>
          <p:nvPr/>
        </p:nvSpPr>
        <p:spPr>
          <a:xfrm>
            <a:off x="11466576" y="5394960"/>
            <a:ext cx="64008" cy="813816"/>
          </a:xfrm>
          <a:prstGeom prst="rect">
            <a:avLst/>
          </a:prstGeom>
          <a:solidFill>
            <a:srgbClr val="12A566"/>
          </a:solidFill>
          <a:ln/>
        </p:spPr>
        <p:txBody>
          <a:bodyPr/>
          <a:p/>
        </p:txBody>
      </p:sp>
      <p:sp>
        <p:nvSpPr>
          <p:cNvPr id="90" name="Text 70"/>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91" name="Text 71"/>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5.5%</a:t>
            </a:r>
            <a:endParaRPr lang="en-US" sz="1400" dirty="0"/>
          </a:p>
        </p:txBody>
      </p:sp>
      <p:graphicFrame>
        <p:nvGraphicFramePr>
          <p:cNvPr id="92"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93"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94" name="Text 72"/>
          <p:cNvSpPr txBox="1"/>
          <p:nvPr/>
        </p:nvSpPr>
        <p:spPr>
          <a:xfrm>
            <a:off x="10323576"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+12.2 pts</a:t>
            </a:r>
            <a:endParaRPr lang="en-US" sz="160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to Gross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Text 8"/>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17.9%</a:t>
            </a:r>
            <a:endParaRPr lang="en-US" sz="1400" dirty="0"/>
          </a:p>
        </p:txBody>
      </p:sp>
      <p:graphicFrame>
        <p:nvGraphicFramePr>
          <p:cNvPr id="12"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3" name="Text 10"/>
          <p:cNvSpPr txBox="1"/>
          <p:nvPr/>
        </p:nvSpPr>
        <p:spPr>
          <a:xfrm>
            <a:off x="2941320"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+14.2 pts</a:t>
            </a:r>
            <a:endParaRPr lang="en-US" sz="1600" dirty="0"/>
          </a:p>
        </p:txBody>
      </p:sp>
      <p:sp>
        <p:nvSpPr>
          <p:cNvPr id="14" name="Shape 11"/>
          <p:cNvSpPr/>
          <p:nvPr/>
        </p:nvSpPr>
        <p:spPr>
          <a:xfrm>
            <a:off x="4084320" y="2734056"/>
            <a:ext cx="64008" cy="813816"/>
          </a:xfrm>
          <a:prstGeom prst="rect">
            <a:avLst/>
          </a:prstGeom>
          <a:solidFill>
            <a:srgbClr val="12A566"/>
          </a:solidFill>
          <a:ln/>
        </p:spPr>
        <p:txBody>
          <a:bodyPr/>
          <a:p/>
        </p:txBody>
      </p:sp>
      <p:sp>
        <p:nvSpPr>
          <p:cNvPr id="15" name="Text 12"/>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3"/>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25.2%</a:t>
            </a:r>
            <a:endParaRPr lang="en-US" sz="1400" dirty="0"/>
          </a:p>
        </p:txBody>
      </p:sp>
      <p:graphicFrame>
        <p:nvGraphicFramePr>
          <p:cNvPr id="17"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8" name="Text 14"/>
          <p:cNvSpPr txBox="1"/>
          <p:nvPr/>
        </p:nvSpPr>
        <p:spPr>
          <a:xfrm>
            <a:off x="2941320"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+13.1 pts</a:t>
            </a:r>
            <a:endParaRPr lang="en-US" sz="1600" dirty="0"/>
          </a:p>
        </p:txBody>
      </p:sp>
      <p:sp>
        <p:nvSpPr>
          <p:cNvPr id="19" name="Shape 15"/>
          <p:cNvSpPr/>
          <p:nvPr/>
        </p:nvSpPr>
        <p:spPr>
          <a:xfrm>
            <a:off x="658368" y="3584448"/>
            <a:ext cx="3489960" cy="886968"/>
          </a:xfrm>
          <a:prstGeom prst="rect">
            <a:avLst/>
          </a:prstGeom>
          <a:solidFill>
            <a:srgbClr val="F7F7F7"/>
          </a:solidFill>
          <a:ln/>
        </p:spPr>
        <p:txBody>
          <a:bodyPr/>
          <a:p/>
        </p:txBody>
      </p:sp>
      <p:sp>
        <p:nvSpPr>
          <p:cNvPr id="20" name="Text 16"/>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7"/>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32.9%</a:t>
            </a:r>
            <a:endParaRPr lang="en-US" sz="1400" dirty="0"/>
          </a:p>
        </p:txBody>
      </p:sp>
      <p:graphicFrame>
        <p:nvGraphicFramePr>
          <p:cNvPr id="22"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3" name="Text 18"/>
          <p:cNvSpPr txBox="1"/>
          <p:nvPr/>
        </p:nvSpPr>
        <p:spPr>
          <a:xfrm>
            <a:off x="2941320"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+10.7 pts</a:t>
            </a:r>
            <a:endParaRPr lang="en-US" sz="1600" dirty="0"/>
          </a:p>
        </p:txBody>
      </p:sp>
      <p:sp>
        <p:nvSpPr>
          <p:cNvPr id="24" name="Text 19"/>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5" name="Text 20"/>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26.6%</a:t>
            </a:r>
            <a:endParaRPr lang="en-US" sz="1400" dirty="0"/>
          </a:p>
        </p:txBody>
      </p:sp>
      <p:graphicFrame>
        <p:nvGraphicFramePr>
          <p:cNvPr id="26"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7" name="Text 21"/>
          <p:cNvSpPr txBox="1"/>
          <p:nvPr/>
        </p:nvSpPr>
        <p:spPr>
          <a:xfrm>
            <a:off x="2941320"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+7.5 pts</a:t>
            </a:r>
            <a:endParaRPr lang="en-US" sz="1600" dirty="0"/>
          </a:p>
        </p:txBody>
      </p:sp>
      <p:sp>
        <p:nvSpPr>
          <p:cNvPr id="28" name="Shape 22"/>
          <p:cNvSpPr/>
          <p:nvPr/>
        </p:nvSpPr>
        <p:spPr>
          <a:xfrm>
            <a:off x="658368" y="5358384"/>
            <a:ext cx="3489960" cy="886968"/>
          </a:xfrm>
          <a:prstGeom prst="rect">
            <a:avLst/>
          </a:prstGeom>
          <a:solidFill>
            <a:srgbClr val="F7F7F7"/>
          </a:solidFill>
          <a:ln/>
        </p:spPr>
        <p:txBody>
          <a:bodyPr/>
          <a:p/>
        </p:txBody>
      </p:sp>
      <p:sp>
        <p:nvSpPr>
          <p:cNvPr id="29" name="Text 23"/>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0" name="Text 24"/>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44.4%</a:t>
            </a:r>
            <a:endParaRPr lang="en-US" sz="1400" dirty="0"/>
          </a:p>
        </p:txBody>
      </p:sp>
      <p:graphicFrame>
        <p:nvGraphicFramePr>
          <p:cNvPr id="31"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2" name="Text 25"/>
          <p:cNvSpPr txBox="1"/>
          <p:nvPr/>
        </p:nvSpPr>
        <p:spPr>
          <a:xfrm>
            <a:off x="2941320"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+7.1 pts</a:t>
            </a:r>
            <a:endParaRPr lang="en-US" sz="1600" dirty="0"/>
          </a:p>
        </p:txBody>
      </p:sp>
      <p:sp>
        <p:nvSpPr>
          <p:cNvPr id="33" name="Shape 26"/>
          <p:cNvSpPr/>
          <p:nvPr/>
        </p:nvSpPr>
        <p:spPr>
          <a:xfrm>
            <a:off x="4349496" y="1371600"/>
            <a:ext cx="3489960" cy="45720"/>
          </a:xfrm>
          <a:prstGeom prst="rect">
            <a:avLst/>
          </a:prstGeom>
          <a:solidFill>
            <a:srgbClr val="C2352F"/>
          </a:solidFill>
          <a:ln/>
        </p:spPr>
        <p:txBody>
          <a:bodyPr/>
          <a:p/>
        </p:txBody>
      </p:sp>
      <p:sp>
        <p:nvSpPr>
          <p:cNvPr id="34"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5" name="Shape 28"/>
          <p:cNvSpPr/>
          <p:nvPr/>
        </p:nvSpPr>
        <p:spPr>
          <a:xfrm>
            <a:off x="4349496" y="1810512"/>
            <a:ext cx="3489960" cy="886968"/>
          </a:xfrm>
          <a:prstGeom prst="rect">
            <a:avLst/>
          </a:prstGeom>
          <a:solidFill>
            <a:srgbClr val="F7F7F7"/>
          </a:solidFill>
          <a:ln/>
        </p:spPr>
        <p:txBody>
          <a:bodyPr/>
          <a:p/>
        </p:txBody>
      </p:sp>
      <p:sp>
        <p:nvSpPr>
          <p:cNvPr id="36" name="Text 29"/>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7" name="Text 30"/>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10.0%</a:t>
            </a:r>
            <a:endParaRPr lang="en-US" sz="1400" dirty="0"/>
          </a:p>
        </p:txBody>
      </p:sp>
      <p:graphicFrame>
        <p:nvGraphicFramePr>
          <p:cNvPr id="38"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39" name="Text 31"/>
          <p:cNvSpPr txBox="1"/>
          <p:nvPr/>
        </p:nvSpPr>
        <p:spPr>
          <a:xfrm>
            <a:off x="6632448" y="1810512"/>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−12.5 pts</a:t>
            </a:r>
            <a:endParaRPr lang="en-US" sz="1600" dirty="0"/>
          </a:p>
        </p:txBody>
      </p:sp>
      <p:sp>
        <p:nvSpPr>
          <p:cNvPr id="40" name="Text 32"/>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1" name="Text 33"/>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49.3%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37.5%</a:t>
            </a:r>
            <a:endParaRPr lang="en-US" sz="1400" dirty="0"/>
          </a:p>
        </p:txBody>
      </p:sp>
      <p:graphicFrame>
        <p:nvGraphicFramePr>
          <p:cNvPr id="42"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3" name="Text 34"/>
          <p:cNvSpPr txBox="1"/>
          <p:nvPr/>
        </p:nvSpPr>
        <p:spPr>
          <a:xfrm>
            <a:off x="6632448" y="2697480"/>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−11.8 pts</a:t>
            </a:r>
            <a:endParaRPr lang="en-US" sz="1600" dirty="0"/>
          </a:p>
        </p:txBody>
      </p:sp>
      <p:sp>
        <p:nvSpPr>
          <p:cNvPr id="44" name="Shape 35"/>
          <p:cNvSpPr/>
          <p:nvPr/>
        </p:nvSpPr>
        <p:spPr>
          <a:xfrm>
            <a:off x="4349496" y="3584448"/>
            <a:ext cx="3489960" cy="886968"/>
          </a:xfrm>
          <a:prstGeom prst="rect">
            <a:avLst/>
          </a:prstGeom>
          <a:solidFill>
            <a:srgbClr val="F7F7F7"/>
          </a:solidFill>
          <a:ln/>
        </p:spPr>
        <p:txBody>
          <a:bodyPr/>
          <a:p/>
        </p:txBody>
      </p:sp>
      <p:sp>
        <p:nvSpPr>
          <p:cNvPr id="45" name="Shape 36"/>
          <p:cNvSpPr/>
          <p:nvPr/>
        </p:nvSpPr>
        <p:spPr>
          <a:xfrm>
            <a:off x="7775448" y="3621024"/>
            <a:ext cx="64008" cy="813816"/>
          </a:xfrm>
          <a:prstGeom prst="rect">
            <a:avLst/>
          </a:prstGeom>
          <a:solidFill>
            <a:srgbClr val="2587C5"/>
          </a:solidFill>
          <a:ln/>
        </p:spPr>
        <p:txBody>
          <a:bodyPr/>
          <a:p/>
        </p:txBody>
      </p:sp>
      <p:sp>
        <p:nvSpPr>
          <p:cNvPr id="46" name="Text 37"/>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7" name="Text 38"/>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34.8%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23.6%</a:t>
            </a:r>
            <a:endParaRPr lang="en-US" sz="1400" dirty="0"/>
          </a:p>
        </p:txBody>
      </p:sp>
      <p:graphicFrame>
        <p:nvGraphicFramePr>
          <p:cNvPr id="48"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49" name="Text 39"/>
          <p:cNvSpPr txBox="1"/>
          <p:nvPr/>
        </p:nvSpPr>
        <p:spPr>
          <a:xfrm>
            <a:off x="6632448" y="3584448"/>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−11.2 pts</a:t>
            </a:r>
            <a:endParaRPr lang="en-US" sz="1600" dirty="0"/>
          </a:p>
        </p:txBody>
      </p:sp>
      <p:sp>
        <p:nvSpPr>
          <p:cNvPr id="50" name="Text 40"/>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1" name="Text 41"/>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25.3%</a:t>
            </a:r>
            <a:endParaRPr lang="en-US" sz="1400" dirty="0"/>
          </a:p>
        </p:txBody>
      </p:sp>
      <p:graphicFrame>
        <p:nvGraphicFramePr>
          <p:cNvPr id="52"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3" name="Text 42"/>
          <p:cNvSpPr txBox="1"/>
          <p:nvPr/>
        </p:nvSpPr>
        <p:spPr>
          <a:xfrm>
            <a:off x="6632448" y="4471416"/>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−9.9 pts</a:t>
            </a:r>
            <a:endParaRPr lang="en-US" sz="1600" dirty="0"/>
          </a:p>
        </p:txBody>
      </p:sp>
      <p:sp>
        <p:nvSpPr>
          <p:cNvPr id="54" name="Shape 43"/>
          <p:cNvSpPr/>
          <p:nvPr/>
        </p:nvSpPr>
        <p:spPr>
          <a:xfrm>
            <a:off x="4349496" y="5358384"/>
            <a:ext cx="3489960" cy="886968"/>
          </a:xfrm>
          <a:prstGeom prst="rect">
            <a:avLst/>
          </a:prstGeom>
          <a:solidFill>
            <a:srgbClr val="F7F7F7"/>
          </a:solidFill>
          <a:ln/>
        </p:spPr>
        <p:txBody>
          <a:bodyPr/>
          <a:p/>
        </p:txBody>
      </p:sp>
      <p:sp>
        <p:nvSpPr>
          <p:cNvPr id="55" name="Shape 44"/>
          <p:cNvSpPr/>
          <p:nvPr/>
        </p:nvSpPr>
        <p:spPr>
          <a:xfrm>
            <a:off x="7775448" y="5394960"/>
            <a:ext cx="64008" cy="813816"/>
          </a:xfrm>
          <a:prstGeom prst="rect">
            <a:avLst/>
          </a:prstGeom>
          <a:solidFill>
            <a:srgbClr val="2587C5"/>
          </a:solidFill>
          <a:ln/>
        </p:spPr>
        <p:txBody>
          <a:bodyPr/>
          <a:p/>
        </p:txBody>
      </p:sp>
      <p:sp>
        <p:nvSpPr>
          <p:cNvPr id="56" name="Text 45"/>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7" name="Text 46"/>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15.8%</a:t>
            </a:r>
            <a:endParaRPr lang="en-US" sz="1400" dirty="0"/>
          </a:p>
        </p:txBody>
      </p:sp>
      <p:graphicFrame>
        <p:nvGraphicFramePr>
          <p:cNvPr id="58"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59" name="Text 47"/>
          <p:cNvSpPr txBox="1"/>
          <p:nvPr/>
        </p:nvSpPr>
        <p:spPr>
          <a:xfrm>
            <a:off x="6632448" y="5358384"/>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−8.3 pts</a:t>
            </a:r>
            <a:endParaRPr lang="en-US" sz="1600" dirty="0"/>
          </a:p>
        </p:txBody>
      </p:sp>
      <p:sp>
        <p:nvSpPr>
          <p:cNvPr id="60" name="Shape 48"/>
          <p:cNvSpPr/>
          <p:nvPr/>
        </p:nvSpPr>
        <p:spPr>
          <a:xfrm>
            <a:off x="8040624" y="1371600"/>
            <a:ext cx="3489960" cy="45720"/>
          </a:xfrm>
          <a:prstGeom prst="rect">
            <a:avLst/>
          </a:prstGeom>
          <a:solidFill>
            <a:srgbClr val="2587C5"/>
          </a:solidFill>
          <a:ln/>
        </p:spPr>
        <p:txBody>
          <a:bodyPr/>
          <a:p/>
        </p:txBody>
      </p:sp>
      <p:sp>
        <p:nvSpPr>
          <p:cNvPr id="61" name="Text 4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2" name="Shape 50"/>
          <p:cNvSpPr/>
          <p:nvPr/>
        </p:nvSpPr>
        <p:spPr>
          <a:xfrm>
            <a:off x="8040624" y="1810512"/>
            <a:ext cx="3489960" cy="886968"/>
          </a:xfrm>
          <a:prstGeom prst="rect">
            <a:avLst/>
          </a:prstGeom>
          <a:solidFill>
            <a:srgbClr val="F7F7F7"/>
          </a:solidFill>
          <a:ln/>
        </p:spPr>
        <p:txBody>
          <a:bodyPr/>
          <a:p/>
        </p:txBody>
      </p:sp>
      <p:sp>
        <p:nvSpPr>
          <p:cNvPr id="63" name="Text 51"/>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4" name="Text 52"/>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35.8%</a:t>
            </a:r>
            <a:endParaRPr lang="en-US" sz="1400" dirty="0"/>
          </a:p>
        </p:txBody>
      </p:sp>
      <p:graphicFrame>
        <p:nvGraphicFramePr>
          <p:cNvPr id="65"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66"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67" name="Text 53"/>
          <p:cNvSpPr txBox="1"/>
          <p:nvPr/>
        </p:nvSpPr>
        <p:spPr>
          <a:xfrm>
            <a:off x="10323576"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+20.1 pts</a:t>
            </a:r>
            <a:endParaRPr lang="en-US" sz="1600" dirty="0"/>
          </a:p>
        </p:txBody>
      </p:sp>
      <p:sp>
        <p:nvSpPr>
          <p:cNvPr id="68" name="Shape 54"/>
          <p:cNvSpPr/>
          <p:nvPr/>
        </p:nvSpPr>
        <p:spPr>
          <a:xfrm>
            <a:off x="11466576" y="2734056"/>
            <a:ext cx="64008" cy="813816"/>
          </a:xfrm>
          <a:prstGeom prst="rect">
            <a:avLst/>
          </a:prstGeom>
          <a:solidFill>
            <a:srgbClr val="2587C5"/>
          </a:solidFill>
          <a:ln/>
        </p:spPr>
        <p:txBody>
          <a:bodyPr/>
          <a:p/>
        </p:txBody>
      </p:sp>
      <p:sp>
        <p:nvSpPr>
          <p:cNvPr id="69" name="Text 55"/>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0" name="Text 56"/>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34.2%</a:t>
            </a:r>
            <a:endParaRPr lang="en-US" sz="1400" dirty="0"/>
          </a:p>
        </p:txBody>
      </p:sp>
      <p:graphicFrame>
        <p:nvGraphicFramePr>
          <p:cNvPr id="71"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72"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73" name="Text 57"/>
          <p:cNvSpPr txBox="1"/>
          <p:nvPr/>
        </p:nvSpPr>
        <p:spPr>
          <a:xfrm>
            <a:off x="10323576"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+16.9 pts</a:t>
            </a:r>
            <a:endParaRPr lang="en-US" sz="1600" dirty="0"/>
          </a:p>
        </p:txBody>
      </p:sp>
      <p:sp>
        <p:nvSpPr>
          <p:cNvPr id="74" name="Shape 58"/>
          <p:cNvSpPr/>
          <p:nvPr/>
        </p:nvSpPr>
        <p:spPr>
          <a:xfrm>
            <a:off x="8040624" y="3584448"/>
            <a:ext cx="3489960" cy="886968"/>
          </a:xfrm>
          <a:prstGeom prst="rect">
            <a:avLst/>
          </a:prstGeom>
          <a:solidFill>
            <a:srgbClr val="F7F7F7"/>
          </a:solidFill>
          <a:ln/>
        </p:spPr>
        <p:txBody>
          <a:bodyPr/>
          <a:p/>
        </p:txBody>
      </p:sp>
      <p:sp>
        <p:nvSpPr>
          <p:cNvPr id="75" name="Text 59"/>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6" name="Text 60"/>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40.6%</a:t>
            </a:r>
            <a:endParaRPr lang="en-US" sz="1400" dirty="0"/>
          </a:p>
        </p:txBody>
      </p:sp>
      <p:graphicFrame>
        <p:nvGraphicFramePr>
          <p:cNvPr id="77"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78"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79" name="Text 61"/>
          <p:cNvSpPr txBox="1"/>
          <p:nvPr/>
        </p:nvSpPr>
        <p:spPr>
          <a:xfrm>
            <a:off x="10323576"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+16.4 pts</a:t>
            </a:r>
            <a:endParaRPr lang="en-US" sz="1600" dirty="0"/>
          </a:p>
        </p:txBody>
      </p:sp>
      <p:sp>
        <p:nvSpPr>
          <p:cNvPr id="80" name="Shape 62"/>
          <p:cNvSpPr/>
          <p:nvPr/>
        </p:nvSpPr>
        <p:spPr>
          <a:xfrm>
            <a:off x="11466576" y="4507992"/>
            <a:ext cx="64008" cy="813816"/>
          </a:xfrm>
          <a:prstGeom prst="rect">
            <a:avLst/>
          </a:prstGeom>
          <a:solidFill>
            <a:srgbClr val="12A566"/>
          </a:solidFill>
          <a:ln/>
        </p:spPr>
        <p:txBody>
          <a:bodyPr/>
          <a:p/>
        </p:txBody>
      </p:sp>
      <p:sp>
        <p:nvSpPr>
          <p:cNvPr id="81" name="Text 63"/>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2" name="Text 64"/>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31.0%</a:t>
            </a:r>
            <a:endParaRPr lang="en-US" sz="1400" dirty="0"/>
          </a:p>
        </p:txBody>
      </p:sp>
      <p:graphicFrame>
        <p:nvGraphicFramePr>
          <p:cNvPr id="83"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84"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85" name="Text 65"/>
          <p:cNvSpPr txBox="1"/>
          <p:nvPr/>
        </p:nvSpPr>
        <p:spPr>
          <a:xfrm>
            <a:off x="10323576"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+15.4 pts</a:t>
            </a:r>
            <a:endParaRPr lang="en-US" sz="1600" dirty="0"/>
          </a:p>
        </p:txBody>
      </p:sp>
      <p:sp>
        <p:nvSpPr>
          <p:cNvPr id="86" name="Shape 66"/>
          <p:cNvSpPr/>
          <p:nvPr/>
        </p:nvSpPr>
        <p:spPr>
          <a:xfrm>
            <a:off x="8040624" y="5358384"/>
            <a:ext cx="3489960" cy="886968"/>
          </a:xfrm>
          <a:prstGeom prst="rect">
            <a:avLst/>
          </a:prstGeom>
          <a:solidFill>
            <a:srgbClr val="F7F7F7"/>
          </a:solidFill>
          <a:ln/>
        </p:spPr>
        <p:txBody>
          <a:bodyPr/>
          <a:p/>
        </p:txBody>
      </p:sp>
      <p:sp>
        <p:nvSpPr>
          <p:cNvPr id="87" name="Shape 67"/>
          <p:cNvSpPr/>
          <p:nvPr/>
        </p:nvSpPr>
        <p:spPr>
          <a:xfrm>
            <a:off x="11466576" y="5394960"/>
            <a:ext cx="64008" cy="813816"/>
          </a:xfrm>
          <a:prstGeom prst="rect">
            <a:avLst/>
          </a:prstGeom>
          <a:solidFill>
            <a:srgbClr val="2587C5"/>
          </a:solidFill>
          <a:ln/>
        </p:spPr>
        <p:txBody>
          <a:bodyPr/>
          <a:p/>
        </p:txBody>
      </p:sp>
      <p:sp>
        <p:nvSpPr>
          <p:cNvPr id="88" name="Text 68"/>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9" name="Text 69"/>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24.1%</a:t>
            </a:r>
            <a:endParaRPr lang="en-US" sz="1400" dirty="0"/>
          </a:p>
        </p:txBody>
      </p:sp>
      <p:graphicFrame>
        <p:nvGraphicFramePr>
          <p:cNvPr id="90"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91"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92" name="Text 70"/>
          <p:cNvSpPr txBox="1"/>
          <p:nvPr/>
        </p:nvSpPr>
        <p:spPr>
          <a:xfrm>
            <a:off x="10323576"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+15.0 pts</a:t>
            </a:r>
            <a:endParaRPr lang="en-US" sz="1600" dirty="0"/>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RO Count</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Text 8"/>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7,156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8,133</a:t>
            </a:r>
            <a:endParaRPr lang="en-US" sz="1400" dirty="0"/>
          </a:p>
        </p:txBody>
      </p:sp>
      <p:graphicFrame>
        <p:nvGraphicFramePr>
          <p:cNvPr id="12"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3" name="Text 10"/>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+13.7%</a:t>
            </a:r>
            <a:endParaRPr lang="en-US" sz="1600" dirty="0"/>
          </a:p>
        </p:txBody>
      </p:sp>
      <p:sp>
        <p:nvSpPr>
          <p:cNvPr id="14" name="Text 11"/>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+977 ROs</a:t>
            </a:r>
            <a:endParaRPr lang="en-US" sz="1300" dirty="0"/>
          </a:p>
        </p:txBody>
      </p:sp>
      <p:sp>
        <p:nvSpPr>
          <p:cNvPr id="15" name="Text 12"/>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3"/>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1,784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2,010</a:t>
            </a:r>
            <a:endParaRPr lang="en-US" sz="1400" dirty="0"/>
          </a:p>
        </p:txBody>
      </p:sp>
      <p:graphicFrame>
        <p:nvGraphicFramePr>
          <p:cNvPr id="17"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8" name="Text 14"/>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+12.7%</a:t>
            </a:r>
            <a:endParaRPr lang="en-US" sz="1600" dirty="0"/>
          </a:p>
        </p:txBody>
      </p:sp>
      <p:sp>
        <p:nvSpPr>
          <p:cNvPr id="19" name="Text 15"/>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+226 ROs</a:t>
            </a:r>
            <a:endParaRPr lang="en-US" sz="1300" dirty="0"/>
          </a:p>
        </p:txBody>
      </p:sp>
      <p:sp>
        <p:nvSpPr>
          <p:cNvPr id="20" name="Shape 16"/>
          <p:cNvSpPr/>
          <p:nvPr/>
        </p:nvSpPr>
        <p:spPr>
          <a:xfrm>
            <a:off x="658368" y="3584448"/>
            <a:ext cx="3489960" cy="886968"/>
          </a:xfrm>
          <a:prstGeom prst="rect">
            <a:avLst/>
          </a:prstGeom>
          <a:solidFill>
            <a:srgbClr val="F7F7F7"/>
          </a:solidFill>
          <a:ln/>
        </p:spPr>
        <p:txBody>
          <a:bodyPr/>
          <a:p/>
        </p:txBody>
      </p:sp>
      <p:sp>
        <p:nvSpPr>
          <p:cNvPr id="21" name="Text 17"/>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2" name="Text 18"/>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2,810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3,107</a:t>
            </a:r>
            <a:endParaRPr lang="en-US" sz="1400" dirty="0"/>
          </a:p>
        </p:txBody>
      </p:sp>
      <p:graphicFrame>
        <p:nvGraphicFramePr>
          <p:cNvPr id="23"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4" name="Text 19"/>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+10.6%</a:t>
            </a:r>
            <a:endParaRPr lang="en-US" sz="1600" dirty="0"/>
          </a:p>
        </p:txBody>
      </p:sp>
      <p:sp>
        <p:nvSpPr>
          <p:cNvPr id="25" name="Text 20"/>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+297 ROs</a:t>
            </a:r>
            <a:endParaRPr lang="en-US" sz="1300" dirty="0"/>
          </a:p>
        </p:txBody>
      </p:sp>
      <p:sp>
        <p:nvSpPr>
          <p:cNvPr id="26" name="Text 21"/>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7" name="Text 22"/>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5,042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5,553</a:t>
            </a:r>
            <a:endParaRPr lang="en-US" sz="1400" dirty="0"/>
          </a:p>
        </p:txBody>
      </p:sp>
      <p:graphicFrame>
        <p:nvGraphicFramePr>
          <p:cNvPr id="28"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9" name="Text 23"/>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+10.1%</a:t>
            </a:r>
            <a:endParaRPr lang="en-US" sz="1600" dirty="0"/>
          </a:p>
        </p:txBody>
      </p:sp>
      <p:sp>
        <p:nvSpPr>
          <p:cNvPr id="30" name="Text 24"/>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+511 ROs</a:t>
            </a:r>
            <a:endParaRPr lang="en-US" sz="1300" dirty="0"/>
          </a:p>
        </p:txBody>
      </p:sp>
      <p:sp>
        <p:nvSpPr>
          <p:cNvPr id="31" name="Shape 25"/>
          <p:cNvSpPr/>
          <p:nvPr/>
        </p:nvSpPr>
        <p:spPr>
          <a:xfrm>
            <a:off x="658368" y="5358384"/>
            <a:ext cx="3489960" cy="886968"/>
          </a:xfrm>
          <a:prstGeom prst="rect">
            <a:avLst/>
          </a:prstGeom>
          <a:solidFill>
            <a:srgbClr val="F7F7F7"/>
          </a:solidFill>
          <a:ln/>
        </p:spPr>
        <p:txBody>
          <a:bodyPr/>
          <a:p/>
        </p:txBody>
      </p:sp>
      <p:sp>
        <p:nvSpPr>
          <p:cNvPr id="32" name="Text 26"/>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3" name="Text 27"/>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1,303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1,421</a:t>
            </a:r>
            <a:endParaRPr lang="en-US" sz="1400" dirty="0"/>
          </a:p>
        </p:txBody>
      </p:sp>
      <p:graphicFrame>
        <p:nvGraphicFramePr>
          <p:cNvPr id="34"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5" name="Text 28"/>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+9.1%</a:t>
            </a:r>
            <a:endParaRPr lang="en-US" sz="1600" dirty="0"/>
          </a:p>
        </p:txBody>
      </p:sp>
      <p:sp>
        <p:nvSpPr>
          <p:cNvPr id="36" name="Text 29"/>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+118 ROs</a:t>
            </a:r>
            <a:endParaRPr lang="en-US" sz="1300" dirty="0"/>
          </a:p>
        </p:txBody>
      </p:sp>
      <p:sp>
        <p:nvSpPr>
          <p:cNvPr id="37" name="Shape 30"/>
          <p:cNvSpPr/>
          <p:nvPr/>
        </p:nvSpPr>
        <p:spPr>
          <a:xfrm>
            <a:off x="4349496" y="1371600"/>
            <a:ext cx="3489960" cy="45720"/>
          </a:xfrm>
          <a:prstGeom prst="rect">
            <a:avLst/>
          </a:prstGeom>
          <a:solidFill>
            <a:srgbClr val="C2352F"/>
          </a:solidFill>
          <a:ln/>
        </p:spPr>
        <p:txBody>
          <a:bodyPr/>
          <a:p/>
        </p:txBody>
      </p:sp>
      <p:sp>
        <p:nvSpPr>
          <p:cNvPr id="38" name="Text 31"/>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9" name="Shape 32"/>
          <p:cNvSpPr/>
          <p:nvPr/>
        </p:nvSpPr>
        <p:spPr>
          <a:xfrm>
            <a:off x="4349496" y="1810512"/>
            <a:ext cx="3489960" cy="886968"/>
          </a:xfrm>
          <a:prstGeom prst="rect">
            <a:avLst/>
          </a:prstGeom>
          <a:solidFill>
            <a:srgbClr val="F7F7F7"/>
          </a:solidFill>
          <a:ln/>
        </p:spPr>
        <p:txBody>
          <a:bodyPr/>
          <a:p/>
        </p:txBody>
      </p:sp>
      <p:sp>
        <p:nvSpPr>
          <p:cNvPr id="40" name="Text 33"/>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1" name="Text 34"/>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2,251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1,919</a:t>
            </a:r>
            <a:endParaRPr lang="en-US" sz="1400" dirty="0"/>
          </a:p>
        </p:txBody>
      </p:sp>
      <p:graphicFrame>
        <p:nvGraphicFramePr>
          <p:cNvPr id="42"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3" name="Text 35"/>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−14.7%</a:t>
            </a:r>
            <a:endParaRPr lang="en-US" sz="1600" dirty="0"/>
          </a:p>
        </p:txBody>
      </p:sp>
      <p:sp>
        <p:nvSpPr>
          <p:cNvPr id="44" name="Text 36"/>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−332 ROs</a:t>
            </a:r>
            <a:endParaRPr lang="en-US" sz="1300" dirty="0"/>
          </a:p>
        </p:txBody>
      </p:sp>
      <p:sp>
        <p:nvSpPr>
          <p:cNvPr id="45" name="Text 37"/>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6" name="Text 38"/>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3,784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3,349</a:t>
            </a:r>
            <a:endParaRPr lang="en-US" sz="1400" dirty="0"/>
          </a:p>
        </p:txBody>
      </p:sp>
      <p:graphicFrame>
        <p:nvGraphicFramePr>
          <p:cNvPr id="47"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8" name="Text 39"/>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−11.5%</a:t>
            </a:r>
            <a:endParaRPr lang="en-US" sz="1600" dirty="0"/>
          </a:p>
        </p:txBody>
      </p:sp>
      <p:sp>
        <p:nvSpPr>
          <p:cNvPr id="49" name="Text 40"/>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−435 ROs</a:t>
            </a:r>
            <a:endParaRPr lang="en-US" sz="1300" dirty="0"/>
          </a:p>
        </p:txBody>
      </p:sp>
      <p:sp>
        <p:nvSpPr>
          <p:cNvPr id="50" name="Shape 41"/>
          <p:cNvSpPr/>
          <p:nvPr/>
        </p:nvSpPr>
        <p:spPr>
          <a:xfrm>
            <a:off x="4349496" y="3584448"/>
            <a:ext cx="3489960" cy="886968"/>
          </a:xfrm>
          <a:prstGeom prst="rect">
            <a:avLst/>
          </a:prstGeom>
          <a:solidFill>
            <a:srgbClr val="F7F7F7"/>
          </a:solidFill>
          <a:ln/>
        </p:spPr>
        <p:txBody>
          <a:bodyPr/>
          <a:p/>
        </p:txBody>
      </p:sp>
      <p:sp>
        <p:nvSpPr>
          <p:cNvPr id="51" name="Text 42"/>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52" name="Text 43"/>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4,379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3,917</a:t>
            </a:r>
            <a:endParaRPr lang="en-US" sz="1400" dirty="0"/>
          </a:p>
        </p:txBody>
      </p:sp>
      <p:graphicFrame>
        <p:nvGraphicFramePr>
          <p:cNvPr id="53"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54" name="Text 44"/>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−10.6%</a:t>
            </a:r>
            <a:endParaRPr lang="en-US" sz="1600" dirty="0"/>
          </a:p>
        </p:txBody>
      </p:sp>
      <p:sp>
        <p:nvSpPr>
          <p:cNvPr id="55" name="Text 45"/>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−462 ROs</a:t>
            </a:r>
            <a:endParaRPr lang="en-US" sz="1300" dirty="0"/>
          </a:p>
        </p:txBody>
      </p:sp>
      <p:sp>
        <p:nvSpPr>
          <p:cNvPr id="56" name="Text 46"/>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7" name="Text 47"/>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9,929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8,930</a:t>
            </a:r>
            <a:endParaRPr lang="en-US" sz="1400" dirty="0"/>
          </a:p>
        </p:txBody>
      </p:sp>
      <p:graphicFrame>
        <p:nvGraphicFramePr>
          <p:cNvPr id="58"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9" name="Text 48"/>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−10.1%</a:t>
            </a:r>
            <a:endParaRPr lang="en-US" sz="1600" dirty="0"/>
          </a:p>
        </p:txBody>
      </p:sp>
      <p:sp>
        <p:nvSpPr>
          <p:cNvPr id="60" name="Text 49"/>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−999 ROs</a:t>
            </a:r>
            <a:endParaRPr lang="en-US" sz="1300" dirty="0"/>
          </a:p>
        </p:txBody>
      </p:sp>
      <p:sp>
        <p:nvSpPr>
          <p:cNvPr id="61" name="Shape 50"/>
          <p:cNvSpPr/>
          <p:nvPr/>
        </p:nvSpPr>
        <p:spPr>
          <a:xfrm>
            <a:off x="4349496" y="5358384"/>
            <a:ext cx="3489960" cy="886968"/>
          </a:xfrm>
          <a:prstGeom prst="rect">
            <a:avLst/>
          </a:prstGeom>
          <a:solidFill>
            <a:srgbClr val="F7F7F7"/>
          </a:solidFill>
          <a:ln/>
        </p:spPr>
        <p:txBody>
          <a:bodyPr/>
          <a:p/>
        </p:txBody>
      </p:sp>
      <p:sp>
        <p:nvSpPr>
          <p:cNvPr id="62" name="Text 51"/>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63" name="Text 52"/>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3,910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3,671</a:t>
            </a:r>
            <a:endParaRPr lang="en-US" sz="1400" dirty="0"/>
          </a:p>
        </p:txBody>
      </p:sp>
      <p:graphicFrame>
        <p:nvGraphicFramePr>
          <p:cNvPr id="64"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65" name="Text 53"/>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−6.1%</a:t>
            </a:r>
            <a:endParaRPr lang="en-US" sz="1600" dirty="0"/>
          </a:p>
        </p:txBody>
      </p:sp>
      <p:sp>
        <p:nvSpPr>
          <p:cNvPr id="66" name="Text 54"/>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−239 ROs</a:t>
            </a:r>
            <a:endParaRPr lang="en-US" sz="1300" dirty="0"/>
          </a:p>
        </p:txBody>
      </p:sp>
      <p:sp>
        <p:nvSpPr>
          <p:cNvPr id="67" name="Shape 55"/>
          <p:cNvSpPr/>
          <p:nvPr/>
        </p:nvSpPr>
        <p:spPr>
          <a:xfrm>
            <a:off x="8040624" y="1371600"/>
            <a:ext cx="3489960" cy="45720"/>
          </a:xfrm>
          <a:prstGeom prst="rect">
            <a:avLst/>
          </a:prstGeom>
          <a:solidFill>
            <a:srgbClr val="2587C5"/>
          </a:solidFill>
          <a:ln/>
        </p:spPr>
        <p:txBody>
          <a:bodyPr/>
          <a:p/>
        </p:txBody>
      </p:sp>
      <p:sp>
        <p:nvSpPr>
          <p:cNvPr id="68" name="Text 56"/>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9" name="Shape 57"/>
          <p:cNvSpPr/>
          <p:nvPr/>
        </p:nvSpPr>
        <p:spPr>
          <a:xfrm>
            <a:off x="8040624" y="1810512"/>
            <a:ext cx="3489960" cy="886968"/>
          </a:xfrm>
          <a:prstGeom prst="rect">
            <a:avLst/>
          </a:prstGeom>
          <a:solidFill>
            <a:srgbClr val="F7F7F7"/>
          </a:solidFill>
          <a:ln/>
        </p:spPr>
        <p:txBody>
          <a:bodyPr/>
          <a:p/>
        </p:txBody>
      </p:sp>
      <p:sp>
        <p:nvSpPr>
          <p:cNvPr id="70" name="Text 58"/>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71" name="Text 59"/>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570</a:t>
            </a:r>
            <a:endParaRPr lang="en-US" sz="1400" dirty="0"/>
          </a:p>
        </p:txBody>
      </p:sp>
      <p:graphicFrame>
        <p:nvGraphicFramePr>
          <p:cNvPr id="72"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73"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74" name="Text 60"/>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+34.0%</a:t>
            </a:r>
            <a:endParaRPr lang="en-US" sz="1600" dirty="0"/>
          </a:p>
        </p:txBody>
      </p:sp>
      <p:sp>
        <p:nvSpPr>
          <p:cNvPr id="75" name="Text 61"/>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+145 ROs</a:t>
            </a:r>
            <a:endParaRPr lang="en-US" sz="1300" dirty="0"/>
          </a:p>
        </p:txBody>
      </p:sp>
      <p:sp>
        <p:nvSpPr>
          <p:cNvPr id="76" name="Text 62"/>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7" name="Text 63"/>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543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667</a:t>
            </a:r>
            <a:endParaRPr lang="en-US" sz="1400" dirty="0"/>
          </a:p>
        </p:txBody>
      </p:sp>
      <p:graphicFrame>
        <p:nvGraphicFramePr>
          <p:cNvPr id="78"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79"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80" name="Text 64"/>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+22.8%</a:t>
            </a:r>
            <a:endParaRPr lang="en-US" sz="1600" dirty="0"/>
          </a:p>
        </p:txBody>
      </p:sp>
      <p:sp>
        <p:nvSpPr>
          <p:cNvPr id="81" name="Text 65"/>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+124 ROs</a:t>
            </a:r>
            <a:endParaRPr lang="en-US" sz="1300" dirty="0"/>
          </a:p>
        </p:txBody>
      </p:sp>
      <p:sp>
        <p:nvSpPr>
          <p:cNvPr id="82" name="Shape 66"/>
          <p:cNvSpPr/>
          <p:nvPr/>
        </p:nvSpPr>
        <p:spPr>
          <a:xfrm>
            <a:off x="8040624" y="3584448"/>
            <a:ext cx="3489960" cy="886968"/>
          </a:xfrm>
          <a:prstGeom prst="rect">
            <a:avLst/>
          </a:prstGeom>
          <a:solidFill>
            <a:srgbClr val="F7F7F7"/>
          </a:solidFill>
          <a:ln/>
        </p:spPr>
        <p:txBody>
          <a:bodyPr/>
          <a:p/>
        </p:txBody>
      </p:sp>
      <p:sp>
        <p:nvSpPr>
          <p:cNvPr id="83" name="Text 67"/>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84" name="Text 68"/>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415</a:t>
            </a:r>
            <a:endParaRPr lang="en-US" sz="1400" dirty="0"/>
          </a:p>
        </p:txBody>
      </p:sp>
      <p:graphicFrame>
        <p:nvGraphicFramePr>
          <p:cNvPr id="85"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86"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87" name="Text 69"/>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+18.7%</a:t>
            </a:r>
            <a:endParaRPr lang="en-US" sz="1600" dirty="0"/>
          </a:p>
        </p:txBody>
      </p:sp>
      <p:sp>
        <p:nvSpPr>
          <p:cNvPr id="88" name="Text 70"/>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+65 ROs</a:t>
            </a:r>
            <a:endParaRPr lang="en-US" sz="1300" dirty="0"/>
          </a:p>
        </p:txBody>
      </p:sp>
      <p:sp>
        <p:nvSpPr>
          <p:cNvPr id="89" name="Text 71"/>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90" name="Text 72"/>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578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669</a:t>
            </a:r>
            <a:endParaRPr lang="en-US" sz="1400" dirty="0"/>
          </a:p>
        </p:txBody>
      </p:sp>
      <p:graphicFrame>
        <p:nvGraphicFramePr>
          <p:cNvPr id="91"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92"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93" name="Text 73"/>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+15.8%</a:t>
            </a:r>
            <a:endParaRPr lang="en-US" sz="1600" dirty="0"/>
          </a:p>
        </p:txBody>
      </p:sp>
      <p:sp>
        <p:nvSpPr>
          <p:cNvPr id="94" name="Text 74"/>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+91 ROs</a:t>
            </a:r>
            <a:endParaRPr lang="en-US" sz="1300" dirty="0"/>
          </a:p>
        </p:txBody>
      </p:sp>
      <p:sp>
        <p:nvSpPr>
          <p:cNvPr id="95" name="Shape 75"/>
          <p:cNvSpPr/>
          <p:nvPr/>
        </p:nvSpPr>
        <p:spPr>
          <a:xfrm>
            <a:off x="8040624" y="5358384"/>
            <a:ext cx="3489960" cy="886968"/>
          </a:xfrm>
          <a:prstGeom prst="rect">
            <a:avLst/>
          </a:prstGeom>
          <a:solidFill>
            <a:srgbClr val="F7F7F7"/>
          </a:solidFill>
          <a:ln/>
        </p:spPr>
        <p:txBody>
          <a:bodyPr/>
          <a:p/>
        </p:txBody>
      </p:sp>
      <p:sp>
        <p:nvSpPr>
          <p:cNvPr id="96" name="Text 76"/>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97" name="Text 77"/>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459</a:t>
            </a:r>
            <a:endParaRPr lang="en-US" sz="1400" dirty="0"/>
          </a:p>
        </p:txBody>
      </p:sp>
      <p:graphicFrame>
        <p:nvGraphicFramePr>
          <p:cNvPr id="98"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99"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100" name="Text 78"/>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+15.5%</a:t>
            </a:r>
            <a:endParaRPr lang="en-US" sz="1600" dirty="0"/>
          </a:p>
        </p:txBody>
      </p:sp>
      <p:sp>
        <p:nvSpPr>
          <p:cNvPr id="101" name="Text 79"/>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+62 ROs</a:t>
            </a:r>
            <a:endParaRPr lang="en-US" sz="1300" dirty="0"/>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Customer Pay Hours Sold</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Text 8"/>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8,827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12,766</a:t>
            </a:r>
            <a:endParaRPr lang="en-US" sz="1400" dirty="0"/>
          </a:p>
        </p:txBody>
      </p:sp>
      <p:graphicFrame>
        <p:nvGraphicFramePr>
          <p:cNvPr id="12"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3" name="Text 10"/>
          <p:cNvSpPr txBox="1"/>
          <p:nvPr/>
        </p:nvSpPr>
        <p:spPr>
          <a:xfrm>
            <a:off x="2941320"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+44.6%</a:t>
            </a:r>
            <a:endParaRPr lang="en-US" sz="1600" dirty="0"/>
          </a:p>
        </p:txBody>
      </p:sp>
      <p:sp>
        <p:nvSpPr>
          <p:cNvPr id="14" name="Text 11"/>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2"/>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9,453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12,757</a:t>
            </a:r>
            <a:endParaRPr lang="en-US" sz="1400" dirty="0"/>
          </a:p>
        </p:txBody>
      </p:sp>
      <p:graphicFrame>
        <p:nvGraphicFramePr>
          <p:cNvPr id="16"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7" name="Text 13"/>
          <p:cNvSpPr txBox="1"/>
          <p:nvPr/>
        </p:nvSpPr>
        <p:spPr>
          <a:xfrm>
            <a:off x="2941320"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+35.0%</a:t>
            </a:r>
            <a:endParaRPr lang="en-US" sz="1600" dirty="0"/>
          </a:p>
        </p:txBody>
      </p:sp>
      <p:sp>
        <p:nvSpPr>
          <p:cNvPr id="18" name="Shape 14"/>
          <p:cNvSpPr/>
          <p:nvPr/>
        </p:nvSpPr>
        <p:spPr>
          <a:xfrm>
            <a:off x="658368" y="3584448"/>
            <a:ext cx="3489960" cy="886968"/>
          </a:xfrm>
          <a:prstGeom prst="rect">
            <a:avLst/>
          </a:prstGeom>
          <a:solidFill>
            <a:srgbClr val="F7F7F7"/>
          </a:solidFill>
          <a:ln/>
        </p:spPr>
        <p:txBody>
          <a:bodyPr/>
          <a:p/>
        </p:txBody>
      </p:sp>
      <p:sp>
        <p:nvSpPr>
          <p:cNvPr id="19" name="Shape 15"/>
          <p:cNvSpPr/>
          <p:nvPr/>
        </p:nvSpPr>
        <p:spPr>
          <a:xfrm>
            <a:off x="4084320" y="3621024"/>
            <a:ext cx="64008" cy="813816"/>
          </a:xfrm>
          <a:prstGeom prst="rect">
            <a:avLst/>
          </a:prstGeom>
          <a:solidFill>
            <a:srgbClr val="12A566"/>
          </a:solidFill>
          <a:ln/>
        </p:spPr>
        <p:txBody>
          <a:bodyPr/>
          <a:p/>
        </p:txBody>
      </p:sp>
      <p:sp>
        <p:nvSpPr>
          <p:cNvPr id="20" name="Text 16"/>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7"/>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3,768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5,045</a:t>
            </a:r>
            <a:endParaRPr lang="en-US" sz="1400" dirty="0"/>
          </a:p>
        </p:txBody>
      </p:sp>
      <p:graphicFrame>
        <p:nvGraphicFramePr>
          <p:cNvPr id="22"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3" name="Text 18"/>
          <p:cNvSpPr txBox="1"/>
          <p:nvPr/>
        </p:nvSpPr>
        <p:spPr>
          <a:xfrm>
            <a:off x="2941320"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+33.9%</a:t>
            </a:r>
            <a:endParaRPr lang="en-US" sz="1600" dirty="0"/>
          </a:p>
        </p:txBody>
      </p:sp>
      <p:sp>
        <p:nvSpPr>
          <p:cNvPr id="24" name="Text 19"/>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5" name="Text 20"/>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6,328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8,154</a:t>
            </a:r>
            <a:endParaRPr lang="en-US" sz="1400" dirty="0"/>
          </a:p>
        </p:txBody>
      </p:sp>
      <p:graphicFrame>
        <p:nvGraphicFramePr>
          <p:cNvPr id="26"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7" name="Text 21"/>
          <p:cNvSpPr txBox="1"/>
          <p:nvPr/>
        </p:nvSpPr>
        <p:spPr>
          <a:xfrm>
            <a:off x="2941320"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+28.9%</a:t>
            </a:r>
            <a:endParaRPr lang="en-US" sz="1600" dirty="0"/>
          </a:p>
        </p:txBody>
      </p:sp>
      <p:sp>
        <p:nvSpPr>
          <p:cNvPr id="28" name="Shape 22"/>
          <p:cNvSpPr/>
          <p:nvPr/>
        </p:nvSpPr>
        <p:spPr>
          <a:xfrm>
            <a:off x="658368" y="5358384"/>
            <a:ext cx="3489960" cy="886968"/>
          </a:xfrm>
          <a:prstGeom prst="rect">
            <a:avLst/>
          </a:prstGeom>
          <a:solidFill>
            <a:srgbClr val="F7F7F7"/>
          </a:solidFill>
          <a:ln/>
        </p:spPr>
        <p:txBody>
          <a:bodyPr/>
          <a:p/>
        </p:txBody>
      </p:sp>
      <p:sp>
        <p:nvSpPr>
          <p:cNvPr id="29" name="Text 23"/>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0" name="Text 24"/>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2,566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3,287</a:t>
            </a:r>
            <a:endParaRPr lang="en-US" sz="1400" dirty="0"/>
          </a:p>
        </p:txBody>
      </p:sp>
      <p:graphicFrame>
        <p:nvGraphicFramePr>
          <p:cNvPr id="31"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2" name="Text 25"/>
          <p:cNvSpPr txBox="1"/>
          <p:nvPr/>
        </p:nvSpPr>
        <p:spPr>
          <a:xfrm>
            <a:off x="2941320"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+28.1%</a:t>
            </a:r>
            <a:endParaRPr lang="en-US" sz="1600" dirty="0"/>
          </a:p>
        </p:txBody>
      </p:sp>
      <p:sp>
        <p:nvSpPr>
          <p:cNvPr id="33" name="Shape 26"/>
          <p:cNvSpPr/>
          <p:nvPr/>
        </p:nvSpPr>
        <p:spPr>
          <a:xfrm>
            <a:off x="4349496" y="1371600"/>
            <a:ext cx="3489960" cy="45720"/>
          </a:xfrm>
          <a:prstGeom prst="rect">
            <a:avLst/>
          </a:prstGeom>
          <a:solidFill>
            <a:srgbClr val="C2352F"/>
          </a:solidFill>
          <a:ln/>
        </p:spPr>
        <p:txBody>
          <a:bodyPr/>
          <a:p/>
        </p:txBody>
      </p:sp>
      <p:sp>
        <p:nvSpPr>
          <p:cNvPr id="34"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5" name="Shape 28"/>
          <p:cNvSpPr/>
          <p:nvPr/>
        </p:nvSpPr>
        <p:spPr>
          <a:xfrm>
            <a:off x="4349496" y="1810512"/>
            <a:ext cx="3489960" cy="886968"/>
          </a:xfrm>
          <a:prstGeom prst="rect">
            <a:avLst/>
          </a:prstGeom>
          <a:solidFill>
            <a:srgbClr val="F7F7F7"/>
          </a:solidFill>
          <a:ln/>
        </p:spPr>
        <p:txBody>
          <a:bodyPr/>
          <a:p/>
        </p:txBody>
      </p:sp>
      <p:sp>
        <p:nvSpPr>
          <p:cNvPr id="36" name="Text 29"/>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7" name="Text 30"/>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4,394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3,276</a:t>
            </a:r>
            <a:endParaRPr lang="en-US" sz="1400" dirty="0"/>
          </a:p>
        </p:txBody>
      </p:sp>
      <p:graphicFrame>
        <p:nvGraphicFramePr>
          <p:cNvPr id="38"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39" name="Text 31"/>
          <p:cNvSpPr txBox="1"/>
          <p:nvPr/>
        </p:nvSpPr>
        <p:spPr>
          <a:xfrm>
            <a:off x="6632448" y="1810512"/>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−25.4%</a:t>
            </a:r>
            <a:endParaRPr lang="en-US" sz="1600" dirty="0"/>
          </a:p>
        </p:txBody>
      </p:sp>
      <p:sp>
        <p:nvSpPr>
          <p:cNvPr id="40" name="Text 32"/>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1" name="Text 33"/>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12,611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10,684</a:t>
            </a:r>
            <a:endParaRPr lang="en-US" sz="1400" dirty="0"/>
          </a:p>
        </p:txBody>
      </p:sp>
      <p:graphicFrame>
        <p:nvGraphicFramePr>
          <p:cNvPr id="42"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3" name="Text 34"/>
          <p:cNvSpPr txBox="1"/>
          <p:nvPr/>
        </p:nvSpPr>
        <p:spPr>
          <a:xfrm>
            <a:off x="6632448" y="2697480"/>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−15.3%</a:t>
            </a:r>
            <a:endParaRPr lang="en-US" sz="1600" dirty="0"/>
          </a:p>
        </p:txBody>
      </p:sp>
      <p:sp>
        <p:nvSpPr>
          <p:cNvPr id="44" name="Shape 35"/>
          <p:cNvSpPr/>
          <p:nvPr/>
        </p:nvSpPr>
        <p:spPr>
          <a:xfrm>
            <a:off x="4349496" y="3584448"/>
            <a:ext cx="3489960" cy="886968"/>
          </a:xfrm>
          <a:prstGeom prst="rect">
            <a:avLst/>
          </a:prstGeom>
          <a:solidFill>
            <a:srgbClr val="F7F7F7"/>
          </a:solidFill>
          <a:ln/>
        </p:spPr>
        <p:txBody>
          <a:bodyPr/>
          <a:p/>
        </p:txBody>
      </p:sp>
      <p:sp>
        <p:nvSpPr>
          <p:cNvPr id="45" name="Text 36"/>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6" name="Text 37"/>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8,659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7,749</a:t>
            </a:r>
            <a:endParaRPr lang="en-US" sz="1400" dirty="0"/>
          </a:p>
        </p:txBody>
      </p:sp>
      <p:graphicFrame>
        <p:nvGraphicFramePr>
          <p:cNvPr id="47"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48" name="Text 38"/>
          <p:cNvSpPr txBox="1"/>
          <p:nvPr/>
        </p:nvSpPr>
        <p:spPr>
          <a:xfrm>
            <a:off x="6632448" y="3584448"/>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−10.5%</a:t>
            </a:r>
            <a:endParaRPr lang="en-US" sz="1600" dirty="0"/>
          </a:p>
        </p:txBody>
      </p:sp>
      <p:sp>
        <p:nvSpPr>
          <p:cNvPr id="49" name="Text 39"/>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0" name="Text 40"/>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19,520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17,926</a:t>
            </a:r>
            <a:endParaRPr lang="en-US" sz="1400" dirty="0"/>
          </a:p>
        </p:txBody>
      </p:sp>
      <p:graphicFrame>
        <p:nvGraphicFramePr>
          <p:cNvPr id="51"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2" name="Text 41"/>
          <p:cNvSpPr txBox="1"/>
          <p:nvPr/>
        </p:nvSpPr>
        <p:spPr>
          <a:xfrm>
            <a:off x="6632448" y="4471416"/>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−8.2%</a:t>
            </a:r>
            <a:endParaRPr lang="en-US" sz="1600" dirty="0"/>
          </a:p>
        </p:txBody>
      </p:sp>
      <p:sp>
        <p:nvSpPr>
          <p:cNvPr id="53" name="Shape 42"/>
          <p:cNvSpPr/>
          <p:nvPr/>
        </p:nvSpPr>
        <p:spPr>
          <a:xfrm>
            <a:off x="4349496" y="5358384"/>
            <a:ext cx="3489960" cy="886968"/>
          </a:xfrm>
          <a:prstGeom prst="rect">
            <a:avLst/>
          </a:prstGeom>
          <a:solidFill>
            <a:srgbClr val="F7F7F7"/>
          </a:solidFill>
          <a:ln/>
        </p:spPr>
        <p:txBody>
          <a:bodyPr/>
          <a:p/>
        </p:txBody>
      </p:sp>
      <p:sp>
        <p:nvSpPr>
          <p:cNvPr id="54" name="Text 43"/>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5" name="Text 44"/>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48,486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44,883</a:t>
            </a:r>
            <a:endParaRPr lang="en-US" sz="1400" dirty="0"/>
          </a:p>
        </p:txBody>
      </p:sp>
      <p:graphicFrame>
        <p:nvGraphicFramePr>
          <p:cNvPr id="56"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57" name="Text 45"/>
          <p:cNvSpPr txBox="1"/>
          <p:nvPr/>
        </p:nvSpPr>
        <p:spPr>
          <a:xfrm>
            <a:off x="6632448" y="5358384"/>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−7.4%</a:t>
            </a:r>
            <a:endParaRPr lang="en-US" sz="1600" dirty="0"/>
          </a:p>
        </p:txBody>
      </p:sp>
      <p:sp>
        <p:nvSpPr>
          <p:cNvPr id="58" name="Shape 46"/>
          <p:cNvSpPr/>
          <p:nvPr/>
        </p:nvSpPr>
        <p:spPr>
          <a:xfrm>
            <a:off x="8040624" y="1371600"/>
            <a:ext cx="3489960" cy="45720"/>
          </a:xfrm>
          <a:prstGeom prst="rect">
            <a:avLst/>
          </a:prstGeom>
          <a:solidFill>
            <a:srgbClr val="2587C5"/>
          </a:solidFill>
          <a:ln/>
        </p:spPr>
        <p:txBody>
          <a:bodyPr/>
          <a:p/>
        </p:txBody>
      </p:sp>
      <p:sp>
        <p:nvSpPr>
          <p:cNvPr id="59" name="Text 4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0" name="Shape 48"/>
          <p:cNvSpPr/>
          <p:nvPr/>
        </p:nvSpPr>
        <p:spPr>
          <a:xfrm>
            <a:off x="8040624" y="1810512"/>
            <a:ext cx="3489960" cy="886968"/>
          </a:xfrm>
          <a:prstGeom prst="rect">
            <a:avLst/>
          </a:prstGeom>
          <a:solidFill>
            <a:srgbClr val="F7F7F7"/>
          </a:solidFill>
          <a:ln/>
        </p:spPr>
        <p:txBody>
          <a:bodyPr/>
          <a:p/>
        </p:txBody>
      </p:sp>
      <p:sp>
        <p:nvSpPr>
          <p:cNvPr id="61" name="Text 49"/>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2" name="Text 50"/>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779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1,102</a:t>
            </a:r>
            <a:endParaRPr lang="en-US" sz="1400" dirty="0"/>
          </a:p>
        </p:txBody>
      </p:sp>
      <p:graphicFrame>
        <p:nvGraphicFramePr>
          <p:cNvPr id="63"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64"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65" name="Text 51"/>
          <p:cNvSpPr txBox="1"/>
          <p:nvPr/>
        </p:nvSpPr>
        <p:spPr>
          <a:xfrm>
            <a:off x="10323576"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+41.5%</a:t>
            </a:r>
            <a:endParaRPr lang="en-US" sz="1600" dirty="0"/>
          </a:p>
        </p:txBody>
      </p:sp>
      <p:sp>
        <p:nvSpPr>
          <p:cNvPr id="66" name="Text 52"/>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7" name="Text 53"/>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1,193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1,537</a:t>
            </a:r>
            <a:endParaRPr lang="en-US" sz="1400" dirty="0"/>
          </a:p>
        </p:txBody>
      </p:sp>
      <p:graphicFrame>
        <p:nvGraphicFramePr>
          <p:cNvPr id="68"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69"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70" name="Text 54"/>
          <p:cNvSpPr txBox="1"/>
          <p:nvPr/>
        </p:nvSpPr>
        <p:spPr>
          <a:xfrm>
            <a:off x="10323576"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+28.8%</a:t>
            </a:r>
            <a:endParaRPr lang="en-US" sz="1600" dirty="0"/>
          </a:p>
        </p:txBody>
      </p:sp>
      <p:sp>
        <p:nvSpPr>
          <p:cNvPr id="71" name="Shape 55"/>
          <p:cNvSpPr/>
          <p:nvPr/>
        </p:nvSpPr>
        <p:spPr>
          <a:xfrm>
            <a:off x="8040624" y="3584448"/>
            <a:ext cx="3489960" cy="886968"/>
          </a:xfrm>
          <a:prstGeom prst="rect">
            <a:avLst/>
          </a:prstGeom>
          <a:solidFill>
            <a:srgbClr val="F7F7F7"/>
          </a:solidFill>
          <a:ln/>
        </p:spPr>
        <p:txBody>
          <a:bodyPr/>
          <a:p/>
        </p:txBody>
      </p:sp>
      <p:sp>
        <p:nvSpPr>
          <p:cNvPr id="72" name="Text 56"/>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3" name="Text 57"/>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922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1,146</a:t>
            </a:r>
            <a:endParaRPr lang="en-US" sz="1400" dirty="0"/>
          </a:p>
        </p:txBody>
      </p:sp>
      <p:graphicFrame>
        <p:nvGraphicFramePr>
          <p:cNvPr id="74"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75"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76" name="Text 58"/>
          <p:cNvSpPr txBox="1"/>
          <p:nvPr/>
        </p:nvSpPr>
        <p:spPr>
          <a:xfrm>
            <a:off x="10323576"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+24.3%</a:t>
            </a:r>
            <a:endParaRPr lang="en-US" sz="1600" dirty="0"/>
          </a:p>
        </p:txBody>
      </p:sp>
      <p:sp>
        <p:nvSpPr>
          <p:cNvPr id="77" name="Text 59"/>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78" name="Text 60"/>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1,367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1,692</a:t>
            </a:r>
            <a:endParaRPr lang="en-US" sz="1400" dirty="0"/>
          </a:p>
        </p:txBody>
      </p:sp>
      <p:graphicFrame>
        <p:nvGraphicFramePr>
          <p:cNvPr id="79"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80"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81" name="Text 61"/>
          <p:cNvSpPr txBox="1"/>
          <p:nvPr/>
        </p:nvSpPr>
        <p:spPr>
          <a:xfrm>
            <a:off x="10323576"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+23.8%</a:t>
            </a:r>
            <a:endParaRPr lang="en-US" sz="1600" dirty="0"/>
          </a:p>
        </p:txBody>
      </p:sp>
      <p:sp>
        <p:nvSpPr>
          <p:cNvPr id="82" name="Shape 62"/>
          <p:cNvSpPr/>
          <p:nvPr/>
        </p:nvSpPr>
        <p:spPr>
          <a:xfrm>
            <a:off x="8040624" y="5358384"/>
            <a:ext cx="3489960" cy="886968"/>
          </a:xfrm>
          <a:prstGeom prst="rect">
            <a:avLst/>
          </a:prstGeom>
          <a:solidFill>
            <a:srgbClr val="F7F7F7"/>
          </a:solidFill>
          <a:ln/>
        </p:spPr>
        <p:txBody>
          <a:bodyPr/>
          <a:p/>
        </p:txBody>
      </p:sp>
      <p:sp>
        <p:nvSpPr>
          <p:cNvPr id="83" name="Shape 63"/>
          <p:cNvSpPr/>
          <p:nvPr/>
        </p:nvSpPr>
        <p:spPr>
          <a:xfrm>
            <a:off x="11466576" y="5394960"/>
            <a:ext cx="64008" cy="813816"/>
          </a:xfrm>
          <a:prstGeom prst="rect">
            <a:avLst/>
          </a:prstGeom>
          <a:solidFill>
            <a:srgbClr val="12A566"/>
          </a:solidFill>
          <a:ln/>
        </p:spPr>
        <p:txBody>
          <a:bodyPr/>
          <a:p/>
        </p:txBody>
      </p:sp>
      <p:sp>
        <p:nvSpPr>
          <p:cNvPr id="84" name="Text 64"/>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5" name="Text 65"/>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634</a:t>
            </a:r>
            <a:endParaRPr lang="en-US" sz="1400" dirty="0"/>
          </a:p>
        </p:txBody>
      </p:sp>
      <p:graphicFrame>
        <p:nvGraphicFramePr>
          <p:cNvPr id="86"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87"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88" name="Text 66"/>
          <p:cNvSpPr txBox="1"/>
          <p:nvPr/>
        </p:nvSpPr>
        <p:spPr>
          <a:xfrm>
            <a:off x="10323576"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+23.1%</a:t>
            </a:r>
            <a:endParaRPr lang="en-US" sz="1600" dirty="0"/>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Hours per RO</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Shape 8"/>
          <p:cNvSpPr/>
          <p:nvPr/>
        </p:nvSpPr>
        <p:spPr>
          <a:xfrm>
            <a:off x="4084320" y="1847088"/>
            <a:ext cx="64008" cy="813816"/>
          </a:xfrm>
          <a:prstGeom prst="rect">
            <a:avLst/>
          </a:prstGeom>
          <a:solidFill>
            <a:srgbClr val="12A566"/>
          </a:solidFill>
          <a:ln/>
        </p:spPr>
        <p:txBody>
          <a:bodyPr/>
          <a:p/>
        </p:txBody>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1.43</a:t>
            </a:r>
            <a:endParaRPr lang="en-US" sz="1400" dirty="0"/>
          </a:p>
        </p:txBody>
      </p:sp>
      <p:graphicFrame>
        <p:nvGraphicFramePr>
          <p:cNvPr id="13"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4" name="Text 11"/>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+39.2%</a:t>
            </a:r>
            <a:endParaRPr lang="en-US" sz="1600" dirty="0"/>
          </a:p>
        </p:txBody>
      </p:sp>
      <p:sp>
        <p:nvSpPr>
          <p:cNvPr id="15" name="Text 12"/>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+0.40 hrs</a:t>
            </a:r>
            <a:endParaRPr lang="en-US" sz="1300" dirty="0"/>
          </a:p>
        </p:txBody>
      </p:sp>
      <p:sp>
        <p:nvSpPr>
          <p:cNvPr id="16" name="Text 13"/>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7" name="Text 14"/>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2.30</a:t>
            </a:r>
            <a:endParaRPr lang="en-US" sz="1400" dirty="0"/>
          </a:p>
        </p:txBody>
      </p:sp>
      <p:graphicFrame>
        <p:nvGraphicFramePr>
          <p:cNvPr id="18"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9" name="Text 15"/>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+31.3%</a:t>
            </a:r>
            <a:endParaRPr lang="en-US" sz="1600" dirty="0"/>
          </a:p>
        </p:txBody>
      </p:sp>
      <p:sp>
        <p:nvSpPr>
          <p:cNvPr id="20" name="Text 16"/>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+0.55 hrs</a:t>
            </a:r>
            <a:endParaRPr lang="en-US" sz="1300" dirty="0"/>
          </a:p>
        </p:txBody>
      </p:sp>
      <p:sp>
        <p:nvSpPr>
          <p:cNvPr id="21" name="Shape 17"/>
          <p:cNvSpPr/>
          <p:nvPr/>
        </p:nvSpPr>
        <p:spPr>
          <a:xfrm>
            <a:off x="658368" y="3584448"/>
            <a:ext cx="3489960" cy="886968"/>
          </a:xfrm>
          <a:prstGeom prst="rect">
            <a:avLst/>
          </a:prstGeom>
          <a:solidFill>
            <a:srgbClr val="F7F7F7"/>
          </a:solidFill>
          <a:ln/>
        </p:spPr>
        <p:txBody>
          <a:bodyPr/>
          <a:p/>
        </p:txBody>
      </p:sp>
      <p:sp>
        <p:nvSpPr>
          <p:cNvPr id="22" name="Shape 18"/>
          <p:cNvSpPr/>
          <p:nvPr/>
        </p:nvSpPr>
        <p:spPr>
          <a:xfrm>
            <a:off x="4084320" y="3621024"/>
            <a:ext cx="64008" cy="813816"/>
          </a:xfrm>
          <a:prstGeom prst="rect">
            <a:avLst/>
          </a:prstGeom>
          <a:solidFill>
            <a:srgbClr val="12A566"/>
          </a:solidFill>
          <a:ln/>
        </p:spPr>
        <p:txBody>
          <a:bodyPr/>
          <a:p/>
        </p:txBody>
      </p:sp>
      <p:sp>
        <p:nvSpPr>
          <p:cNvPr id="23" name="Text 19"/>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4" name="Text 20"/>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0.99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1.29</a:t>
            </a:r>
            <a:endParaRPr lang="en-US" sz="1400" dirty="0"/>
          </a:p>
        </p:txBody>
      </p:sp>
      <p:graphicFrame>
        <p:nvGraphicFramePr>
          <p:cNvPr id="25"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6" name="Text 21"/>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+30.8%</a:t>
            </a:r>
            <a:endParaRPr lang="en-US" sz="1600" dirty="0"/>
          </a:p>
        </p:txBody>
      </p:sp>
      <p:sp>
        <p:nvSpPr>
          <p:cNvPr id="27" name="Text 22"/>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+0.30 hrs</a:t>
            </a:r>
            <a:endParaRPr lang="en-US" sz="1300" dirty="0"/>
          </a:p>
        </p:txBody>
      </p:sp>
      <p:sp>
        <p:nvSpPr>
          <p:cNvPr id="28" name="Text 23"/>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9" name="Text 24"/>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1.60</a:t>
            </a:r>
            <a:endParaRPr lang="en-US" sz="1400" dirty="0"/>
          </a:p>
        </p:txBody>
      </p:sp>
      <p:graphicFrame>
        <p:nvGraphicFramePr>
          <p:cNvPr id="30"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31" name="Text 25"/>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+19.6%</a:t>
            </a:r>
            <a:endParaRPr lang="en-US" sz="1600" dirty="0"/>
          </a:p>
        </p:txBody>
      </p:sp>
      <p:sp>
        <p:nvSpPr>
          <p:cNvPr id="32" name="Text 26"/>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+0.26 hrs</a:t>
            </a:r>
            <a:endParaRPr lang="en-US" sz="1300" dirty="0"/>
          </a:p>
        </p:txBody>
      </p:sp>
      <p:sp>
        <p:nvSpPr>
          <p:cNvPr id="33" name="Shape 27"/>
          <p:cNvSpPr/>
          <p:nvPr/>
        </p:nvSpPr>
        <p:spPr>
          <a:xfrm>
            <a:off x="658368" y="5358384"/>
            <a:ext cx="3489960" cy="886968"/>
          </a:xfrm>
          <a:prstGeom prst="rect">
            <a:avLst/>
          </a:prstGeom>
          <a:solidFill>
            <a:srgbClr val="F7F7F7"/>
          </a:solidFill>
          <a:ln/>
        </p:spPr>
        <p:txBody>
          <a:bodyPr/>
          <a:p/>
        </p:txBody>
      </p:sp>
      <p:sp>
        <p:nvSpPr>
          <p:cNvPr id="34" name="Text 28"/>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5" name="Text 29"/>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1.57</a:t>
            </a:r>
            <a:endParaRPr lang="en-US" sz="1400" dirty="0"/>
          </a:p>
        </p:txBody>
      </p:sp>
      <p:graphicFrame>
        <p:nvGraphicFramePr>
          <p:cNvPr id="36"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7" name="Text 30"/>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+18.7%</a:t>
            </a:r>
            <a:endParaRPr lang="en-US" sz="1600" dirty="0"/>
          </a:p>
        </p:txBody>
      </p:sp>
      <p:sp>
        <p:nvSpPr>
          <p:cNvPr id="38" name="Text 31"/>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+0.25 hrs</a:t>
            </a:r>
            <a:endParaRPr lang="en-US" sz="1300" dirty="0"/>
          </a:p>
        </p:txBody>
      </p:sp>
      <p:sp>
        <p:nvSpPr>
          <p:cNvPr id="39" name="Shape 32"/>
          <p:cNvSpPr/>
          <p:nvPr/>
        </p:nvSpPr>
        <p:spPr>
          <a:xfrm>
            <a:off x="4349496" y="1371600"/>
            <a:ext cx="3489960" cy="45720"/>
          </a:xfrm>
          <a:prstGeom prst="rect">
            <a:avLst/>
          </a:prstGeom>
          <a:solidFill>
            <a:srgbClr val="C2352F"/>
          </a:solidFill>
          <a:ln/>
        </p:spPr>
        <p:txBody>
          <a:bodyPr/>
          <a:p/>
        </p:txBody>
      </p:sp>
      <p:sp>
        <p:nvSpPr>
          <p:cNvPr id="40" name="Text 33"/>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41" name="Shape 34"/>
          <p:cNvSpPr/>
          <p:nvPr/>
        </p:nvSpPr>
        <p:spPr>
          <a:xfrm>
            <a:off x="4349496" y="1810512"/>
            <a:ext cx="3489960" cy="886968"/>
          </a:xfrm>
          <a:prstGeom prst="rect">
            <a:avLst/>
          </a:prstGeom>
          <a:solidFill>
            <a:srgbClr val="F7F7F7"/>
          </a:solidFill>
          <a:ln/>
        </p:spPr>
        <p:txBody>
          <a:bodyPr/>
          <a:p/>
        </p:txBody>
      </p:sp>
      <p:sp>
        <p:nvSpPr>
          <p:cNvPr id="42" name="Text 35"/>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3" name="Text 36"/>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3.48</a:t>
            </a:r>
            <a:endParaRPr lang="en-US" sz="1400" dirty="0"/>
          </a:p>
        </p:txBody>
      </p:sp>
      <p:graphicFrame>
        <p:nvGraphicFramePr>
          <p:cNvPr id="44"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5" name="Text 37"/>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−13.7%</a:t>
            </a:r>
            <a:endParaRPr lang="en-US" sz="1600" dirty="0"/>
          </a:p>
        </p:txBody>
      </p:sp>
      <p:sp>
        <p:nvSpPr>
          <p:cNvPr id="46" name="Text 38"/>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−0.55 hrs</a:t>
            </a:r>
            <a:endParaRPr lang="en-US" sz="1300" dirty="0"/>
          </a:p>
        </p:txBody>
      </p:sp>
      <p:sp>
        <p:nvSpPr>
          <p:cNvPr id="47" name="Text 39"/>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8" name="Text 40"/>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1.71</a:t>
            </a:r>
            <a:endParaRPr lang="en-US" sz="1400" dirty="0"/>
          </a:p>
        </p:txBody>
      </p:sp>
      <p:graphicFrame>
        <p:nvGraphicFramePr>
          <p:cNvPr id="49"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50" name="Text 41"/>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−12.5%</a:t>
            </a:r>
            <a:endParaRPr lang="en-US" sz="1600" dirty="0"/>
          </a:p>
        </p:txBody>
      </p:sp>
      <p:sp>
        <p:nvSpPr>
          <p:cNvPr id="51" name="Text 42"/>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−0.24 hrs</a:t>
            </a:r>
            <a:endParaRPr lang="en-US" sz="1300" dirty="0"/>
          </a:p>
        </p:txBody>
      </p:sp>
      <p:sp>
        <p:nvSpPr>
          <p:cNvPr id="52" name="Shape 43"/>
          <p:cNvSpPr/>
          <p:nvPr/>
        </p:nvSpPr>
        <p:spPr>
          <a:xfrm>
            <a:off x="4349496" y="3584448"/>
            <a:ext cx="3489960" cy="886968"/>
          </a:xfrm>
          <a:prstGeom prst="rect">
            <a:avLst/>
          </a:prstGeom>
          <a:solidFill>
            <a:srgbClr val="F7F7F7"/>
          </a:solidFill>
          <a:ln/>
        </p:spPr>
        <p:txBody>
          <a:bodyPr/>
          <a:p/>
        </p:txBody>
      </p:sp>
      <p:sp>
        <p:nvSpPr>
          <p:cNvPr id="53" name="Text 44"/>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54" name="Text 45"/>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2.28</a:t>
            </a:r>
            <a:endParaRPr lang="en-US" sz="1400" dirty="0"/>
          </a:p>
        </p:txBody>
      </p:sp>
      <p:graphicFrame>
        <p:nvGraphicFramePr>
          <p:cNvPr id="55"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56" name="Text 46"/>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−11.7%</a:t>
            </a:r>
            <a:endParaRPr lang="en-US" sz="1600" dirty="0"/>
          </a:p>
        </p:txBody>
      </p:sp>
      <p:sp>
        <p:nvSpPr>
          <p:cNvPr id="57" name="Text 47"/>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−0.30 hrs</a:t>
            </a:r>
            <a:endParaRPr lang="en-US" sz="1300" dirty="0"/>
          </a:p>
        </p:txBody>
      </p:sp>
      <p:sp>
        <p:nvSpPr>
          <p:cNvPr id="58" name="Text 48"/>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9" name="Text 49"/>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2.88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2.73</a:t>
            </a:r>
            <a:endParaRPr lang="en-US" sz="1400" dirty="0"/>
          </a:p>
        </p:txBody>
      </p:sp>
      <p:graphicFrame>
        <p:nvGraphicFramePr>
          <p:cNvPr id="60"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61" name="Text 50"/>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−5.3%</a:t>
            </a:r>
            <a:endParaRPr lang="en-US" sz="1600" dirty="0"/>
          </a:p>
        </p:txBody>
      </p:sp>
      <p:sp>
        <p:nvSpPr>
          <p:cNvPr id="62" name="Text 51"/>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−0.15 hrs</a:t>
            </a:r>
            <a:endParaRPr lang="en-US" sz="1300" dirty="0"/>
          </a:p>
        </p:txBody>
      </p:sp>
      <p:sp>
        <p:nvSpPr>
          <p:cNvPr id="63" name="Shape 52"/>
          <p:cNvSpPr/>
          <p:nvPr/>
        </p:nvSpPr>
        <p:spPr>
          <a:xfrm>
            <a:off x="4349496" y="5358384"/>
            <a:ext cx="3489960" cy="886968"/>
          </a:xfrm>
          <a:prstGeom prst="rect">
            <a:avLst/>
          </a:prstGeom>
          <a:solidFill>
            <a:srgbClr val="F7F7F7"/>
          </a:solidFill>
          <a:ln/>
        </p:spPr>
        <p:txBody>
          <a:bodyPr/>
          <a:p/>
        </p:txBody>
      </p:sp>
      <p:sp>
        <p:nvSpPr>
          <p:cNvPr id="64" name="Text 53"/>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65" name="Text 54"/>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2.30</a:t>
            </a:r>
            <a:endParaRPr lang="en-US" sz="1400" dirty="0"/>
          </a:p>
        </p:txBody>
      </p:sp>
      <p:graphicFrame>
        <p:nvGraphicFramePr>
          <p:cNvPr id="66"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67" name="Text 55"/>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−2.9%</a:t>
            </a:r>
            <a:endParaRPr lang="en-US" sz="1600" dirty="0"/>
          </a:p>
        </p:txBody>
      </p:sp>
      <p:sp>
        <p:nvSpPr>
          <p:cNvPr id="68" name="Text 56"/>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−0.07 hrs</a:t>
            </a:r>
            <a:endParaRPr lang="en-US" sz="1300" dirty="0"/>
          </a:p>
        </p:txBody>
      </p:sp>
      <p:sp>
        <p:nvSpPr>
          <p:cNvPr id="69" name="Shape 57"/>
          <p:cNvSpPr/>
          <p:nvPr/>
        </p:nvSpPr>
        <p:spPr>
          <a:xfrm>
            <a:off x="8040624" y="1371600"/>
            <a:ext cx="3489960" cy="45720"/>
          </a:xfrm>
          <a:prstGeom prst="rect">
            <a:avLst/>
          </a:prstGeom>
          <a:solidFill>
            <a:srgbClr val="2587C5"/>
          </a:solidFill>
          <a:ln/>
        </p:spPr>
        <p:txBody>
          <a:bodyPr/>
          <a:p/>
        </p:txBody>
      </p:sp>
      <p:sp>
        <p:nvSpPr>
          <p:cNvPr id="70" name="Text 5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71" name="Shape 59"/>
          <p:cNvSpPr/>
          <p:nvPr/>
        </p:nvSpPr>
        <p:spPr>
          <a:xfrm>
            <a:off x="8040624" y="1810512"/>
            <a:ext cx="3489960" cy="886968"/>
          </a:xfrm>
          <a:prstGeom prst="rect">
            <a:avLst/>
          </a:prstGeom>
          <a:solidFill>
            <a:srgbClr val="F7F7F7"/>
          </a:solidFill>
          <a:ln/>
        </p:spPr>
        <p:txBody>
          <a:bodyPr/>
          <a:p/>
        </p:txBody>
      </p:sp>
      <p:sp>
        <p:nvSpPr>
          <p:cNvPr id="72" name="Text 60"/>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73" name="Text 61"/>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1.65</a:t>
            </a:r>
            <a:endParaRPr lang="en-US" sz="1400" dirty="0"/>
          </a:p>
        </p:txBody>
      </p:sp>
      <p:graphicFrame>
        <p:nvGraphicFramePr>
          <p:cNvPr id="74"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75"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76" name="Text 62"/>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+22.2%</a:t>
            </a:r>
            <a:endParaRPr lang="en-US" sz="1600" dirty="0"/>
          </a:p>
        </p:txBody>
      </p:sp>
      <p:sp>
        <p:nvSpPr>
          <p:cNvPr id="77" name="Text 63"/>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+0.30 hrs</a:t>
            </a:r>
            <a:endParaRPr lang="en-US" sz="1300" dirty="0"/>
          </a:p>
        </p:txBody>
      </p:sp>
      <p:sp>
        <p:nvSpPr>
          <p:cNvPr id="78" name="Text 64"/>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9" name="Text 65"/>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1.76</a:t>
            </a:r>
            <a:endParaRPr lang="en-US" sz="1400" dirty="0"/>
          </a:p>
        </p:txBody>
      </p:sp>
      <p:graphicFrame>
        <p:nvGraphicFramePr>
          <p:cNvPr id="80"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81"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82" name="Text 66"/>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+13.2%</a:t>
            </a:r>
            <a:endParaRPr lang="en-US" sz="1600" dirty="0"/>
          </a:p>
        </p:txBody>
      </p:sp>
      <p:sp>
        <p:nvSpPr>
          <p:cNvPr id="83" name="Text 67"/>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+0.21 hrs</a:t>
            </a:r>
            <a:endParaRPr lang="en-US" sz="1300" dirty="0"/>
          </a:p>
        </p:txBody>
      </p:sp>
      <p:sp>
        <p:nvSpPr>
          <p:cNvPr id="84" name="Shape 68"/>
          <p:cNvSpPr/>
          <p:nvPr/>
        </p:nvSpPr>
        <p:spPr>
          <a:xfrm>
            <a:off x="8040624" y="3584448"/>
            <a:ext cx="3489960" cy="886968"/>
          </a:xfrm>
          <a:prstGeom prst="rect">
            <a:avLst/>
          </a:prstGeom>
          <a:solidFill>
            <a:srgbClr val="F7F7F7"/>
          </a:solidFill>
          <a:ln/>
        </p:spPr>
        <p:txBody>
          <a:bodyPr/>
          <a:p/>
        </p:txBody>
      </p:sp>
      <p:sp>
        <p:nvSpPr>
          <p:cNvPr id="85" name="Shape 69"/>
          <p:cNvSpPr/>
          <p:nvPr/>
        </p:nvSpPr>
        <p:spPr>
          <a:xfrm>
            <a:off x="11466576" y="3621024"/>
            <a:ext cx="64008" cy="813816"/>
          </a:xfrm>
          <a:prstGeom prst="rect">
            <a:avLst/>
          </a:prstGeom>
          <a:solidFill>
            <a:srgbClr val="12A566"/>
          </a:solidFill>
          <a:ln/>
        </p:spPr>
        <p:txBody>
          <a:bodyPr/>
          <a:p/>
        </p:txBody>
      </p:sp>
      <p:sp>
        <p:nvSpPr>
          <p:cNvPr id="86" name="Text 70"/>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87" name="Text 71"/>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1.54</a:t>
            </a:r>
            <a:endParaRPr lang="en-US" sz="1400" dirty="0"/>
          </a:p>
        </p:txBody>
      </p:sp>
      <p:graphicFrame>
        <p:nvGraphicFramePr>
          <p:cNvPr id="88"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89"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90" name="Text 72"/>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+12.2%</a:t>
            </a:r>
            <a:endParaRPr lang="en-US" sz="1600" dirty="0"/>
          </a:p>
        </p:txBody>
      </p:sp>
      <p:sp>
        <p:nvSpPr>
          <p:cNvPr id="91" name="Text 73"/>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+0.17 hrs</a:t>
            </a:r>
            <a:endParaRPr lang="en-US" sz="1300" dirty="0"/>
          </a:p>
        </p:txBody>
      </p:sp>
      <p:sp>
        <p:nvSpPr>
          <p:cNvPr id="92" name="Shape 74"/>
          <p:cNvSpPr/>
          <p:nvPr/>
        </p:nvSpPr>
        <p:spPr>
          <a:xfrm>
            <a:off x="11466576" y="4507992"/>
            <a:ext cx="64008" cy="813816"/>
          </a:xfrm>
          <a:prstGeom prst="rect">
            <a:avLst/>
          </a:prstGeom>
          <a:solidFill>
            <a:srgbClr val="12A566"/>
          </a:solidFill>
          <a:ln/>
        </p:spPr>
        <p:txBody>
          <a:bodyPr/>
          <a:p/>
        </p:txBody>
      </p:sp>
      <p:sp>
        <p:nvSpPr>
          <p:cNvPr id="93" name="Text 75"/>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94" name="Text 76"/>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1.38</a:t>
            </a:r>
            <a:endParaRPr lang="en-US" sz="1400" dirty="0"/>
          </a:p>
        </p:txBody>
      </p:sp>
      <p:graphicFrame>
        <p:nvGraphicFramePr>
          <p:cNvPr id="95"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96"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97" name="Text 77"/>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+11.8%</a:t>
            </a:r>
            <a:endParaRPr lang="en-US" sz="1600" dirty="0"/>
          </a:p>
        </p:txBody>
      </p:sp>
      <p:sp>
        <p:nvSpPr>
          <p:cNvPr id="98" name="Text 78"/>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+0.15 hrs</a:t>
            </a:r>
            <a:endParaRPr lang="en-US" sz="1300" dirty="0"/>
          </a:p>
        </p:txBody>
      </p:sp>
      <p:sp>
        <p:nvSpPr>
          <p:cNvPr id="99" name="Shape 79"/>
          <p:cNvSpPr/>
          <p:nvPr/>
        </p:nvSpPr>
        <p:spPr>
          <a:xfrm>
            <a:off x="8040624" y="5358384"/>
            <a:ext cx="3489960" cy="886968"/>
          </a:xfrm>
          <a:prstGeom prst="rect">
            <a:avLst/>
          </a:prstGeom>
          <a:solidFill>
            <a:srgbClr val="F7F7F7"/>
          </a:solidFill>
          <a:ln/>
        </p:spPr>
        <p:txBody>
          <a:bodyPr/>
          <a:p/>
        </p:txBody>
      </p:sp>
      <p:sp>
        <p:nvSpPr>
          <p:cNvPr id="100" name="Text 80"/>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101" name="Text 81"/>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GMC BULLHEAD</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1.79</a:t>
            </a:r>
            <a:endParaRPr lang="en-US" sz="1400" dirty="0"/>
          </a:p>
        </p:txBody>
      </p:sp>
      <p:graphicFrame>
        <p:nvGraphicFramePr>
          <p:cNvPr id="102"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103"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104" name="Text 82"/>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+8.6%</a:t>
            </a:r>
            <a:endParaRPr lang="en-US" sz="1600" dirty="0"/>
          </a:p>
        </p:txBody>
      </p:sp>
      <p:sp>
        <p:nvSpPr>
          <p:cNvPr id="105" name="Text 83"/>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+0.14 hrs</a:t>
            </a:r>
            <a:endParaRPr lang="en-US" sz="1300" dirty="0"/>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Shape 8"/>
          <p:cNvSpPr/>
          <p:nvPr/>
        </p:nvSpPr>
        <p:spPr>
          <a:xfrm>
            <a:off x="4084320" y="1847088"/>
            <a:ext cx="64008" cy="813816"/>
          </a:xfrm>
          <a:prstGeom prst="rect">
            <a:avLst/>
          </a:prstGeom>
          <a:solidFill>
            <a:srgbClr val="12A566"/>
          </a:solidFill>
          <a:ln/>
        </p:spPr>
        <p:txBody>
          <a:bodyPr/>
          <a:p/>
        </p:txBody>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$144</a:t>
            </a:r>
            <a:endParaRPr lang="en-US" sz="1400" dirty="0"/>
          </a:p>
        </p:txBody>
      </p:sp>
      <p:graphicFrame>
        <p:nvGraphicFramePr>
          <p:cNvPr id="13"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4" name="Text 11"/>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+22.9%</a:t>
            </a:r>
            <a:endParaRPr lang="en-US" sz="1600" dirty="0"/>
          </a:p>
        </p:txBody>
      </p:sp>
      <p:sp>
        <p:nvSpPr>
          <p:cNvPr id="15" name="Text 12"/>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16" name="Text 13"/>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7" name="Text 14"/>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$222</a:t>
            </a:r>
            <a:endParaRPr lang="en-US" sz="1400" dirty="0"/>
          </a:p>
        </p:txBody>
      </p:sp>
      <p:graphicFrame>
        <p:nvGraphicFramePr>
          <p:cNvPr id="18"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9" name="Text 15"/>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+22.3%</a:t>
            </a:r>
            <a:endParaRPr lang="en-US" sz="1600" dirty="0"/>
          </a:p>
        </p:txBody>
      </p:sp>
      <p:sp>
        <p:nvSpPr>
          <p:cNvPr id="20" name="Text 16"/>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+$41</a:t>
            </a:r>
            <a:endParaRPr lang="en-US" sz="1300" dirty="0"/>
          </a:p>
        </p:txBody>
      </p:sp>
      <p:sp>
        <p:nvSpPr>
          <p:cNvPr id="21" name="Shape 17"/>
          <p:cNvSpPr/>
          <p:nvPr/>
        </p:nvSpPr>
        <p:spPr>
          <a:xfrm>
            <a:off x="658368" y="3584448"/>
            <a:ext cx="3489960" cy="886968"/>
          </a:xfrm>
          <a:prstGeom prst="rect">
            <a:avLst/>
          </a:prstGeom>
          <a:solidFill>
            <a:srgbClr val="F7F7F7"/>
          </a:solidFill>
          <a:ln/>
        </p:spPr>
        <p:txBody>
          <a:bodyPr/>
          <a:p/>
        </p:txBody>
      </p:sp>
      <p:sp>
        <p:nvSpPr>
          <p:cNvPr id="22" name="Text 18"/>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3" name="Text 19"/>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$168</a:t>
            </a:r>
            <a:endParaRPr lang="en-US" sz="1400" dirty="0"/>
          </a:p>
        </p:txBody>
      </p:sp>
      <p:graphicFrame>
        <p:nvGraphicFramePr>
          <p:cNvPr id="24"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5" name="Text 20"/>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+20.1%</a:t>
            </a:r>
            <a:endParaRPr lang="en-US" sz="1600" dirty="0"/>
          </a:p>
        </p:txBody>
      </p:sp>
      <p:sp>
        <p:nvSpPr>
          <p:cNvPr id="26" name="Text 21"/>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+$28</a:t>
            </a:r>
            <a:endParaRPr lang="en-US" sz="1300" dirty="0"/>
          </a:p>
        </p:txBody>
      </p:sp>
      <p:sp>
        <p:nvSpPr>
          <p:cNvPr id="27" name="Text 22"/>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8" name="Text 23"/>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$176</a:t>
            </a:r>
            <a:endParaRPr lang="en-US" sz="1400" dirty="0"/>
          </a:p>
        </p:txBody>
      </p:sp>
      <p:graphicFrame>
        <p:nvGraphicFramePr>
          <p:cNvPr id="29"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30" name="Text 24"/>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+14.3%</a:t>
            </a:r>
            <a:endParaRPr lang="en-US" sz="1600" dirty="0"/>
          </a:p>
        </p:txBody>
      </p:sp>
      <p:sp>
        <p:nvSpPr>
          <p:cNvPr id="31" name="Text 25"/>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a:t>
            </a:r>
            <a:endParaRPr lang="en-US" sz="1300" dirty="0"/>
          </a:p>
        </p:txBody>
      </p:sp>
      <p:sp>
        <p:nvSpPr>
          <p:cNvPr id="32" name="Shape 26"/>
          <p:cNvSpPr/>
          <p:nvPr/>
        </p:nvSpPr>
        <p:spPr>
          <a:xfrm>
            <a:off x="658368" y="5358384"/>
            <a:ext cx="3489960" cy="886968"/>
          </a:xfrm>
          <a:prstGeom prst="rect">
            <a:avLst/>
          </a:prstGeom>
          <a:solidFill>
            <a:srgbClr val="F7F7F7"/>
          </a:solidFill>
          <a:ln/>
        </p:spPr>
        <p:txBody>
          <a:bodyPr/>
          <a:p/>
        </p:txBody>
      </p:sp>
      <p:sp>
        <p:nvSpPr>
          <p:cNvPr id="33" name="Text 27"/>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4" name="Text 28"/>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$139</a:t>
            </a:r>
            <a:endParaRPr lang="en-US" sz="1400" dirty="0"/>
          </a:p>
        </p:txBody>
      </p:sp>
      <p:graphicFrame>
        <p:nvGraphicFramePr>
          <p:cNvPr id="35"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6" name="Text 29"/>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+13.8%</a:t>
            </a:r>
            <a:endParaRPr lang="en-US" sz="1600" dirty="0"/>
          </a:p>
        </p:txBody>
      </p:sp>
      <p:sp>
        <p:nvSpPr>
          <p:cNvPr id="37" name="Text 30"/>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a:t>
            </a:r>
            <a:endParaRPr lang="en-US" sz="1300" dirty="0"/>
          </a:p>
        </p:txBody>
      </p:sp>
      <p:sp>
        <p:nvSpPr>
          <p:cNvPr id="38" name="Shape 31"/>
          <p:cNvSpPr/>
          <p:nvPr/>
        </p:nvSpPr>
        <p:spPr>
          <a:xfrm>
            <a:off x="4349496" y="1371600"/>
            <a:ext cx="3489960" cy="45720"/>
          </a:xfrm>
          <a:prstGeom prst="rect">
            <a:avLst/>
          </a:prstGeom>
          <a:solidFill>
            <a:srgbClr val="C2352F"/>
          </a:solidFill>
          <a:ln/>
        </p:spPr>
        <p:txBody>
          <a:bodyPr/>
          <a:p/>
        </p:txBody>
      </p:sp>
      <p:sp>
        <p:nvSpPr>
          <p:cNvPr id="39" name="Text 3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40" name="Shape 33"/>
          <p:cNvSpPr/>
          <p:nvPr/>
        </p:nvSpPr>
        <p:spPr>
          <a:xfrm>
            <a:off x="4349496" y="1810512"/>
            <a:ext cx="3489960" cy="886968"/>
          </a:xfrm>
          <a:prstGeom prst="rect">
            <a:avLst/>
          </a:prstGeom>
          <a:solidFill>
            <a:srgbClr val="F7F7F7"/>
          </a:solidFill>
          <a:ln/>
        </p:spPr>
        <p:txBody>
          <a:bodyPr/>
          <a:p/>
        </p:txBody>
      </p:sp>
      <p:sp>
        <p:nvSpPr>
          <p:cNvPr id="41" name="Shape 34"/>
          <p:cNvSpPr/>
          <p:nvPr/>
        </p:nvSpPr>
        <p:spPr>
          <a:xfrm>
            <a:off x="7775448" y="1847088"/>
            <a:ext cx="64008" cy="813816"/>
          </a:xfrm>
          <a:prstGeom prst="rect">
            <a:avLst/>
          </a:prstGeom>
          <a:solidFill>
            <a:srgbClr val="2587C5"/>
          </a:solidFill>
          <a:ln/>
        </p:spPr>
        <p:txBody>
          <a:bodyPr/>
          <a:p/>
        </p:txBody>
      </p:sp>
      <p:sp>
        <p:nvSpPr>
          <p:cNvPr id="42" name="Text 35"/>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3" name="Text 36"/>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$149</a:t>
            </a:r>
            <a:endParaRPr lang="en-US" sz="1400" dirty="0"/>
          </a:p>
        </p:txBody>
      </p:sp>
      <p:graphicFrame>
        <p:nvGraphicFramePr>
          <p:cNvPr id="44"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5" name="Text 37"/>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−19.1%</a:t>
            </a:r>
            <a:endParaRPr lang="en-US" sz="1600" dirty="0"/>
          </a:p>
        </p:txBody>
      </p:sp>
      <p:sp>
        <p:nvSpPr>
          <p:cNvPr id="46" name="Text 38"/>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−$35</a:t>
            </a:r>
            <a:endParaRPr lang="en-US" sz="1300" dirty="0"/>
          </a:p>
        </p:txBody>
      </p:sp>
      <p:sp>
        <p:nvSpPr>
          <p:cNvPr id="47" name="Text 39"/>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8" name="Text 40"/>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$138</a:t>
            </a:r>
            <a:endParaRPr lang="en-US" sz="1400" dirty="0"/>
          </a:p>
        </p:txBody>
      </p:sp>
      <p:graphicFrame>
        <p:nvGraphicFramePr>
          <p:cNvPr id="49"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50" name="Text 41"/>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−7.0%</a:t>
            </a:r>
            <a:endParaRPr lang="en-US" sz="1600" dirty="0"/>
          </a:p>
        </p:txBody>
      </p:sp>
      <p:sp>
        <p:nvSpPr>
          <p:cNvPr id="51" name="Text 42"/>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−$10</a:t>
            </a:r>
            <a:endParaRPr lang="en-US" sz="1300" dirty="0"/>
          </a:p>
        </p:txBody>
      </p:sp>
      <p:sp>
        <p:nvSpPr>
          <p:cNvPr id="52" name="Shape 43"/>
          <p:cNvSpPr/>
          <p:nvPr/>
        </p:nvSpPr>
        <p:spPr>
          <a:xfrm>
            <a:off x="4349496" y="3584448"/>
            <a:ext cx="3489960" cy="886968"/>
          </a:xfrm>
          <a:prstGeom prst="rect">
            <a:avLst/>
          </a:prstGeom>
          <a:solidFill>
            <a:srgbClr val="F7F7F7"/>
          </a:solidFill>
          <a:ln/>
        </p:spPr>
        <p:txBody>
          <a:bodyPr/>
          <a:p/>
        </p:txBody>
      </p:sp>
      <p:sp>
        <p:nvSpPr>
          <p:cNvPr id="53" name="Text 44"/>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54" name="Text 45"/>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$211</a:t>
            </a:r>
            <a:endParaRPr lang="en-US" sz="1400" dirty="0"/>
          </a:p>
        </p:txBody>
      </p:sp>
      <p:graphicFrame>
        <p:nvGraphicFramePr>
          <p:cNvPr id="55"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56" name="Text 46"/>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−5.1%</a:t>
            </a:r>
            <a:endParaRPr lang="en-US" sz="1600" dirty="0"/>
          </a:p>
        </p:txBody>
      </p:sp>
      <p:sp>
        <p:nvSpPr>
          <p:cNvPr id="57" name="Text 47"/>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−$11</a:t>
            </a:r>
            <a:endParaRPr lang="en-US" sz="1300" dirty="0"/>
          </a:p>
        </p:txBody>
      </p:sp>
      <p:sp>
        <p:nvSpPr>
          <p:cNvPr id="58" name="Text 48"/>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9" name="Text 49"/>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$130</a:t>
            </a:r>
            <a:endParaRPr lang="en-US" sz="1400" dirty="0"/>
          </a:p>
        </p:txBody>
      </p:sp>
      <p:graphicFrame>
        <p:nvGraphicFramePr>
          <p:cNvPr id="60"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61" name="Text 50"/>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−4.6%</a:t>
            </a:r>
            <a:endParaRPr lang="en-US" sz="1600" dirty="0"/>
          </a:p>
        </p:txBody>
      </p:sp>
      <p:sp>
        <p:nvSpPr>
          <p:cNvPr id="62" name="Text 51"/>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a:t>
            </a:r>
            <a:endParaRPr lang="en-US" sz="1300" dirty="0"/>
          </a:p>
        </p:txBody>
      </p:sp>
      <p:sp>
        <p:nvSpPr>
          <p:cNvPr id="63" name="Shape 52"/>
          <p:cNvSpPr/>
          <p:nvPr/>
        </p:nvSpPr>
        <p:spPr>
          <a:xfrm>
            <a:off x="4349496" y="5358384"/>
            <a:ext cx="3489960" cy="886968"/>
          </a:xfrm>
          <a:prstGeom prst="rect">
            <a:avLst/>
          </a:prstGeom>
          <a:solidFill>
            <a:srgbClr val="F7F7F7"/>
          </a:solidFill>
          <a:ln/>
        </p:spPr>
        <p:txBody>
          <a:bodyPr/>
          <a:p/>
        </p:txBody>
      </p:sp>
      <p:sp>
        <p:nvSpPr>
          <p:cNvPr id="64" name="Text 53"/>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65" name="Text 54"/>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$279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$266</a:t>
            </a:r>
            <a:endParaRPr lang="en-US" sz="1400" dirty="0"/>
          </a:p>
        </p:txBody>
      </p:sp>
      <p:graphicFrame>
        <p:nvGraphicFramePr>
          <p:cNvPr id="66"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67" name="Text 55"/>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−4.5%</a:t>
            </a:r>
            <a:endParaRPr lang="en-US" sz="1600" dirty="0"/>
          </a:p>
        </p:txBody>
      </p:sp>
      <p:sp>
        <p:nvSpPr>
          <p:cNvPr id="68" name="Text 56"/>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−$13</a:t>
            </a:r>
            <a:endParaRPr lang="en-US" sz="1300" dirty="0"/>
          </a:p>
        </p:txBody>
      </p:sp>
      <p:sp>
        <p:nvSpPr>
          <p:cNvPr id="69" name="Shape 57"/>
          <p:cNvSpPr/>
          <p:nvPr/>
        </p:nvSpPr>
        <p:spPr>
          <a:xfrm>
            <a:off x="8040624" y="1371600"/>
            <a:ext cx="3489960" cy="45720"/>
          </a:xfrm>
          <a:prstGeom prst="rect">
            <a:avLst/>
          </a:prstGeom>
          <a:solidFill>
            <a:srgbClr val="2587C5"/>
          </a:solidFill>
          <a:ln/>
        </p:spPr>
        <p:txBody>
          <a:bodyPr/>
          <a:p/>
        </p:txBody>
      </p:sp>
      <p:sp>
        <p:nvSpPr>
          <p:cNvPr id="70" name="Text 5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71" name="Shape 59"/>
          <p:cNvSpPr/>
          <p:nvPr/>
        </p:nvSpPr>
        <p:spPr>
          <a:xfrm>
            <a:off x="8040624" y="1810512"/>
            <a:ext cx="3489960" cy="886968"/>
          </a:xfrm>
          <a:prstGeom prst="rect">
            <a:avLst/>
          </a:prstGeom>
          <a:solidFill>
            <a:srgbClr val="F7F7F7"/>
          </a:solidFill>
          <a:ln/>
        </p:spPr>
        <p:txBody>
          <a:bodyPr/>
          <a:p/>
        </p:txBody>
      </p:sp>
      <p:sp>
        <p:nvSpPr>
          <p:cNvPr id="72" name="Text 60"/>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73" name="Text 61"/>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$142</a:t>
            </a:r>
            <a:endParaRPr lang="en-US" sz="1400" dirty="0"/>
          </a:p>
        </p:txBody>
      </p:sp>
      <p:graphicFrame>
        <p:nvGraphicFramePr>
          <p:cNvPr id="74"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75"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76" name="Text 62"/>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+10.6%</a:t>
            </a:r>
            <a:endParaRPr lang="en-US" sz="1600" dirty="0"/>
          </a:p>
        </p:txBody>
      </p:sp>
      <p:sp>
        <p:nvSpPr>
          <p:cNvPr id="77" name="Text 63"/>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a:t>
            </a:r>
            <a:endParaRPr lang="en-US" sz="1300" dirty="0"/>
          </a:p>
        </p:txBody>
      </p:sp>
      <p:sp>
        <p:nvSpPr>
          <p:cNvPr id="78" name="Text 64"/>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9" name="Text 65"/>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$244</a:t>
            </a:r>
            <a:endParaRPr lang="en-US" sz="1400" dirty="0"/>
          </a:p>
        </p:txBody>
      </p:sp>
      <p:graphicFrame>
        <p:nvGraphicFramePr>
          <p:cNvPr id="80"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81"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82" name="Text 66"/>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+7.4%</a:t>
            </a:r>
            <a:endParaRPr lang="en-US" sz="1600" dirty="0"/>
          </a:p>
        </p:txBody>
      </p:sp>
      <p:sp>
        <p:nvSpPr>
          <p:cNvPr id="83" name="Text 67"/>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a:t>
            </a:r>
            <a:endParaRPr lang="en-US" sz="1300" dirty="0"/>
          </a:p>
        </p:txBody>
      </p:sp>
      <p:sp>
        <p:nvSpPr>
          <p:cNvPr id="84" name="Shape 68"/>
          <p:cNvSpPr/>
          <p:nvPr/>
        </p:nvSpPr>
        <p:spPr>
          <a:xfrm>
            <a:off x="8040624" y="3584448"/>
            <a:ext cx="3489960" cy="886968"/>
          </a:xfrm>
          <a:prstGeom prst="rect">
            <a:avLst/>
          </a:prstGeom>
          <a:solidFill>
            <a:srgbClr val="F7F7F7"/>
          </a:solidFill>
          <a:ln/>
        </p:spPr>
        <p:txBody>
          <a:bodyPr/>
          <a:p/>
        </p:txBody>
      </p:sp>
      <p:sp>
        <p:nvSpPr>
          <p:cNvPr id="85" name="Shape 69"/>
          <p:cNvSpPr/>
          <p:nvPr/>
        </p:nvSpPr>
        <p:spPr>
          <a:xfrm>
            <a:off x="11466576" y="3621024"/>
            <a:ext cx="64008" cy="813816"/>
          </a:xfrm>
          <a:prstGeom prst="rect">
            <a:avLst/>
          </a:prstGeom>
          <a:solidFill>
            <a:srgbClr val="12A566"/>
          </a:solidFill>
          <a:ln/>
        </p:spPr>
        <p:txBody>
          <a:bodyPr/>
          <a:p/>
        </p:txBody>
      </p:sp>
      <p:sp>
        <p:nvSpPr>
          <p:cNvPr id="86" name="Text 70"/>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87" name="Text 71"/>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$148</a:t>
            </a:r>
            <a:endParaRPr lang="en-US" sz="1400" dirty="0"/>
          </a:p>
        </p:txBody>
      </p:sp>
      <p:graphicFrame>
        <p:nvGraphicFramePr>
          <p:cNvPr id="88"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89"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90" name="Text 72"/>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+6.1%</a:t>
            </a:r>
            <a:endParaRPr lang="en-US" sz="1600" dirty="0"/>
          </a:p>
        </p:txBody>
      </p:sp>
      <p:sp>
        <p:nvSpPr>
          <p:cNvPr id="91" name="Text 73"/>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a:t>
            </a:r>
            <a:endParaRPr lang="en-US" sz="1300" dirty="0"/>
          </a:p>
        </p:txBody>
      </p:sp>
      <p:sp>
        <p:nvSpPr>
          <p:cNvPr id="92" name="Shape 74"/>
          <p:cNvSpPr/>
          <p:nvPr/>
        </p:nvSpPr>
        <p:spPr>
          <a:xfrm>
            <a:off x="11466576" y="4507992"/>
            <a:ext cx="64008" cy="813816"/>
          </a:xfrm>
          <a:prstGeom prst="rect">
            <a:avLst/>
          </a:prstGeom>
          <a:solidFill>
            <a:srgbClr val="2587C5"/>
          </a:solidFill>
          <a:ln/>
        </p:spPr>
        <p:txBody>
          <a:bodyPr/>
          <a:p/>
        </p:txBody>
      </p:sp>
      <p:sp>
        <p:nvSpPr>
          <p:cNvPr id="93" name="Text 75"/>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94" name="Text 76"/>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$151</a:t>
            </a:r>
            <a:endParaRPr lang="en-US" sz="1400" dirty="0"/>
          </a:p>
        </p:txBody>
      </p:sp>
      <p:graphicFrame>
        <p:nvGraphicFramePr>
          <p:cNvPr id="95"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96"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97" name="Text 77"/>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+5.7%</a:t>
            </a:r>
            <a:endParaRPr lang="en-US" sz="1600" dirty="0"/>
          </a:p>
        </p:txBody>
      </p:sp>
      <p:sp>
        <p:nvSpPr>
          <p:cNvPr id="98" name="Text 78"/>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a:t>
            </a:r>
            <a:endParaRPr lang="en-US" sz="1300" dirty="0"/>
          </a:p>
        </p:txBody>
      </p:sp>
      <p:sp>
        <p:nvSpPr>
          <p:cNvPr id="99" name="Shape 79"/>
          <p:cNvSpPr/>
          <p:nvPr/>
        </p:nvSpPr>
        <p:spPr>
          <a:xfrm>
            <a:off x="8040624" y="5358384"/>
            <a:ext cx="3489960" cy="886968"/>
          </a:xfrm>
          <a:prstGeom prst="rect">
            <a:avLst/>
          </a:prstGeom>
          <a:solidFill>
            <a:srgbClr val="F7F7F7"/>
          </a:solidFill>
          <a:ln/>
        </p:spPr>
        <p:txBody>
          <a:bodyPr/>
          <a:p/>
        </p:txBody>
      </p:sp>
      <p:sp>
        <p:nvSpPr>
          <p:cNvPr id="100" name="Text 80"/>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101" name="Text 81"/>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$146</a:t>
            </a:r>
            <a:endParaRPr lang="en-US" sz="1400" dirty="0"/>
          </a:p>
        </p:txBody>
      </p:sp>
      <p:graphicFrame>
        <p:nvGraphicFramePr>
          <p:cNvPr id="102"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103"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104" name="Text 82"/>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+5.0%</a:t>
            </a:r>
            <a:endParaRPr lang="en-US" sz="1600" dirty="0"/>
          </a:p>
        </p:txBody>
      </p:sp>
      <p:sp>
        <p:nvSpPr>
          <p:cNvPr id="105" name="Text 83"/>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a:t>
            </a:r>
            <a:endParaRPr lang="en-US" sz="1300" dirty="0"/>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 per RO</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Text 8"/>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$238</a:t>
            </a:r>
            <a:endParaRPr lang="en-US" sz="1400" dirty="0"/>
          </a:p>
        </p:txBody>
      </p:sp>
      <p:graphicFrame>
        <p:nvGraphicFramePr>
          <p:cNvPr id="12"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3" name="Text 10"/>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+38.4%</a:t>
            </a:r>
            <a:endParaRPr lang="en-US" sz="1600" dirty="0"/>
          </a:p>
        </p:txBody>
      </p:sp>
      <p:sp>
        <p:nvSpPr>
          <p:cNvPr id="14" name="Text 11"/>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+$66</a:t>
            </a:r>
            <a:endParaRPr lang="en-US" sz="1300" dirty="0"/>
          </a:p>
        </p:txBody>
      </p:sp>
      <p:sp>
        <p:nvSpPr>
          <p:cNvPr id="15" name="Text 12"/>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3"/>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$306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$416</a:t>
            </a:r>
            <a:endParaRPr lang="en-US" sz="1400" dirty="0"/>
          </a:p>
        </p:txBody>
      </p:sp>
      <p:graphicFrame>
        <p:nvGraphicFramePr>
          <p:cNvPr id="17"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8" name="Text 14"/>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+36.2%</a:t>
            </a:r>
            <a:endParaRPr lang="en-US" sz="1600" dirty="0"/>
          </a:p>
        </p:txBody>
      </p:sp>
      <p:sp>
        <p:nvSpPr>
          <p:cNvPr id="19" name="Text 15"/>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+$111</a:t>
            </a:r>
            <a:endParaRPr lang="en-US" sz="1300" dirty="0"/>
          </a:p>
        </p:txBody>
      </p:sp>
      <p:sp>
        <p:nvSpPr>
          <p:cNvPr id="20" name="Shape 16"/>
          <p:cNvSpPr/>
          <p:nvPr/>
        </p:nvSpPr>
        <p:spPr>
          <a:xfrm>
            <a:off x="658368" y="3584448"/>
            <a:ext cx="3489960" cy="886968"/>
          </a:xfrm>
          <a:prstGeom prst="rect">
            <a:avLst/>
          </a:prstGeom>
          <a:solidFill>
            <a:srgbClr val="F7F7F7"/>
          </a:solidFill>
          <a:ln/>
        </p:spPr>
        <p:txBody>
          <a:bodyPr/>
          <a:p/>
        </p:txBody>
      </p:sp>
      <p:sp>
        <p:nvSpPr>
          <p:cNvPr id="21" name="Text 17"/>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2" name="Text 18"/>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$222</a:t>
            </a:r>
            <a:endParaRPr lang="en-US" sz="1400" dirty="0"/>
          </a:p>
        </p:txBody>
      </p:sp>
      <p:graphicFrame>
        <p:nvGraphicFramePr>
          <p:cNvPr id="23"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4" name="Text 19"/>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+36.1%</a:t>
            </a:r>
            <a:endParaRPr lang="en-US" sz="1600" dirty="0"/>
          </a:p>
        </p:txBody>
      </p:sp>
      <p:sp>
        <p:nvSpPr>
          <p:cNvPr id="25" name="Text 20"/>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+$59</a:t>
            </a:r>
            <a:endParaRPr lang="en-US" sz="1300" dirty="0"/>
          </a:p>
        </p:txBody>
      </p:sp>
      <p:sp>
        <p:nvSpPr>
          <p:cNvPr id="26" name="Shape 21"/>
          <p:cNvSpPr/>
          <p:nvPr/>
        </p:nvSpPr>
        <p:spPr>
          <a:xfrm>
            <a:off x="4084320" y="4507992"/>
            <a:ext cx="64008" cy="813816"/>
          </a:xfrm>
          <a:prstGeom prst="rect">
            <a:avLst/>
          </a:prstGeom>
          <a:solidFill>
            <a:srgbClr val="12A566"/>
          </a:solidFill>
          <a:ln/>
        </p:spPr>
        <p:txBody>
          <a:bodyPr/>
          <a:p/>
        </p:txBody>
      </p:sp>
      <p:sp>
        <p:nvSpPr>
          <p:cNvPr id="27" name="Text 22"/>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8" name="Text 23"/>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$182</a:t>
            </a:r>
            <a:endParaRPr lang="en-US" sz="1400" dirty="0"/>
          </a:p>
        </p:txBody>
      </p:sp>
      <p:graphicFrame>
        <p:nvGraphicFramePr>
          <p:cNvPr id="29"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30" name="Text 24"/>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+29.1%</a:t>
            </a:r>
            <a:endParaRPr lang="en-US" sz="1600" dirty="0"/>
          </a:p>
        </p:txBody>
      </p:sp>
      <p:sp>
        <p:nvSpPr>
          <p:cNvPr id="31" name="Text 25"/>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+$41</a:t>
            </a:r>
            <a:endParaRPr lang="en-US" sz="1300" dirty="0"/>
          </a:p>
        </p:txBody>
      </p:sp>
      <p:sp>
        <p:nvSpPr>
          <p:cNvPr id="32" name="Shape 26"/>
          <p:cNvSpPr/>
          <p:nvPr/>
        </p:nvSpPr>
        <p:spPr>
          <a:xfrm>
            <a:off x="658368" y="5358384"/>
            <a:ext cx="3489960" cy="886968"/>
          </a:xfrm>
          <a:prstGeom prst="rect">
            <a:avLst/>
          </a:prstGeom>
          <a:solidFill>
            <a:srgbClr val="F7F7F7"/>
          </a:solidFill>
          <a:ln/>
        </p:spPr>
        <p:txBody>
          <a:bodyPr/>
          <a:p/>
        </p:txBody>
      </p:sp>
      <p:sp>
        <p:nvSpPr>
          <p:cNvPr id="33" name="Text 27"/>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4" name="Text 28"/>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$289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$371</a:t>
            </a:r>
            <a:endParaRPr lang="en-US" sz="1400" dirty="0"/>
          </a:p>
        </p:txBody>
      </p:sp>
      <p:graphicFrame>
        <p:nvGraphicFramePr>
          <p:cNvPr id="35"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6" name="Text 29"/>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+28.3%</a:t>
            </a:r>
            <a:endParaRPr lang="en-US" sz="1600" dirty="0"/>
          </a:p>
        </p:txBody>
      </p:sp>
      <p:sp>
        <p:nvSpPr>
          <p:cNvPr id="37" name="Text 30"/>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+$82</a:t>
            </a:r>
            <a:endParaRPr lang="en-US" sz="1300" dirty="0"/>
          </a:p>
        </p:txBody>
      </p:sp>
      <p:sp>
        <p:nvSpPr>
          <p:cNvPr id="38" name="Shape 31"/>
          <p:cNvSpPr/>
          <p:nvPr/>
        </p:nvSpPr>
        <p:spPr>
          <a:xfrm>
            <a:off x="4349496" y="1371600"/>
            <a:ext cx="3489960" cy="45720"/>
          </a:xfrm>
          <a:prstGeom prst="rect">
            <a:avLst/>
          </a:prstGeom>
          <a:solidFill>
            <a:srgbClr val="C2352F"/>
          </a:solidFill>
          <a:ln/>
        </p:spPr>
        <p:txBody>
          <a:bodyPr/>
          <a:p/>
        </p:txBody>
      </p:sp>
      <p:sp>
        <p:nvSpPr>
          <p:cNvPr id="39" name="Text 3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40" name="Shape 33"/>
          <p:cNvSpPr/>
          <p:nvPr/>
        </p:nvSpPr>
        <p:spPr>
          <a:xfrm>
            <a:off x="4349496" y="1810512"/>
            <a:ext cx="3489960" cy="886968"/>
          </a:xfrm>
          <a:prstGeom prst="rect">
            <a:avLst/>
          </a:prstGeom>
          <a:solidFill>
            <a:srgbClr val="F7F7F7"/>
          </a:solidFill>
          <a:ln/>
        </p:spPr>
        <p:txBody>
          <a:bodyPr/>
          <a:p/>
        </p:txBody>
      </p:sp>
      <p:sp>
        <p:nvSpPr>
          <p:cNvPr id="41" name="Text 34"/>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2" name="Text 35"/>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$268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$231</a:t>
            </a:r>
            <a:endParaRPr lang="en-US" sz="1400" dirty="0"/>
          </a:p>
        </p:txBody>
      </p:sp>
      <p:graphicFrame>
        <p:nvGraphicFramePr>
          <p:cNvPr id="43"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4" name="Text 36"/>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−13.8%</a:t>
            </a:r>
            <a:endParaRPr lang="en-US" sz="1600" dirty="0"/>
          </a:p>
        </p:txBody>
      </p:sp>
      <p:sp>
        <p:nvSpPr>
          <p:cNvPr id="45" name="Text 37"/>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−$37</a:t>
            </a:r>
            <a:endParaRPr lang="en-US" sz="1300" dirty="0"/>
          </a:p>
        </p:txBody>
      </p:sp>
      <p:sp>
        <p:nvSpPr>
          <p:cNvPr id="46" name="Text 38"/>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7" name="Text 39"/>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$876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$817</a:t>
            </a:r>
            <a:endParaRPr lang="en-US" sz="1400" dirty="0"/>
          </a:p>
        </p:txBody>
      </p:sp>
      <p:graphicFrame>
        <p:nvGraphicFramePr>
          <p:cNvPr id="48"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9" name="Text 40"/>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−6.8%</a:t>
            </a:r>
            <a:endParaRPr lang="en-US" sz="1600" dirty="0"/>
          </a:p>
        </p:txBody>
      </p:sp>
      <p:sp>
        <p:nvSpPr>
          <p:cNvPr id="50" name="Text 41"/>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−$59</a:t>
            </a:r>
            <a:endParaRPr lang="en-US" sz="1300" dirty="0"/>
          </a:p>
        </p:txBody>
      </p:sp>
      <p:sp>
        <p:nvSpPr>
          <p:cNvPr id="51" name="Shape 42"/>
          <p:cNvSpPr/>
          <p:nvPr/>
        </p:nvSpPr>
        <p:spPr>
          <a:xfrm>
            <a:off x="4349496" y="3584448"/>
            <a:ext cx="3489960" cy="886968"/>
          </a:xfrm>
          <a:prstGeom prst="rect">
            <a:avLst/>
          </a:prstGeom>
          <a:solidFill>
            <a:srgbClr val="F7F7F7"/>
          </a:solidFill>
          <a:ln/>
        </p:spPr>
        <p:txBody>
          <a:bodyPr/>
          <a:p/>
        </p:txBody>
      </p:sp>
      <p:sp>
        <p:nvSpPr>
          <p:cNvPr id="52" name="Text 43"/>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53" name="Text 44"/>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$234</a:t>
            </a:r>
            <a:endParaRPr lang="en-US" sz="1400" dirty="0"/>
          </a:p>
        </p:txBody>
      </p:sp>
      <p:graphicFrame>
        <p:nvGraphicFramePr>
          <p:cNvPr id="54"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55" name="Text 45"/>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−3.9%</a:t>
            </a:r>
            <a:endParaRPr lang="en-US" sz="1600" dirty="0"/>
          </a:p>
        </p:txBody>
      </p:sp>
      <p:sp>
        <p:nvSpPr>
          <p:cNvPr id="56" name="Text 46"/>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a:t>
            </a:r>
            <a:endParaRPr lang="en-US" sz="1300" dirty="0"/>
          </a:p>
        </p:txBody>
      </p:sp>
      <p:sp>
        <p:nvSpPr>
          <p:cNvPr id="57" name="Text 47"/>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8" name="Text 48"/>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$280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$271</a:t>
            </a:r>
            <a:endParaRPr lang="en-US" sz="1400" dirty="0"/>
          </a:p>
        </p:txBody>
      </p:sp>
      <p:graphicFrame>
        <p:nvGraphicFramePr>
          <p:cNvPr id="59"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60" name="Text 49"/>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−3.1%</a:t>
            </a:r>
            <a:endParaRPr lang="en-US" sz="1600" dirty="0"/>
          </a:p>
        </p:txBody>
      </p:sp>
      <p:sp>
        <p:nvSpPr>
          <p:cNvPr id="61" name="Text 50"/>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a:t>
            </a:r>
            <a:endParaRPr lang="en-US" sz="1300" dirty="0"/>
          </a:p>
        </p:txBody>
      </p:sp>
      <p:sp>
        <p:nvSpPr>
          <p:cNvPr id="62" name="Shape 51"/>
          <p:cNvSpPr/>
          <p:nvPr/>
        </p:nvSpPr>
        <p:spPr>
          <a:xfrm>
            <a:off x="4349496" y="5358384"/>
            <a:ext cx="3489960" cy="886968"/>
          </a:xfrm>
          <a:prstGeom prst="rect">
            <a:avLst/>
          </a:prstGeom>
          <a:solidFill>
            <a:srgbClr val="F7F7F7"/>
          </a:solidFill>
          <a:ln/>
        </p:spPr>
        <p:txBody>
          <a:bodyPr/>
          <a:p/>
        </p:txBody>
      </p:sp>
      <p:sp>
        <p:nvSpPr>
          <p:cNvPr id="63" name="Text 52"/>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64" name="Text 53"/>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$227</a:t>
            </a:r>
            <a:endParaRPr lang="en-US" sz="1400" dirty="0"/>
          </a:p>
        </p:txBody>
      </p:sp>
      <p:graphicFrame>
        <p:nvGraphicFramePr>
          <p:cNvPr id="65"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66" name="Text 54"/>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−2.8%</a:t>
            </a:r>
            <a:endParaRPr lang="en-US" sz="1600" dirty="0"/>
          </a:p>
        </p:txBody>
      </p:sp>
      <p:sp>
        <p:nvSpPr>
          <p:cNvPr id="67" name="Text 55"/>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a:t>
            </a:r>
            <a:endParaRPr lang="en-US" sz="1300" dirty="0"/>
          </a:p>
        </p:txBody>
      </p:sp>
      <p:sp>
        <p:nvSpPr>
          <p:cNvPr id="68" name="Shape 56"/>
          <p:cNvSpPr/>
          <p:nvPr/>
        </p:nvSpPr>
        <p:spPr>
          <a:xfrm>
            <a:off x="8040624" y="1371600"/>
            <a:ext cx="3489960" cy="45720"/>
          </a:xfrm>
          <a:prstGeom prst="rect">
            <a:avLst/>
          </a:prstGeom>
          <a:solidFill>
            <a:srgbClr val="2587C5"/>
          </a:solidFill>
          <a:ln/>
        </p:spPr>
        <p:txBody>
          <a:bodyPr/>
          <a:p/>
        </p:txBody>
      </p:sp>
      <p:sp>
        <p:nvSpPr>
          <p:cNvPr id="69" name="Text 5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70" name="Shape 58"/>
          <p:cNvSpPr/>
          <p:nvPr/>
        </p:nvSpPr>
        <p:spPr>
          <a:xfrm>
            <a:off x="8040624" y="1810512"/>
            <a:ext cx="3489960" cy="886968"/>
          </a:xfrm>
          <a:prstGeom prst="rect">
            <a:avLst/>
          </a:prstGeom>
          <a:solidFill>
            <a:srgbClr val="F7F7F7"/>
          </a:solidFill>
          <a:ln/>
        </p:spPr>
        <p:txBody>
          <a:bodyPr/>
          <a:p/>
        </p:txBody>
      </p:sp>
      <p:sp>
        <p:nvSpPr>
          <p:cNvPr id="71" name="Text 59"/>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72" name="Text 60"/>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$273</a:t>
            </a:r>
            <a:endParaRPr lang="en-US" sz="1400" dirty="0"/>
          </a:p>
        </p:txBody>
      </p:sp>
      <p:graphicFrame>
        <p:nvGraphicFramePr>
          <p:cNvPr id="73"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74"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75" name="Text 61"/>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+21.8%</a:t>
            </a:r>
            <a:endParaRPr lang="en-US" sz="1600" dirty="0"/>
          </a:p>
        </p:txBody>
      </p:sp>
      <p:sp>
        <p:nvSpPr>
          <p:cNvPr id="76" name="Text 62"/>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77" name="Shape 63"/>
          <p:cNvSpPr/>
          <p:nvPr/>
        </p:nvSpPr>
        <p:spPr>
          <a:xfrm>
            <a:off x="11466576" y="2734056"/>
            <a:ext cx="64008" cy="813816"/>
          </a:xfrm>
          <a:prstGeom prst="rect">
            <a:avLst/>
          </a:prstGeom>
          <a:solidFill>
            <a:srgbClr val="12A566"/>
          </a:solidFill>
          <a:ln/>
        </p:spPr>
        <p:txBody>
          <a:bodyPr/>
          <a:p/>
        </p:txBody>
      </p:sp>
      <p:sp>
        <p:nvSpPr>
          <p:cNvPr id="78" name="Text 64"/>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9" name="Text 65"/>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$201</a:t>
            </a:r>
            <a:endParaRPr lang="en-US" sz="1400" dirty="0"/>
          </a:p>
        </p:txBody>
      </p:sp>
      <p:graphicFrame>
        <p:nvGraphicFramePr>
          <p:cNvPr id="80"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81"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82" name="Text 66"/>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+17.4%</a:t>
            </a:r>
            <a:endParaRPr lang="en-US" sz="1600" dirty="0"/>
          </a:p>
        </p:txBody>
      </p:sp>
      <p:sp>
        <p:nvSpPr>
          <p:cNvPr id="83" name="Text 67"/>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+$30</a:t>
            </a:r>
            <a:endParaRPr lang="en-US" sz="1300" dirty="0"/>
          </a:p>
        </p:txBody>
      </p:sp>
      <p:sp>
        <p:nvSpPr>
          <p:cNvPr id="84" name="Shape 68"/>
          <p:cNvSpPr/>
          <p:nvPr/>
        </p:nvSpPr>
        <p:spPr>
          <a:xfrm>
            <a:off x="8040624" y="3584448"/>
            <a:ext cx="3489960" cy="886968"/>
          </a:xfrm>
          <a:prstGeom prst="rect">
            <a:avLst/>
          </a:prstGeom>
          <a:solidFill>
            <a:srgbClr val="F7F7F7"/>
          </a:solidFill>
          <a:ln/>
        </p:spPr>
        <p:txBody>
          <a:bodyPr/>
          <a:p/>
        </p:txBody>
      </p:sp>
      <p:sp>
        <p:nvSpPr>
          <p:cNvPr id="85" name="Text 69"/>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86" name="Text 70"/>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$207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$240</a:t>
            </a:r>
            <a:endParaRPr lang="en-US" sz="1400" dirty="0"/>
          </a:p>
        </p:txBody>
      </p:sp>
      <p:graphicFrame>
        <p:nvGraphicFramePr>
          <p:cNvPr id="87"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88"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89" name="Text 71"/>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+16.3%</a:t>
            </a:r>
            <a:endParaRPr lang="en-US" sz="1600" dirty="0"/>
          </a:p>
        </p:txBody>
      </p:sp>
      <p:sp>
        <p:nvSpPr>
          <p:cNvPr id="90" name="Text 72"/>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+$34</a:t>
            </a:r>
            <a:endParaRPr lang="en-US" sz="1300" dirty="0"/>
          </a:p>
        </p:txBody>
      </p:sp>
      <p:sp>
        <p:nvSpPr>
          <p:cNvPr id="91" name="Text 73"/>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92" name="Text 74"/>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GMC BULLHEAD</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$290</a:t>
            </a:r>
            <a:endParaRPr lang="en-US" sz="1400" dirty="0"/>
          </a:p>
        </p:txBody>
      </p:sp>
      <p:graphicFrame>
        <p:nvGraphicFramePr>
          <p:cNvPr id="93"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94"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95" name="Text 75"/>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+12.9%</a:t>
            </a:r>
            <a:endParaRPr lang="en-US" sz="1600" dirty="0"/>
          </a:p>
        </p:txBody>
      </p:sp>
      <p:sp>
        <p:nvSpPr>
          <p:cNvPr id="96" name="Text 76"/>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+$33</a:t>
            </a:r>
            <a:endParaRPr lang="en-US" sz="1300" dirty="0"/>
          </a:p>
        </p:txBody>
      </p:sp>
      <p:sp>
        <p:nvSpPr>
          <p:cNvPr id="97" name="Shape 77"/>
          <p:cNvSpPr/>
          <p:nvPr/>
        </p:nvSpPr>
        <p:spPr>
          <a:xfrm>
            <a:off x="8040624" y="5358384"/>
            <a:ext cx="3489960" cy="886968"/>
          </a:xfrm>
          <a:prstGeom prst="rect">
            <a:avLst/>
          </a:prstGeom>
          <a:solidFill>
            <a:srgbClr val="F7F7F7"/>
          </a:solidFill>
          <a:ln/>
        </p:spPr>
        <p:txBody>
          <a:bodyPr/>
          <a:p/>
        </p:txBody>
      </p:sp>
      <p:sp>
        <p:nvSpPr>
          <p:cNvPr id="98" name="Text 78"/>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99" name="Text 79"/>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$591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$666</a:t>
            </a:r>
            <a:endParaRPr lang="en-US" sz="1400" dirty="0"/>
          </a:p>
        </p:txBody>
      </p:sp>
      <p:graphicFrame>
        <p:nvGraphicFramePr>
          <p:cNvPr id="100"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101"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102" name="Text 80"/>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+12.6%</a:t>
            </a:r>
            <a:endParaRPr lang="en-US" sz="1600" dirty="0"/>
          </a:p>
        </p:txBody>
      </p:sp>
      <p:sp>
        <p:nvSpPr>
          <p:cNvPr id="103" name="Text 81"/>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+$75</a:t>
            </a:r>
            <a:endParaRPr lang="en-US" sz="1300" dirty="0"/>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Gross Profit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Text 8"/>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73.9%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78.5%</a:t>
            </a:r>
            <a:endParaRPr lang="en-US" sz="1400" dirty="0"/>
          </a:p>
        </p:txBody>
      </p:sp>
      <p:graphicFrame>
        <p:nvGraphicFramePr>
          <p:cNvPr id="12"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3" name="Text 10"/>
          <p:cNvSpPr txBox="1"/>
          <p:nvPr/>
        </p:nvSpPr>
        <p:spPr>
          <a:xfrm>
            <a:off x="2941320"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+4.6 pts</a:t>
            </a:r>
            <a:endParaRPr lang="en-US" sz="1600" dirty="0"/>
          </a:p>
        </p:txBody>
      </p:sp>
      <p:sp>
        <p:nvSpPr>
          <p:cNvPr id="14" name="Text 11"/>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2"/>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79.8%</a:t>
            </a:r>
            <a:endParaRPr lang="en-US" sz="1400" dirty="0"/>
          </a:p>
        </p:txBody>
      </p:sp>
      <p:graphicFrame>
        <p:nvGraphicFramePr>
          <p:cNvPr id="16"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7" name="Text 13"/>
          <p:cNvSpPr txBox="1"/>
          <p:nvPr/>
        </p:nvSpPr>
        <p:spPr>
          <a:xfrm>
            <a:off x="2941320"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+4.5 pts</a:t>
            </a:r>
            <a:endParaRPr lang="en-US" sz="1600" dirty="0"/>
          </a:p>
        </p:txBody>
      </p:sp>
      <p:sp>
        <p:nvSpPr>
          <p:cNvPr id="18" name="Shape 14"/>
          <p:cNvSpPr/>
          <p:nvPr/>
        </p:nvSpPr>
        <p:spPr>
          <a:xfrm>
            <a:off x="658368" y="3584448"/>
            <a:ext cx="3489960" cy="886968"/>
          </a:xfrm>
          <a:prstGeom prst="rect">
            <a:avLst/>
          </a:prstGeom>
          <a:solidFill>
            <a:srgbClr val="F7F7F7"/>
          </a:solidFill>
          <a:ln/>
        </p:spPr>
        <p:txBody>
          <a:bodyPr/>
          <a:p/>
        </p:txBody>
      </p:sp>
      <p:sp>
        <p:nvSpPr>
          <p:cNvPr id="19" name="Shape 15"/>
          <p:cNvSpPr/>
          <p:nvPr/>
        </p:nvSpPr>
        <p:spPr>
          <a:xfrm>
            <a:off x="4084320" y="3621024"/>
            <a:ext cx="64008" cy="813816"/>
          </a:xfrm>
          <a:prstGeom prst="rect">
            <a:avLst/>
          </a:prstGeom>
          <a:solidFill>
            <a:srgbClr val="12A566"/>
          </a:solidFill>
          <a:ln/>
        </p:spPr>
        <p:txBody>
          <a:bodyPr/>
          <a:p/>
        </p:txBody>
      </p:sp>
      <p:sp>
        <p:nvSpPr>
          <p:cNvPr id="20" name="Text 16"/>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7"/>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79.4%</a:t>
            </a:r>
            <a:endParaRPr lang="en-US" sz="1400" dirty="0"/>
          </a:p>
        </p:txBody>
      </p:sp>
      <p:graphicFrame>
        <p:nvGraphicFramePr>
          <p:cNvPr id="22"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3" name="Text 18"/>
          <p:cNvSpPr txBox="1"/>
          <p:nvPr/>
        </p:nvSpPr>
        <p:spPr>
          <a:xfrm>
            <a:off x="2941320"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 pts</a:t>
            </a:r>
            <a:endParaRPr lang="en-US" sz="1600" dirty="0"/>
          </a:p>
        </p:txBody>
      </p:sp>
      <p:sp>
        <p:nvSpPr>
          <p:cNvPr id="24" name="Text 19"/>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5" name="Text 20"/>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80.5%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83.2%</a:t>
            </a:r>
            <a:endParaRPr lang="en-US" sz="1400" dirty="0"/>
          </a:p>
        </p:txBody>
      </p:sp>
      <p:graphicFrame>
        <p:nvGraphicFramePr>
          <p:cNvPr id="26"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7" name="Text 21"/>
          <p:cNvSpPr txBox="1"/>
          <p:nvPr/>
        </p:nvSpPr>
        <p:spPr>
          <a:xfrm>
            <a:off x="2941320"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+2.7 pts</a:t>
            </a:r>
            <a:endParaRPr lang="en-US" sz="1600" dirty="0"/>
          </a:p>
        </p:txBody>
      </p:sp>
      <p:sp>
        <p:nvSpPr>
          <p:cNvPr id="28" name="Shape 22"/>
          <p:cNvSpPr/>
          <p:nvPr/>
        </p:nvSpPr>
        <p:spPr>
          <a:xfrm>
            <a:off x="658368" y="5358384"/>
            <a:ext cx="3489960" cy="886968"/>
          </a:xfrm>
          <a:prstGeom prst="rect">
            <a:avLst/>
          </a:prstGeom>
          <a:solidFill>
            <a:srgbClr val="F7F7F7"/>
          </a:solidFill>
          <a:ln/>
        </p:spPr>
        <p:txBody>
          <a:bodyPr/>
          <a:p/>
        </p:txBody>
      </p:sp>
      <p:sp>
        <p:nvSpPr>
          <p:cNvPr id="29" name="Shape 23"/>
          <p:cNvSpPr/>
          <p:nvPr/>
        </p:nvSpPr>
        <p:spPr>
          <a:xfrm>
            <a:off x="4084320" y="5394960"/>
            <a:ext cx="64008" cy="813816"/>
          </a:xfrm>
          <a:prstGeom prst="rect">
            <a:avLst/>
          </a:prstGeom>
          <a:solidFill>
            <a:srgbClr val="12A566"/>
          </a:solidFill>
          <a:ln/>
        </p:spPr>
        <p:txBody>
          <a:bodyPr/>
          <a:p/>
        </p:txBody>
      </p:sp>
      <p:sp>
        <p:nvSpPr>
          <p:cNvPr id="30" name="Text 24"/>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1" name="Text 25"/>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77.8%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79.3%</a:t>
            </a:r>
            <a:endParaRPr lang="en-US" sz="1400" dirty="0"/>
          </a:p>
        </p:txBody>
      </p:sp>
      <p:graphicFrame>
        <p:nvGraphicFramePr>
          <p:cNvPr id="32"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3" name="Text 26"/>
          <p:cNvSpPr txBox="1"/>
          <p:nvPr/>
        </p:nvSpPr>
        <p:spPr>
          <a:xfrm>
            <a:off x="2941320"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 pts</a:t>
            </a:r>
            <a:endParaRPr lang="en-US" sz="1600" dirty="0"/>
          </a:p>
        </p:txBody>
      </p:sp>
      <p:sp>
        <p:nvSpPr>
          <p:cNvPr id="34" name="Shape 27"/>
          <p:cNvSpPr/>
          <p:nvPr/>
        </p:nvSpPr>
        <p:spPr>
          <a:xfrm>
            <a:off x="4349496" y="1371600"/>
            <a:ext cx="3489960" cy="45720"/>
          </a:xfrm>
          <a:prstGeom prst="rect">
            <a:avLst/>
          </a:prstGeom>
          <a:solidFill>
            <a:srgbClr val="C2352F"/>
          </a:solidFill>
          <a:ln/>
        </p:spPr>
        <p:txBody>
          <a:bodyPr/>
          <a:p/>
        </p:txBody>
      </p:sp>
      <p:sp>
        <p:nvSpPr>
          <p:cNvPr id="35" name="Text 28"/>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6" name="Shape 29"/>
          <p:cNvSpPr/>
          <p:nvPr/>
        </p:nvSpPr>
        <p:spPr>
          <a:xfrm>
            <a:off x="4349496" y="1810512"/>
            <a:ext cx="3489960" cy="886968"/>
          </a:xfrm>
          <a:prstGeom prst="rect">
            <a:avLst/>
          </a:prstGeom>
          <a:solidFill>
            <a:srgbClr val="F7F7F7"/>
          </a:solidFill>
          <a:ln/>
        </p:spPr>
        <p:txBody>
          <a:bodyPr/>
          <a:p/>
        </p:txBody>
      </p:sp>
      <p:sp>
        <p:nvSpPr>
          <p:cNvPr id="37" name="Text 30"/>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8" name="Text 31"/>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72.9%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67.7%</a:t>
            </a:r>
            <a:endParaRPr lang="en-US" sz="1400" dirty="0"/>
          </a:p>
        </p:txBody>
      </p:sp>
      <p:graphicFrame>
        <p:nvGraphicFramePr>
          <p:cNvPr id="39"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0" name="Text 32"/>
          <p:cNvSpPr txBox="1"/>
          <p:nvPr/>
        </p:nvSpPr>
        <p:spPr>
          <a:xfrm>
            <a:off x="6632448" y="1810512"/>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−5.2 pts</a:t>
            </a:r>
            <a:endParaRPr lang="en-US" sz="1600" dirty="0"/>
          </a:p>
        </p:txBody>
      </p:sp>
      <p:sp>
        <p:nvSpPr>
          <p:cNvPr id="41" name="Text 33"/>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2" name="Text 34"/>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72.2%</a:t>
            </a:r>
            <a:endParaRPr lang="en-US" sz="1400" dirty="0"/>
          </a:p>
        </p:txBody>
      </p:sp>
      <p:graphicFrame>
        <p:nvGraphicFramePr>
          <p:cNvPr id="43"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4" name="Text 35"/>
          <p:cNvSpPr txBox="1"/>
          <p:nvPr/>
        </p:nvSpPr>
        <p:spPr>
          <a:xfrm>
            <a:off x="6632448" y="2697480"/>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−4.7 pts</a:t>
            </a:r>
            <a:endParaRPr lang="en-US" sz="1600" dirty="0"/>
          </a:p>
        </p:txBody>
      </p:sp>
      <p:sp>
        <p:nvSpPr>
          <p:cNvPr id="45" name="Shape 36"/>
          <p:cNvSpPr/>
          <p:nvPr/>
        </p:nvSpPr>
        <p:spPr>
          <a:xfrm>
            <a:off x="4349496" y="3584448"/>
            <a:ext cx="3489960" cy="886968"/>
          </a:xfrm>
          <a:prstGeom prst="rect">
            <a:avLst/>
          </a:prstGeom>
          <a:solidFill>
            <a:srgbClr val="F7F7F7"/>
          </a:solidFill>
          <a:ln/>
        </p:spPr>
        <p:txBody>
          <a:bodyPr/>
          <a:p/>
        </p:txBody>
      </p:sp>
      <p:sp>
        <p:nvSpPr>
          <p:cNvPr id="46" name="Text 37"/>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7" name="Text 38"/>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81.7%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78.8%</a:t>
            </a:r>
            <a:endParaRPr lang="en-US" sz="1400" dirty="0"/>
          </a:p>
        </p:txBody>
      </p:sp>
      <p:graphicFrame>
        <p:nvGraphicFramePr>
          <p:cNvPr id="48"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49" name="Text 39"/>
          <p:cNvSpPr txBox="1"/>
          <p:nvPr/>
        </p:nvSpPr>
        <p:spPr>
          <a:xfrm>
            <a:off x="6632448" y="3584448"/>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−2.9 pts</a:t>
            </a:r>
            <a:endParaRPr lang="en-US" sz="1600" dirty="0"/>
          </a:p>
        </p:txBody>
      </p:sp>
      <p:sp>
        <p:nvSpPr>
          <p:cNvPr id="50" name="Text 40"/>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1" name="Text 41"/>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84.9%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82.9%</a:t>
            </a:r>
            <a:endParaRPr lang="en-US" sz="1400" dirty="0"/>
          </a:p>
        </p:txBody>
      </p:sp>
      <p:graphicFrame>
        <p:nvGraphicFramePr>
          <p:cNvPr id="52"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3" name="Text 42"/>
          <p:cNvSpPr txBox="1"/>
          <p:nvPr/>
        </p:nvSpPr>
        <p:spPr>
          <a:xfrm>
            <a:off x="6632448" y="4471416"/>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−2.0 pts</a:t>
            </a:r>
            <a:endParaRPr lang="en-US" sz="1600" dirty="0"/>
          </a:p>
        </p:txBody>
      </p:sp>
      <p:sp>
        <p:nvSpPr>
          <p:cNvPr id="54" name="Shape 43"/>
          <p:cNvSpPr/>
          <p:nvPr/>
        </p:nvSpPr>
        <p:spPr>
          <a:xfrm>
            <a:off x="4349496" y="5358384"/>
            <a:ext cx="3489960" cy="886968"/>
          </a:xfrm>
          <a:prstGeom prst="rect">
            <a:avLst/>
          </a:prstGeom>
          <a:solidFill>
            <a:srgbClr val="F7F7F7"/>
          </a:solidFill>
          <a:ln/>
        </p:spPr>
        <p:txBody>
          <a:bodyPr/>
          <a:p/>
        </p:txBody>
      </p:sp>
      <p:sp>
        <p:nvSpPr>
          <p:cNvPr id="55" name="Text 44"/>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6" name="Text 45"/>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75.9%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73.9%</a:t>
            </a:r>
            <a:endParaRPr lang="en-US" sz="1400" dirty="0"/>
          </a:p>
        </p:txBody>
      </p:sp>
      <p:graphicFrame>
        <p:nvGraphicFramePr>
          <p:cNvPr id="57"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58" name="Text 46"/>
          <p:cNvSpPr txBox="1"/>
          <p:nvPr/>
        </p:nvSpPr>
        <p:spPr>
          <a:xfrm>
            <a:off x="6632448" y="5358384"/>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−2.0 pts</a:t>
            </a:r>
            <a:endParaRPr lang="en-US" sz="1600" dirty="0"/>
          </a:p>
        </p:txBody>
      </p:sp>
      <p:sp>
        <p:nvSpPr>
          <p:cNvPr id="59" name="Shape 47"/>
          <p:cNvSpPr/>
          <p:nvPr/>
        </p:nvSpPr>
        <p:spPr>
          <a:xfrm>
            <a:off x="8040624" y="1371600"/>
            <a:ext cx="3489960" cy="45720"/>
          </a:xfrm>
          <a:prstGeom prst="rect">
            <a:avLst/>
          </a:prstGeom>
          <a:solidFill>
            <a:srgbClr val="2587C5"/>
          </a:solidFill>
          <a:ln/>
        </p:spPr>
        <p:txBody>
          <a:bodyPr/>
          <a:p/>
        </p:txBody>
      </p:sp>
      <p:sp>
        <p:nvSpPr>
          <p:cNvPr id="60" name="Text 4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1" name="Shape 49"/>
          <p:cNvSpPr/>
          <p:nvPr/>
        </p:nvSpPr>
        <p:spPr>
          <a:xfrm>
            <a:off x="8040624" y="1810512"/>
            <a:ext cx="3489960" cy="886968"/>
          </a:xfrm>
          <a:prstGeom prst="rect">
            <a:avLst/>
          </a:prstGeom>
          <a:solidFill>
            <a:srgbClr val="F7F7F7"/>
          </a:solidFill>
          <a:ln/>
        </p:spPr>
        <p:txBody>
          <a:bodyPr/>
          <a:p/>
        </p:txBody>
      </p:sp>
      <p:sp>
        <p:nvSpPr>
          <p:cNvPr id="62" name="Text 50"/>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3" name="Text 51"/>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81.0%</a:t>
            </a:r>
            <a:endParaRPr lang="en-US" sz="1400" dirty="0"/>
          </a:p>
        </p:txBody>
      </p:sp>
      <p:graphicFrame>
        <p:nvGraphicFramePr>
          <p:cNvPr id="64"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65"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66" name="Text 52"/>
          <p:cNvSpPr txBox="1"/>
          <p:nvPr/>
        </p:nvSpPr>
        <p:spPr>
          <a:xfrm>
            <a:off x="10323576"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+4.1 pts</a:t>
            </a:r>
            <a:endParaRPr lang="en-US" sz="1600" dirty="0"/>
          </a:p>
        </p:txBody>
      </p:sp>
      <p:sp>
        <p:nvSpPr>
          <p:cNvPr id="67" name="Shape 53"/>
          <p:cNvSpPr/>
          <p:nvPr/>
        </p:nvSpPr>
        <p:spPr>
          <a:xfrm>
            <a:off x="11466576" y="2734056"/>
            <a:ext cx="64008" cy="813816"/>
          </a:xfrm>
          <a:prstGeom prst="rect">
            <a:avLst/>
          </a:prstGeom>
          <a:solidFill>
            <a:srgbClr val="12A566"/>
          </a:solidFill>
          <a:ln/>
        </p:spPr>
        <p:txBody>
          <a:bodyPr/>
          <a:p/>
        </p:txBody>
      </p:sp>
      <p:sp>
        <p:nvSpPr>
          <p:cNvPr id="68" name="Text 54"/>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9" name="Text 55"/>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77.2%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80.9%</a:t>
            </a:r>
            <a:endParaRPr lang="en-US" sz="1400" dirty="0"/>
          </a:p>
        </p:txBody>
      </p:sp>
      <p:graphicFrame>
        <p:nvGraphicFramePr>
          <p:cNvPr id="70"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71"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72" name="Text 56"/>
          <p:cNvSpPr txBox="1"/>
          <p:nvPr/>
        </p:nvSpPr>
        <p:spPr>
          <a:xfrm>
            <a:off x="10323576"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+3.7 pts</a:t>
            </a:r>
            <a:endParaRPr lang="en-US" sz="1600" dirty="0"/>
          </a:p>
        </p:txBody>
      </p:sp>
      <p:sp>
        <p:nvSpPr>
          <p:cNvPr id="73" name="Shape 57"/>
          <p:cNvSpPr/>
          <p:nvPr/>
        </p:nvSpPr>
        <p:spPr>
          <a:xfrm>
            <a:off x="8040624" y="3584448"/>
            <a:ext cx="3489960" cy="886968"/>
          </a:xfrm>
          <a:prstGeom prst="rect">
            <a:avLst/>
          </a:prstGeom>
          <a:solidFill>
            <a:srgbClr val="F7F7F7"/>
          </a:solidFill>
          <a:ln/>
        </p:spPr>
        <p:txBody>
          <a:bodyPr/>
          <a:p/>
        </p:txBody>
      </p:sp>
      <p:sp>
        <p:nvSpPr>
          <p:cNvPr id="74" name="Text 58"/>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5" name="Text 59"/>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77.8%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80.5%</a:t>
            </a:r>
            <a:endParaRPr lang="en-US" sz="1400" dirty="0"/>
          </a:p>
        </p:txBody>
      </p:sp>
      <p:graphicFrame>
        <p:nvGraphicFramePr>
          <p:cNvPr id="76"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77"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78" name="Text 60"/>
          <p:cNvSpPr txBox="1"/>
          <p:nvPr/>
        </p:nvSpPr>
        <p:spPr>
          <a:xfrm>
            <a:off x="10323576"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+2.7 pts</a:t>
            </a:r>
            <a:endParaRPr lang="en-US" sz="1600" dirty="0"/>
          </a:p>
        </p:txBody>
      </p:sp>
      <p:sp>
        <p:nvSpPr>
          <p:cNvPr id="79" name="Shape 61"/>
          <p:cNvSpPr/>
          <p:nvPr/>
        </p:nvSpPr>
        <p:spPr>
          <a:xfrm>
            <a:off x="11466576" y="4507992"/>
            <a:ext cx="64008" cy="813816"/>
          </a:xfrm>
          <a:prstGeom prst="rect">
            <a:avLst/>
          </a:prstGeom>
          <a:solidFill>
            <a:srgbClr val="12A566"/>
          </a:solidFill>
          <a:ln/>
        </p:spPr>
        <p:txBody>
          <a:bodyPr/>
          <a:p/>
        </p:txBody>
      </p:sp>
      <p:sp>
        <p:nvSpPr>
          <p:cNvPr id="80" name="Text 62"/>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1" name="Text 63"/>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77.9%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79.7%</a:t>
            </a:r>
            <a:endParaRPr lang="en-US" sz="1400" dirty="0"/>
          </a:p>
        </p:txBody>
      </p:sp>
      <p:graphicFrame>
        <p:nvGraphicFramePr>
          <p:cNvPr id="82"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83"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84" name="Text 64"/>
          <p:cNvSpPr txBox="1"/>
          <p:nvPr/>
        </p:nvSpPr>
        <p:spPr>
          <a:xfrm>
            <a:off x="10323576"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+1.8 pts</a:t>
            </a:r>
            <a:endParaRPr lang="en-US" sz="1600" dirty="0"/>
          </a:p>
        </p:txBody>
      </p:sp>
      <p:sp>
        <p:nvSpPr>
          <p:cNvPr id="85" name="Shape 65"/>
          <p:cNvSpPr/>
          <p:nvPr/>
        </p:nvSpPr>
        <p:spPr>
          <a:xfrm>
            <a:off x="8040624" y="5358384"/>
            <a:ext cx="3489960" cy="886968"/>
          </a:xfrm>
          <a:prstGeom prst="rect">
            <a:avLst/>
          </a:prstGeom>
          <a:solidFill>
            <a:srgbClr val="F7F7F7"/>
          </a:solidFill>
          <a:ln/>
        </p:spPr>
        <p:txBody>
          <a:bodyPr/>
          <a:p/>
        </p:txBody>
      </p:sp>
      <p:sp>
        <p:nvSpPr>
          <p:cNvPr id="86" name="Text 66"/>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7" name="Text 67"/>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85.4%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86.8%</a:t>
            </a:r>
            <a:endParaRPr lang="en-US" sz="1400" dirty="0"/>
          </a:p>
        </p:txBody>
      </p:sp>
      <p:graphicFrame>
        <p:nvGraphicFramePr>
          <p:cNvPr id="88"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89"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90" name="Text 68"/>
          <p:cNvSpPr txBox="1"/>
          <p:nvPr/>
        </p:nvSpPr>
        <p:spPr>
          <a:xfrm>
            <a:off x="10323576"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 pts</a:t>
            </a:r>
            <a:endParaRPr lang="en-US" sz="1600" dirty="0"/>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Gross Profit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Shape 8"/>
          <p:cNvSpPr/>
          <p:nvPr/>
        </p:nvSpPr>
        <p:spPr>
          <a:xfrm>
            <a:off x="4084320" y="1847088"/>
            <a:ext cx="64008" cy="813816"/>
          </a:xfrm>
          <a:prstGeom prst="rect">
            <a:avLst/>
          </a:prstGeom>
          <a:solidFill>
            <a:srgbClr val="12A566"/>
          </a:solidFill>
          <a:ln/>
        </p:spPr>
        <p:txBody>
          <a:bodyPr/>
          <a:p/>
        </p:txBody>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38.7%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44.9%</a:t>
            </a:r>
            <a:endParaRPr lang="en-US" sz="1400" dirty="0"/>
          </a:p>
        </p:txBody>
      </p:sp>
      <p:graphicFrame>
        <p:nvGraphicFramePr>
          <p:cNvPr id="13"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4" name="Text 11"/>
          <p:cNvSpPr txBox="1"/>
          <p:nvPr/>
        </p:nvSpPr>
        <p:spPr>
          <a:xfrm>
            <a:off x="2941320"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+6.2 pts</a:t>
            </a:r>
            <a:endParaRPr lang="en-US" sz="1600" dirty="0"/>
          </a:p>
        </p:txBody>
      </p:sp>
      <p:sp>
        <p:nvSpPr>
          <p:cNvPr id="15" name="Text 12"/>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3"/>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38.2%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42.7%</a:t>
            </a:r>
            <a:endParaRPr lang="en-US" sz="1400" dirty="0"/>
          </a:p>
        </p:txBody>
      </p:sp>
      <p:graphicFrame>
        <p:nvGraphicFramePr>
          <p:cNvPr id="17"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8" name="Text 14"/>
          <p:cNvSpPr txBox="1"/>
          <p:nvPr/>
        </p:nvSpPr>
        <p:spPr>
          <a:xfrm>
            <a:off x="2941320"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+4.5 pts</a:t>
            </a:r>
            <a:endParaRPr lang="en-US" sz="1600" dirty="0"/>
          </a:p>
        </p:txBody>
      </p:sp>
      <p:sp>
        <p:nvSpPr>
          <p:cNvPr id="19" name="Shape 15"/>
          <p:cNvSpPr/>
          <p:nvPr/>
        </p:nvSpPr>
        <p:spPr>
          <a:xfrm>
            <a:off x="658368" y="3584448"/>
            <a:ext cx="3489960" cy="886968"/>
          </a:xfrm>
          <a:prstGeom prst="rect">
            <a:avLst/>
          </a:prstGeom>
          <a:solidFill>
            <a:srgbClr val="F7F7F7"/>
          </a:solidFill>
          <a:ln/>
        </p:spPr>
        <p:txBody>
          <a:bodyPr/>
          <a:p/>
        </p:txBody>
      </p:sp>
      <p:sp>
        <p:nvSpPr>
          <p:cNvPr id="20" name="Text 16"/>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7"/>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34.8%</a:t>
            </a:r>
            <a:endParaRPr lang="en-US" sz="1400" dirty="0"/>
          </a:p>
        </p:txBody>
      </p:sp>
      <p:graphicFrame>
        <p:nvGraphicFramePr>
          <p:cNvPr id="22"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3" name="Text 18"/>
          <p:cNvSpPr txBox="1"/>
          <p:nvPr/>
        </p:nvSpPr>
        <p:spPr>
          <a:xfrm>
            <a:off x="2941320"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+3.8 pts</a:t>
            </a:r>
            <a:endParaRPr lang="en-US" sz="1600" dirty="0"/>
          </a:p>
        </p:txBody>
      </p:sp>
      <p:sp>
        <p:nvSpPr>
          <p:cNvPr id="24" name="Text 19"/>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5" name="Text 20"/>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37.0%</a:t>
            </a:r>
            <a:endParaRPr lang="en-US" sz="1400" dirty="0"/>
          </a:p>
        </p:txBody>
      </p:sp>
      <p:graphicFrame>
        <p:nvGraphicFramePr>
          <p:cNvPr id="26"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7" name="Text 21"/>
          <p:cNvSpPr txBox="1"/>
          <p:nvPr/>
        </p:nvSpPr>
        <p:spPr>
          <a:xfrm>
            <a:off x="2941320"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
        <p:nvSpPr>
          <p:cNvPr id="28" name="Shape 22"/>
          <p:cNvSpPr/>
          <p:nvPr/>
        </p:nvSpPr>
        <p:spPr>
          <a:xfrm>
            <a:off x="658368" y="5358384"/>
            <a:ext cx="3489960" cy="886968"/>
          </a:xfrm>
          <a:prstGeom prst="rect">
            <a:avLst/>
          </a:prstGeom>
          <a:solidFill>
            <a:srgbClr val="F7F7F7"/>
          </a:solidFill>
          <a:ln/>
        </p:spPr>
        <p:txBody>
          <a:bodyPr/>
          <a:p/>
        </p:txBody>
      </p:sp>
      <p:sp>
        <p:nvSpPr>
          <p:cNvPr id="29" name="Text 23"/>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0" name="Text 24"/>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44.6%</a:t>
            </a:r>
            <a:endParaRPr lang="en-US" sz="1400" dirty="0"/>
          </a:p>
        </p:txBody>
      </p:sp>
      <p:graphicFrame>
        <p:nvGraphicFramePr>
          <p:cNvPr id="31"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2" name="Text 25"/>
          <p:cNvSpPr txBox="1"/>
          <p:nvPr/>
        </p:nvSpPr>
        <p:spPr>
          <a:xfrm>
            <a:off x="2941320"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
        <p:nvSpPr>
          <p:cNvPr id="33" name="Shape 26"/>
          <p:cNvSpPr/>
          <p:nvPr/>
        </p:nvSpPr>
        <p:spPr>
          <a:xfrm>
            <a:off x="4349496" y="1371600"/>
            <a:ext cx="3489960" cy="45720"/>
          </a:xfrm>
          <a:prstGeom prst="rect">
            <a:avLst/>
          </a:prstGeom>
          <a:solidFill>
            <a:srgbClr val="C2352F"/>
          </a:solidFill>
          <a:ln/>
        </p:spPr>
        <p:txBody>
          <a:bodyPr/>
          <a:p/>
        </p:txBody>
      </p:sp>
      <p:sp>
        <p:nvSpPr>
          <p:cNvPr id="34"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5" name="Shape 28"/>
          <p:cNvSpPr/>
          <p:nvPr/>
        </p:nvSpPr>
        <p:spPr>
          <a:xfrm>
            <a:off x="4349496" y="1810512"/>
            <a:ext cx="3489960" cy="886968"/>
          </a:xfrm>
          <a:prstGeom prst="rect">
            <a:avLst/>
          </a:prstGeom>
          <a:solidFill>
            <a:srgbClr val="F7F7F7"/>
          </a:solidFill>
          <a:ln/>
        </p:spPr>
        <p:txBody>
          <a:bodyPr/>
          <a:p/>
        </p:txBody>
      </p:sp>
      <p:sp>
        <p:nvSpPr>
          <p:cNvPr id="36" name="Text 29"/>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7" name="Text 30"/>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33.6%</a:t>
            </a:r>
            <a:endParaRPr lang="en-US" sz="1400" dirty="0"/>
          </a:p>
        </p:txBody>
      </p:sp>
      <p:graphicFrame>
        <p:nvGraphicFramePr>
          <p:cNvPr id="38"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39" name="Text 31"/>
          <p:cNvSpPr txBox="1"/>
          <p:nvPr/>
        </p:nvSpPr>
        <p:spPr>
          <a:xfrm>
            <a:off x="6632448" y="1810512"/>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−2.2 pts</a:t>
            </a:r>
            <a:endParaRPr lang="en-US" sz="1600" dirty="0"/>
          </a:p>
        </p:txBody>
      </p:sp>
      <p:sp>
        <p:nvSpPr>
          <p:cNvPr id="40" name="Text 32"/>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1" name="Text 33"/>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45.3%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44.5%</a:t>
            </a:r>
            <a:endParaRPr lang="en-US" sz="1400" dirty="0"/>
          </a:p>
        </p:txBody>
      </p:sp>
      <p:graphicFrame>
        <p:nvGraphicFramePr>
          <p:cNvPr id="42"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3" name="Text 34"/>
          <p:cNvSpPr txBox="1"/>
          <p:nvPr/>
        </p:nvSpPr>
        <p:spPr>
          <a:xfrm>
            <a:off x="6632448" y="2697480"/>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−0.8 pts</a:t>
            </a:r>
            <a:endParaRPr lang="en-US" sz="1600" dirty="0"/>
          </a:p>
        </p:txBody>
      </p:sp>
      <p:sp>
        <p:nvSpPr>
          <p:cNvPr id="44" name="Shape 35"/>
          <p:cNvSpPr/>
          <p:nvPr/>
        </p:nvSpPr>
        <p:spPr>
          <a:xfrm>
            <a:off x="4349496" y="3584448"/>
            <a:ext cx="3489960" cy="886968"/>
          </a:xfrm>
          <a:prstGeom prst="rect">
            <a:avLst/>
          </a:prstGeom>
          <a:solidFill>
            <a:srgbClr val="F7F7F7"/>
          </a:solidFill>
          <a:ln/>
        </p:spPr>
        <p:txBody>
          <a:bodyPr/>
          <a:p/>
        </p:txBody>
      </p:sp>
      <p:sp>
        <p:nvSpPr>
          <p:cNvPr id="45" name="Text 36"/>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6" name="Text 37"/>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39.4%</a:t>
            </a:r>
            <a:endParaRPr lang="en-US" sz="1400" dirty="0"/>
          </a:p>
        </p:txBody>
      </p:sp>
      <p:graphicFrame>
        <p:nvGraphicFramePr>
          <p:cNvPr id="47"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48" name="Text 38"/>
          <p:cNvSpPr txBox="1"/>
          <p:nvPr/>
        </p:nvSpPr>
        <p:spPr>
          <a:xfrm>
            <a:off x="6632448" y="3584448"/>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−0.5 pts</a:t>
            </a:r>
            <a:endParaRPr lang="en-US" sz="1600" dirty="0"/>
          </a:p>
        </p:txBody>
      </p:sp>
      <p:sp>
        <p:nvSpPr>
          <p:cNvPr id="49" name="Text 39"/>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0" name="Text 40"/>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36.9%</a:t>
            </a:r>
            <a:endParaRPr lang="en-US" sz="1400" dirty="0"/>
          </a:p>
        </p:txBody>
      </p:sp>
      <p:graphicFrame>
        <p:nvGraphicFramePr>
          <p:cNvPr id="51"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2" name="Text 41"/>
          <p:cNvSpPr txBox="1"/>
          <p:nvPr/>
        </p:nvSpPr>
        <p:spPr>
          <a:xfrm>
            <a:off x="6632448" y="4471416"/>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−0.5 pts</a:t>
            </a:r>
            <a:endParaRPr lang="en-US" sz="1600" dirty="0"/>
          </a:p>
        </p:txBody>
      </p:sp>
      <p:sp>
        <p:nvSpPr>
          <p:cNvPr id="53" name="Shape 42"/>
          <p:cNvSpPr/>
          <p:nvPr/>
        </p:nvSpPr>
        <p:spPr>
          <a:xfrm>
            <a:off x="4349496" y="5358384"/>
            <a:ext cx="3489960" cy="886968"/>
          </a:xfrm>
          <a:prstGeom prst="rect">
            <a:avLst/>
          </a:prstGeom>
          <a:solidFill>
            <a:srgbClr val="F7F7F7"/>
          </a:solidFill>
          <a:ln/>
        </p:spPr>
        <p:txBody>
          <a:bodyPr/>
          <a:p/>
        </p:txBody>
      </p:sp>
      <p:sp>
        <p:nvSpPr>
          <p:cNvPr id="54" name="Text 43"/>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5" name="Text 44"/>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42.2%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42.1%</a:t>
            </a:r>
            <a:endParaRPr lang="en-US" sz="1400" dirty="0"/>
          </a:p>
        </p:txBody>
      </p:sp>
      <p:graphicFrame>
        <p:nvGraphicFramePr>
          <p:cNvPr id="56"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57" name="Text 45"/>
          <p:cNvSpPr txBox="1"/>
          <p:nvPr/>
        </p:nvSpPr>
        <p:spPr>
          <a:xfrm>
            <a:off x="6632448" y="5358384"/>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−0.1 pts</a:t>
            </a:r>
            <a:endParaRPr lang="en-US" sz="1600" dirty="0"/>
          </a:p>
        </p:txBody>
      </p:sp>
      <p:sp>
        <p:nvSpPr>
          <p:cNvPr id="58" name="Shape 46"/>
          <p:cNvSpPr/>
          <p:nvPr/>
        </p:nvSpPr>
        <p:spPr>
          <a:xfrm>
            <a:off x="8040624" y="1371600"/>
            <a:ext cx="3489960" cy="45720"/>
          </a:xfrm>
          <a:prstGeom prst="rect">
            <a:avLst/>
          </a:prstGeom>
          <a:solidFill>
            <a:srgbClr val="2587C5"/>
          </a:solidFill>
          <a:ln/>
        </p:spPr>
        <p:txBody>
          <a:bodyPr/>
          <a:p/>
        </p:txBody>
      </p:sp>
      <p:sp>
        <p:nvSpPr>
          <p:cNvPr id="59" name="Text 4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0" name="Shape 48"/>
          <p:cNvSpPr/>
          <p:nvPr/>
        </p:nvSpPr>
        <p:spPr>
          <a:xfrm>
            <a:off x="8040624" y="1810512"/>
            <a:ext cx="3489960" cy="886968"/>
          </a:xfrm>
          <a:prstGeom prst="rect">
            <a:avLst/>
          </a:prstGeom>
          <a:solidFill>
            <a:srgbClr val="F7F7F7"/>
          </a:solidFill>
          <a:ln/>
        </p:spPr>
        <p:txBody>
          <a:bodyPr/>
          <a:p/>
        </p:txBody>
      </p:sp>
      <p:sp>
        <p:nvSpPr>
          <p:cNvPr id="61" name="Shape 49"/>
          <p:cNvSpPr/>
          <p:nvPr/>
        </p:nvSpPr>
        <p:spPr>
          <a:xfrm>
            <a:off x="11466576" y="1847088"/>
            <a:ext cx="64008" cy="813816"/>
          </a:xfrm>
          <a:prstGeom prst="rect">
            <a:avLst/>
          </a:prstGeom>
          <a:solidFill>
            <a:srgbClr val="12A566"/>
          </a:solidFill>
          <a:ln/>
        </p:spPr>
        <p:txBody>
          <a:bodyPr/>
          <a:p/>
        </p:txBody>
      </p:sp>
      <p:sp>
        <p:nvSpPr>
          <p:cNvPr id="62" name="Text 50"/>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3" name="Text 51"/>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46.6%</a:t>
            </a:r>
            <a:endParaRPr lang="en-US" sz="1400" dirty="0"/>
          </a:p>
        </p:txBody>
      </p:sp>
      <p:graphicFrame>
        <p:nvGraphicFramePr>
          <p:cNvPr id="64"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65"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66" name="Text 52"/>
          <p:cNvSpPr txBox="1"/>
          <p:nvPr/>
        </p:nvSpPr>
        <p:spPr>
          <a:xfrm>
            <a:off x="10323576"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+7.2 pts</a:t>
            </a:r>
            <a:endParaRPr lang="en-US" sz="1600" dirty="0"/>
          </a:p>
        </p:txBody>
      </p:sp>
      <p:sp>
        <p:nvSpPr>
          <p:cNvPr id="67" name="Text 53"/>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8" name="Text 54"/>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43.8%</a:t>
            </a:r>
            <a:endParaRPr lang="en-US" sz="1400" dirty="0"/>
          </a:p>
        </p:txBody>
      </p:sp>
      <p:graphicFrame>
        <p:nvGraphicFramePr>
          <p:cNvPr id="69"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70"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71" name="Text 55"/>
          <p:cNvSpPr txBox="1"/>
          <p:nvPr/>
        </p:nvSpPr>
        <p:spPr>
          <a:xfrm>
            <a:off x="10323576"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+4.7 pts</a:t>
            </a:r>
            <a:endParaRPr lang="en-US" sz="1600" dirty="0"/>
          </a:p>
        </p:txBody>
      </p:sp>
      <p:sp>
        <p:nvSpPr>
          <p:cNvPr id="72" name="Shape 56"/>
          <p:cNvSpPr/>
          <p:nvPr/>
        </p:nvSpPr>
        <p:spPr>
          <a:xfrm>
            <a:off x="8040624" y="3584448"/>
            <a:ext cx="3489960" cy="886968"/>
          </a:xfrm>
          <a:prstGeom prst="rect">
            <a:avLst/>
          </a:prstGeom>
          <a:solidFill>
            <a:srgbClr val="F7F7F7"/>
          </a:solidFill>
          <a:ln/>
        </p:spPr>
        <p:txBody>
          <a:bodyPr/>
          <a:p/>
        </p:txBody>
      </p:sp>
      <p:sp>
        <p:nvSpPr>
          <p:cNvPr id="73" name="Text 57"/>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4" name="Text 58"/>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39.2%</a:t>
            </a:r>
            <a:endParaRPr lang="en-US" sz="1400" dirty="0"/>
          </a:p>
        </p:txBody>
      </p:sp>
      <p:graphicFrame>
        <p:nvGraphicFramePr>
          <p:cNvPr id="75"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76"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77" name="Text 59"/>
          <p:cNvSpPr txBox="1"/>
          <p:nvPr/>
        </p:nvSpPr>
        <p:spPr>
          <a:xfrm>
            <a:off x="10323576"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+3.9 pts</a:t>
            </a:r>
            <a:endParaRPr lang="en-US" sz="1600" dirty="0"/>
          </a:p>
        </p:txBody>
      </p:sp>
      <p:sp>
        <p:nvSpPr>
          <p:cNvPr id="78" name="Text 60"/>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79" name="Text 61"/>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44.0%</a:t>
            </a:r>
            <a:endParaRPr lang="en-US" sz="1400" dirty="0"/>
          </a:p>
        </p:txBody>
      </p:sp>
      <p:graphicFrame>
        <p:nvGraphicFramePr>
          <p:cNvPr id="80"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81"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82" name="Text 62"/>
          <p:cNvSpPr txBox="1"/>
          <p:nvPr/>
        </p:nvSpPr>
        <p:spPr>
          <a:xfrm>
            <a:off x="10323576"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 pts</a:t>
            </a:r>
            <a:endParaRPr lang="en-US" sz="1600" dirty="0"/>
          </a:p>
        </p:txBody>
      </p:sp>
      <p:sp>
        <p:nvSpPr>
          <p:cNvPr id="83" name="Shape 63"/>
          <p:cNvSpPr/>
          <p:nvPr/>
        </p:nvSpPr>
        <p:spPr>
          <a:xfrm>
            <a:off x="8040624" y="5358384"/>
            <a:ext cx="3489960" cy="886968"/>
          </a:xfrm>
          <a:prstGeom prst="rect">
            <a:avLst/>
          </a:prstGeom>
          <a:solidFill>
            <a:srgbClr val="F7F7F7"/>
          </a:solidFill>
          <a:ln/>
        </p:spPr>
        <p:txBody>
          <a:bodyPr/>
          <a:p/>
        </p:txBody>
      </p:sp>
      <p:sp>
        <p:nvSpPr>
          <p:cNvPr id="84" name="Text 64"/>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5" name="Text 65"/>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41.7%</a:t>
            </a:r>
            <a:endParaRPr lang="en-US" sz="1400" dirty="0"/>
          </a:p>
        </p:txBody>
      </p:sp>
      <p:graphicFrame>
        <p:nvGraphicFramePr>
          <p:cNvPr id="86"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87"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88" name="Text 66"/>
          <p:cNvSpPr txBox="1"/>
          <p:nvPr/>
        </p:nvSpPr>
        <p:spPr>
          <a:xfrm>
            <a:off x="10323576"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 pts</a:t>
            </a:r>
            <a:endParaRPr lang="en-US" sz="1600" dirty="0"/>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Alignment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Shape 8"/>
          <p:cNvSpPr/>
          <p:nvPr/>
        </p:nvSpPr>
        <p:spPr>
          <a:xfrm>
            <a:off x="4084320" y="1847088"/>
            <a:ext cx="64008" cy="813816"/>
          </a:xfrm>
          <a:prstGeom prst="rect">
            <a:avLst/>
          </a:prstGeom>
          <a:solidFill>
            <a:srgbClr val="12A566"/>
          </a:solidFill>
          <a:ln/>
        </p:spPr>
        <p:txBody>
          <a:bodyPr/>
          <a:p/>
        </p:txBody>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14.8%</a:t>
            </a:r>
            <a:endParaRPr lang="en-US" sz="1400" dirty="0"/>
          </a:p>
        </p:txBody>
      </p:sp>
      <p:graphicFrame>
        <p:nvGraphicFramePr>
          <p:cNvPr id="13"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4" name="Text 11"/>
          <p:cNvSpPr txBox="1"/>
          <p:nvPr/>
        </p:nvSpPr>
        <p:spPr>
          <a:xfrm>
            <a:off x="2941320"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+9.7 pts</a:t>
            </a:r>
            <a:endParaRPr lang="en-US" sz="1600" dirty="0"/>
          </a:p>
        </p:txBody>
      </p:sp>
      <p:sp>
        <p:nvSpPr>
          <p:cNvPr id="15" name="Shape 12"/>
          <p:cNvSpPr/>
          <p:nvPr/>
        </p:nvSpPr>
        <p:spPr>
          <a:xfrm>
            <a:off x="4084320" y="2734056"/>
            <a:ext cx="64008" cy="813816"/>
          </a:xfrm>
          <a:prstGeom prst="rect">
            <a:avLst/>
          </a:prstGeom>
          <a:solidFill>
            <a:srgbClr val="12A566"/>
          </a:solidFill>
          <a:ln/>
        </p:spPr>
        <p:txBody>
          <a:bodyPr/>
          <a:p/>
        </p:txBody>
      </p:sp>
      <p:sp>
        <p:nvSpPr>
          <p:cNvPr id="16" name="Text 13"/>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7" name="Text 14"/>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21.7%</a:t>
            </a:r>
            <a:endParaRPr lang="en-US" sz="1400" dirty="0"/>
          </a:p>
        </p:txBody>
      </p:sp>
      <p:graphicFrame>
        <p:nvGraphicFramePr>
          <p:cNvPr id="18"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9" name="Text 15"/>
          <p:cNvSpPr txBox="1"/>
          <p:nvPr/>
        </p:nvSpPr>
        <p:spPr>
          <a:xfrm>
            <a:off x="2941320"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+6.8 pts</a:t>
            </a:r>
            <a:endParaRPr lang="en-US" sz="1600" dirty="0"/>
          </a:p>
        </p:txBody>
      </p:sp>
      <p:sp>
        <p:nvSpPr>
          <p:cNvPr id="20" name="Shape 16"/>
          <p:cNvSpPr/>
          <p:nvPr/>
        </p:nvSpPr>
        <p:spPr>
          <a:xfrm>
            <a:off x="658368" y="3584448"/>
            <a:ext cx="3489960" cy="886968"/>
          </a:xfrm>
          <a:prstGeom prst="rect">
            <a:avLst/>
          </a:prstGeom>
          <a:solidFill>
            <a:srgbClr val="F7F7F7"/>
          </a:solidFill>
          <a:ln/>
        </p:spPr>
        <p:txBody>
          <a:bodyPr/>
          <a:p/>
        </p:txBody>
      </p:sp>
      <p:sp>
        <p:nvSpPr>
          <p:cNvPr id="21" name="Text 17"/>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2" name="Text 18"/>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11.7%</a:t>
            </a:r>
            <a:endParaRPr lang="en-US" sz="1400" dirty="0"/>
          </a:p>
        </p:txBody>
      </p:sp>
      <p:graphicFrame>
        <p:nvGraphicFramePr>
          <p:cNvPr id="23"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4" name="Text 19"/>
          <p:cNvSpPr txBox="1"/>
          <p:nvPr/>
        </p:nvSpPr>
        <p:spPr>
          <a:xfrm>
            <a:off x="2941320"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+6.8 pts</a:t>
            </a:r>
            <a:endParaRPr lang="en-US" sz="1600" dirty="0"/>
          </a:p>
        </p:txBody>
      </p:sp>
      <p:sp>
        <p:nvSpPr>
          <p:cNvPr id="25" name="Shape 20"/>
          <p:cNvSpPr/>
          <p:nvPr/>
        </p:nvSpPr>
        <p:spPr>
          <a:xfrm>
            <a:off x="4084320" y="4507992"/>
            <a:ext cx="64008" cy="813816"/>
          </a:xfrm>
          <a:prstGeom prst="rect">
            <a:avLst/>
          </a:prstGeom>
          <a:solidFill>
            <a:srgbClr val="12A566"/>
          </a:solidFill>
          <a:ln/>
        </p:spPr>
        <p:txBody>
          <a:bodyPr/>
          <a:p/>
        </p:txBody>
      </p:sp>
      <p:sp>
        <p:nvSpPr>
          <p:cNvPr id="26" name="Text 21"/>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7" name="Text 22"/>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16.6%</a:t>
            </a:r>
            <a:endParaRPr lang="en-US" sz="1400" dirty="0"/>
          </a:p>
        </p:txBody>
      </p:sp>
      <p:graphicFrame>
        <p:nvGraphicFramePr>
          <p:cNvPr id="28"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9" name="Text 23"/>
          <p:cNvSpPr txBox="1"/>
          <p:nvPr/>
        </p:nvSpPr>
        <p:spPr>
          <a:xfrm>
            <a:off x="2941320"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+6.7 pts</a:t>
            </a:r>
            <a:endParaRPr lang="en-US" sz="1600" dirty="0"/>
          </a:p>
        </p:txBody>
      </p:sp>
      <p:sp>
        <p:nvSpPr>
          <p:cNvPr id="30" name="Shape 24"/>
          <p:cNvSpPr/>
          <p:nvPr/>
        </p:nvSpPr>
        <p:spPr>
          <a:xfrm>
            <a:off x="658368" y="5358384"/>
            <a:ext cx="3489960" cy="886968"/>
          </a:xfrm>
          <a:prstGeom prst="rect">
            <a:avLst/>
          </a:prstGeom>
          <a:solidFill>
            <a:srgbClr val="F7F7F7"/>
          </a:solidFill>
          <a:ln/>
        </p:spPr>
        <p:txBody>
          <a:bodyPr/>
          <a:p/>
        </p:txBody>
      </p:sp>
      <p:sp>
        <p:nvSpPr>
          <p:cNvPr id="31" name="Text 25"/>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2" name="Text 26"/>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17.3%</a:t>
            </a:r>
            <a:endParaRPr lang="en-US" sz="1400" dirty="0"/>
          </a:p>
        </p:txBody>
      </p:sp>
      <p:graphicFrame>
        <p:nvGraphicFramePr>
          <p:cNvPr id="33"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4" name="Text 27"/>
          <p:cNvSpPr txBox="1"/>
          <p:nvPr/>
        </p:nvSpPr>
        <p:spPr>
          <a:xfrm>
            <a:off x="2941320"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+5.9 pts</a:t>
            </a:r>
            <a:endParaRPr lang="en-US" sz="1600" dirty="0"/>
          </a:p>
        </p:txBody>
      </p:sp>
      <p:sp>
        <p:nvSpPr>
          <p:cNvPr id="35" name="Shape 28"/>
          <p:cNvSpPr/>
          <p:nvPr/>
        </p:nvSpPr>
        <p:spPr>
          <a:xfrm>
            <a:off x="4349496" y="1371600"/>
            <a:ext cx="3489960" cy="45720"/>
          </a:xfrm>
          <a:prstGeom prst="rect">
            <a:avLst/>
          </a:prstGeom>
          <a:solidFill>
            <a:srgbClr val="C2352F"/>
          </a:solidFill>
          <a:ln/>
        </p:spPr>
        <p:txBody>
          <a:bodyPr/>
          <a:p/>
        </p:txBody>
      </p:sp>
      <p:sp>
        <p:nvSpPr>
          <p:cNvPr id="36" name="Text 29"/>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7" name="Shape 30"/>
          <p:cNvSpPr/>
          <p:nvPr/>
        </p:nvSpPr>
        <p:spPr>
          <a:xfrm>
            <a:off x="4349496" y="1810512"/>
            <a:ext cx="3489960" cy="886968"/>
          </a:xfrm>
          <a:prstGeom prst="rect">
            <a:avLst/>
          </a:prstGeom>
          <a:solidFill>
            <a:srgbClr val="F7F7F7"/>
          </a:solidFill>
          <a:ln/>
        </p:spPr>
        <p:txBody>
          <a:bodyPr/>
          <a:p/>
        </p:txBody>
      </p:sp>
      <p:sp>
        <p:nvSpPr>
          <p:cNvPr id="38" name="Text 31"/>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9" name="Text 32"/>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12.8%</a:t>
            </a:r>
            <a:endParaRPr lang="en-US" sz="1400" dirty="0"/>
          </a:p>
        </p:txBody>
      </p:sp>
      <p:graphicFrame>
        <p:nvGraphicFramePr>
          <p:cNvPr id="40"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1" name="Text 33"/>
          <p:cNvSpPr txBox="1"/>
          <p:nvPr/>
        </p:nvSpPr>
        <p:spPr>
          <a:xfrm>
            <a:off x="6632448" y="1810512"/>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−4.9 pts</a:t>
            </a:r>
            <a:endParaRPr lang="en-US" sz="1600" dirty="0"/>
          </a:p>
        </p:txBody>
      </p:sp>
      <p:sp>
        <p:nvSpPr>
          <p:cNvPr id="42" name="Text 34"/>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3" name="Text 35"/>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9.7%</a:t>
            </a:r>
            <a:endParaRPr lang="en-US" sz="1400" dirty="0"/>
          </a:p>
        </p:txBody>
      </p:sp>
      <p:graphicFrame>
        <p:nvGraphicFramePr>
          <p:cNvPr id="44"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5" name="Text 36"/>
          <p:cNvSpPr txBox="1"/>
          <p:nvPr/>
        </p:nvSpPr>
        <p:spPr>
          <a:xfrm>
            <a:off x="6632448" y="2697480"/>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−3.6 pts</a:t>
            </a:r>
            <a:endParaRPr lang="en-US" sz="1600" dirty="0"/>
          </a:p>
        </p:txBody>
      </p:sp>
      <p:sp>
        <p:nvSpPr>
          <p:cNvPr id="46" name="Shape 37"/>
          <p:cNvSpPr/>
          <p:nvPr/>
        </p:nvSpPr>
        <p:spPr>
          <a:xfrm>
            <a:off x="4349496" y="3584448"/>
            <a:ext cx="3489960" cy="886968"/>
          </a:xfrm>
          <a:prstGeom prst="rect">
            <a:avLst/>
          </a:prstGeom>
          <a:solidFill>
            <a:srgbClr val="F7F7F7"/>
          </a:solidFill>
          <a:ln/>
        </p:spPr>
        <p:txBody>
          <a:bodyPr/>
          <a:p/>
        </p:txBody>
      </p:sp>
      <p:sp>
        <p:nvSpPr>
          <p:cNvPr id="47" name="Text 38"/>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8" name="Text 39"/>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14.5%</a:t>
            </a:r>
            <a:endParaRPr lang="en-US" sz="1400" dirty="0"/>
          </a:p>
        </p:txBody>
      </p:sp>
      <p:graphicFrame>
        <p:nvGraphicFramePr>
          <p:cNvPr id="49"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50" name="Text 40"/>
          <p:cNvSpPr txBox="1"/>
          <p:nvPr/>
        </p:nvSpPr>
        <p:spPr>
          <a:xfrm>
            <a:off x="6632448" y="3584448"/>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−1.5 pts</a:t>
            </a:r>
            <a:endParaRPr lang="en-US" sz="1600" dirty="0"/>
          </a:p>
        </p:txBody>
      </p:sp>
      <p:sp>
        <p:nvSpPr>
          <p:cNvPr id="51" name="Text 41"/>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2" name="Text 42"/>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11.0%</a:t>
            </a:r>
            <a:endParaRPr lang="en-US" sz="1400" dirty="0"/>
          </a:p>
        </p:txBody>
      </p:sp>
      <p:graphicFrame>
        <p:nvGraphicFramePr>
          <p:cNvPr id="53"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4" name="Text 43"/>
          <p:cNvSpPr txBox="1"/>
          <p:nvPr/>
        </p:nvSpPr>
        <p:spPr>
          <a:xfrm>
            <a:off x="6632448" y="4471416"/>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−0.9 pts</a:t>
            </a:r>
            <a:endParaRPr lang="en-US" sz="1600" dirty="0"/>
          </a:p>
        </p:txBody>
      </p:sp>
      <p:sp>
        <p:nvSpPr>
          <p:cNvPr id="55" name="Shape 44"/>
          <p:cNvSpPr/>
          <p:nvPr/>
        </p:nvSpPr>
        <p:spPr>
          <a:xfrm>
            <a:off x="4349496" y="5358384"/>
            <a:ext cx="3489960" cy="886968"/>
          </a:xfrm>
          <a:prstGeom prst="rect">
            <a:avLst/>
          </a:prstGeom>
          <a:solidFill>
            <a:srgbClr val="F7F7F7"/>
          </a:solidFill>
          <a:ln/>
        </p:spPr>
        <p:txBody>
          <a:bodyPr/>
          <a:p/>
        </p:txBody>
      </p:sp>
      <p:sp>
        <p:nvSpPr>
          <p:cNvPr id="56" name="Text 45"/>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7" name="Text 46"/>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12.8%</a:t>
            </a:r>
            <a:endParaRPr lang="en-US" sz="1400" dirty="0"/>
          </a:p>
        </p:txBody>
      </p:sp>
      <p:graphicFrame>
        <p:nvGraphicFramePr>
          <p:cNvPr id="58"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59" name="Text 47"/>
          <p:cNvSpPr txBox="1"/>
          <p:nvPr/>
        </p:nvSpPr>
        <p:spPr>
          <a:xfrm>
            <a:off x="6632448" y="5358384"/>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−0.5 pts</a:t>
            </a:r>
            <a:endParaRPr lang="en-US" sz="1600" dirty="0"/>
          </a:p>
        </p:txBody>
      </p:sp>
      <p:sp>
        <p:nvSpPr>
          <p:cNvPr id="60" name="Shape 48"/>
          <p:cNvSpPr/>
          <p:nvPr/>
        </p:nvSpPr>
        <p:spPr>
          <a:xfrm>
            <a:off x="8040624" y="1371600"/>
            <a:ext cx="3489960" cy="45720"/>
          </a:xfrm>
          <a:prstGeom prst="rect">
            <a:avLst/>
          </a:prstGeom>
          <a:solidFill>
            <a:srgbClr val="2587C5"/>
          </a:solidFill>
          <a:ln/>
        </p:spPr>
        <p:txBody>
          <a:bodyPr/>
          <a:p/>
        </p:txBody>
      </p:sp>
      <p:sp>
        <p:nvSpPr>
          <p:cNvPr id="61" name="Text 4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2" name="Shape 50"/>
          <p:cNvSpPr/>
          <p:nvPr/>
        </p:nvSpPr>
        <p:spPr>
          <a:xfrm>
            <a:off x="8040624" y="1810512"/>
            <a:ext cx="3489960" cy="886968"/>
          </a:xfrm>
          <a:prstGeom prst="rect">
            <a:avLst/>
          </a:prstGeom>
          <a:solidFill>
            <a:srgbClr val="F7F7F7"/>
          </a:solidFill>
          <a:ln/>
        </p:spPr>
        <p:txBody>
          <a:bodyPr/>
          <a:p/>
        </p:txBody>
      </p:sp>
      <p:sp>
        <p:nvSpPr>
          <p:cNvPr id="63" name="Text 51"/>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4" name="Text 52"/>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31.7%</a:t>
            </a:r>
            <a:endParaRPr lang="en-US" sz="1400" dirty="0"/>
          </a:p>
        </p:txBody>
      </p:sp>
      <p:graphicFrame>
        <p:nvGraphicFramePr>
          <p:cNvPr id="65"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66"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67" name="Text 53"/>
          <p:cNvSpPr txBox="1"/>
          <p:nvPr/>
        </p:nvSpPr>
        <p:spPr>
          <a:xfrm>
            <a:off x="10323576"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+10.7 pts</a:t>
            </a:r>
            <a:endParaRPr lang="en-US" sz="1600" dirty="0"/>
          </a:p>
        </p:txBody>
      </p:sp>
      <p:sp>
        <p:nvSpPr>
          <p:cNvPr id="68" name="Shape 54"/>
          <p:cNvSpPr/>
          <p:nvPr/>
        </p:nvSpPr>
        <p:spPr>
          <a:xfrm>
            <a:off x="11466576" y="2734056"/>
            <a:ext cx="64008" cy="813816"/>
          </a:xfrm>
          <a:prstGeom prst="rect">
            <a:avLst/>
          </a:prstGeom>
          <a:solidFill>
            <a:srgbClr val="12A566"/>
          </a:solidFill>
          <a:ln/>
        </p:spPr>
        <p:txBody>
          <a:bodyPr/>
          <a:p/>
        </p:txBody>
      </p:sp>
      <p:sp>
        <p:nvSpPr>
          <p:cNvPr id="69" name="Text 55"/>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0" name="Text 56"/>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22.8%</a:t>
            </a:r>
            <a:endParaRPr lang="en-US" sz="1400" dirty="0"/>
          </a:p>
        </p:txBody>
      </p:sp>
      <p:graphicFrame>
        <p:nvGraphicFramePr>
          <p:cNvPr id="71"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72"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73" name="Text 57"/>
          <p:cNvSpPr txBox="1"/>
          <p:nvPr/>
        </p:nvSpPr>
        <p:spPr>
          <a:xfrm>
            <a:off x="10323576"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+10.2 pts</a:t>
            </a:r>
            <a:endParaRPr lang="en-US" sz="1600" dirty="0"/>
          </a:p>
        </p:txBody>
      </p:sp>
      <p:sp>
        <p:nvSpPr>
          <p:cNvPr id="74" name="Shape 58"/>
          <p:cNvSpPr/>
          <p:nvPr/>
        </p:nvSpPr>
        <p:spPr>
          <a:xfrm>
            <a:off x="8040624" y="3584448"/>
            <a:ext cx="3489960" cy="886968"/>
          </a:xfrm>
          <a:prstGeom prst="rect">
            <a:avLst/>
          </a:prstGeom>
          <a:solidFill>
            <a:srgbClr val="F7F7F7"/>
          </a:solidFill>
          <a:ln/>
        </p:spPr>
        <p:txBody>
          <a:bodyPr/>
          <a:p/>
        </p:txBody>
      </p:sp>
      <p:sp>
        <p:nvSpPr>
          <p:cNvPr id="75" name="Text 59"/>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6" name="Text 60"/>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11.7%</a:t>
            </a:r>
            <a:endParaRPr lang="en-US" sz="1400" dirty="0"/>
          </a:p>
        </p:txBody>
      </p:sp>
      <p:graphicFrame>
        <p:nvGraphicFramePr>
          <p:cNvPr id="77"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78"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79" name="Text 61"/>
          <p:cNvSpPr txBox="1"/>
          <p:nvPr/>
        </p:nvSpPr>
        <p:spPr>
          <a:xfrm>
            <a:off x="10323576"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+7.7 pts</a:t>
            </a:r>
            <a:endParaRPr lang="en-US" sz="1600" dirty="0"/>
          </a:p>
        </p:txBody>
      </p:sp>
      <p:sp>
        <p:nvSpPr>
          <p:cNvPr id="80" name="Shape 62"/>
          <p:cNvSpPr/>
          <p:nvPr/>
        </p:nvSpPr>
        <p:spPr>
          <a:xfrm>
            <a:off x="11466576" y="4507992"/>
            <a:ext cx="64008" cy="813816"/>
          </a:xfrm>
          <a:prstGeom prst="rect">
            <a:avLst/>
          </a:prstGeom>
          <a:solidFill>
            <a:srgbClr val="12A566"/>
          </a:solidFill>
          <a:ln/>
        </p:spPr>
        <p:txBody>
          <a:bodyPr/>
          <a:p/>
        </p:txBody>
      </p:sp>
      <p:sp>
        <p:nvSpPr>
          <p:cNvPr id="81" name="Text 63"/>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2" name="Text 64"/>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25.7%</a:t>
            </a:r>
            <a:endParaRPr lang="en-US" sz="1400" dirty="0"/>
          </a:p>
        </p:txBody>
      </p:sp>
      <p:graphicFrame>
        <p:nvGraphicFramePr>
          <p:cNvPr id="83"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84"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85" name="Text 65"/>
          <p:cNvSpPr txBox="1"/>
          <p:nvPr/>
        </p:nvSpPr>
        <p:spPr>
          <a:xfrm>
            <a:off x="10323576"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+7.4 pts</a:t>
            </a:r>
            <a:endParaRPr lang="en-US" sz="1600" dirty="0"/>
          </a:p>
        </p:txBody>
      </p:sp>
      <p:sp>
        <p:nvSpPr>
          <p:cNvPr id="86" name="Shape 66"/>
          <p:cNvSpPr/>
          <p:nvPr/>
        </p:nvSpPr>
        <p:spPr>
          <a:xfrm>
            <a:off x="8040624" y="5358384"/>
            <a:ext cx="3489960" cy="886968"/>
          </a:xfrm>
          <a:prstGeom prst="rect">
            <a:avLst/>
          </a:prstGeom>
          <a:solidFill>
            <a:srgbClr val="F7F7F7"/>
          </a:solidFill>
          <a:ln/>
        </p:spPr>
        <p:txBody>
          <a:bodyPr/>
          <a:p/>
        </p:txBody>
      </p:sp>
      <p:sp>
        <p:nvSpPr>
          <p:cNvPr id="87" name="Shape 67"/>
          <p:cNvSpPr/>
          <p:nvPr/>
        </p:nvSpPr>
        <p:spPr>
          <a:xfrm>
            <a:off x="11466576" y="5394960"/>
            <a:ext cx="64008" cy="813816"/>
          </a:xfrm>
          <a:prstGeom prst="rect">
            <a:avLst/>
          </a:prstGeom>
          <a:solidFill>
            <a:srgbClr val="12A566"/>
          </a:solidFill>
          <a:ln/>
        </p:spPr>
        <p:txBody>
          <a:bodyPr/>
          <a:p/>
        </p:txBody>
      </p:sp>
      <p:sp>
        <p:nvSpPr>
          <p:cNvPr id="88" name="Text 68"/>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9" name="Text 69"/>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19.3%</a:t>
            </a:r>
            <a:endParaRPr lang="en-US" sz="1400" dirty="0"/>
          </a:p>
        </p:txBody>
      </p:sp>
      <p:graphicFrame>
        <p:nvGraphicFramePr>
          <p:cNvPr id="90"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91"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92" name="Text 70"/>
          <p:cNvSpPr txBox="1"/>
          <p:nvPr/>
        </p:nvSpPr>
        <p:spPr>
          <a:xfrm>
            <a:off x="10323576"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+6.5 pts</a:t>
            </a:r>
            <a:endParaRPr lang="en-US" sz="1600" dirty="0"/>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Balance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Text 8"/>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14.9%</a:t>
            </a:r>
            <a:endParaRPr lang="en-US" sz="1400" dirty="0"/>
          </a:p>
        </p:txBody>
      </p:sp>
      <p:graphicFrame>
        <p:nvGraphicFramePr>
          <p:cNvPr id="12"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3" name="Text 10"/>
          <p:cNvSpPr txBox="1"/>
          <p:nvPr/>
        </p:nvSpPr>
        <p:spPr>
          <a:xfrm>
            <a:off x="2941320"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+14.8 pts</a:t>
            </a:r>
            <a:endParaRPr lang="en-US" sz="1600" dirty="0"/>
          </a:p>
        </p:txBody>
      </p:sp>
      <p:sp>
        <p:nvSpPr>
          <p:cNvPr id="14" name="Text 11"/>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2"/>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16.9%</a:t>
            </a:r>
            <a:endParaRPr lang="en-US" sz="1400" dirty="0"/>
          </a:p>
        </p:txBody>
      </p:sp>
      <p:graphicFrame>
        <p:nvGraphicFramePr>
          <p:cNvPr id="16"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7" name="Text 13"/>
          <p:cNvSpPr txBox="1"/>
          <p:nvPr/>
        </p:nvSpPr>
        <p:spPr>
          <a:xfrm>
            <a:off x="2941320"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+13.5 pts</a:t>
            </a:r>
            <a:endParaRPr lang="en-US" sz="1600" dirty="0"/>
          </a:p>
        </p:txBody>
      </p:sp>
      <p:sp>
        <p:nvSpPr>
          <p:cNvPr id="18" name="Shape 14"/>
          <p:cNvSpPr/>
          <p:nvPr/>
        </p:nvSpPr>
        <p:spPr>
          <a:xfrm>
            <a:off x="658368" y="3584448"/>
            <a:ext cx="3489960" cy="886968"/>
          </a:xfrm>
          <a:prstGeom prst="rect">
            <a:avLst/>
          </a:prstGeom>
          <a:solidFill>
            <a:srgbClr val="F7F7F7"/>
          </a:solidFill>
          <a:ln/>
        </p:spPr>
        <p:txBody>
          <a:bodyPr/>
          <a:p/>
        </p:txBody>
      </p:sp>
      <p:sp>
        <p:nvSpPr>
          <p:cNvPr id="19" name="Shape 15"/>
          <p:cNvSpPr/>
          <p:nvPr/>
        </p:nvSpPr>
        <p:spPr>
          <a:xfrm>
            <a:off x="4084320" y="3621024"/>
            <a:ext cx="64008" cy="813816"/>
          </a:xfrm>
          <a:prstGeom prst="rect">
            <a:avLst/>
          </a:prstGeom>
          <a:solidFill>
            <a:srgbClr val="12A566"/>
          </a:solidFill>
          <a:ln/>
        </p:spPr>
        <p:txBody>
          <a:bodyPr/>
          <a:p/>
        </p:txBody>
      </p:sp>
      <p:sp>
        <p:nvSpPr>
          <p:cNvPr id="20" name="Text 16"/>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7"/>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13.1%</a:t>
            </a:r>
            <a:endParaRPr lang="en-US" sz="1400" dirty="0"/>
          </a:p>
        </p:txBody>
      </p:sp>
      <p:graphicFrame>
        <p:nvGraphicFramePr>
          <p:cNvPr id="22"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3" name="Text 18"/>
          <p:cNvSpPr txBox="1"/>
          <p:nvPr/>
        </p:nvSpPr>
        <p:spPr>
          <a:xfrm>
            <a:off x="2941320"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+6.6 pts</a:t>
            </a:r>
            <a:endParaRPr lang="en-US" sz="1600" dirty="0"/>
          </a:p>
        </p:txBody>
      </p:sp>
      <p:sp>
        <p:nvSpPr>
          <p:cNvPr id="24" name="Shape 19"/>
          <p:cNvSpPr/>
          <p:nvPr/>
        </p:nvSpPr>
        <p:spPr>
          <a:xfrm>
            <a:off x="4084320" y="4507992"/>
            <a:ext cx="64008" cy="813816"/>
          </a:xfrm>
          <a:prstGeom prst="rect">
            <a:avLst/>
          </a:prstGeom>
          <a:solidFill>
            <a:srgbClr val="12A566"/>
          </a:solidFill>
          <a:ln/>
        </p:spPr>
        <p:txBody>
          <a:bodyPr/>
          <a:p/>
        </p:txBody>
      </p:sp>
      <p:sp>
        <p:nvSpPr>
          <p:cNvPr id="25" name="Text 20"/>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6" name="Text 21"/>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7.7%</a:t>
            </a:r>
            <a:endParaRPr lang="en-US" sz="1400" dirty="0"/>
          </a:p>
        </p:txBody>
      </p:sp>
      <p:graphicFrame>
        <p:nvGraphicFramePr>
          <p:cNvPr id="27"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8" name="Text 22"/>
          <p:cNvSpPr txBox="1"/>
          <p:nvPr/>
        </p:nvSpPr>
        <p:spPr>
          <a:xfrm>
            <a:off x="2941320"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+6.6 pts</a:t>
            </a:r>
            <a:endParaRPr lang="en-US" sz="1600" dirty="0"/>
          </a:p>
        </p:txBody>
      </p:sp>
      <p:sp>
        <p:nvSpPr>
          <p:cNvPr id="29" name="Shape 23"/>
          <p:cNvSpPr/>
          <p:nvPr/>
        </p:nvSpPr>
        <p:spPr>
          <a:xfrm>
            <a:off x="658368" y="5358384"/>
            <a:ext cx="3489960" cy="886968"/>
          </a:xfrm>
          <a:prstGeom prst="rect">
            <a:avLst/>
          </a:prstGeom>
          <a:solidFill>
            <a:srgbClr val="F7F7F7"/>
          </a:solidFill>
          <a:ln/>
        </p:spPr>
        <p:txBody>
          <a:bodyPr/>
          <a:p/>
        </p:txBody>
      </p:sp>
      <p:sp>
        <p:nvSpPr>
          <p:cNvPr id="30" name="Text 24"/>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1" name="Text 25"/>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7.7%</a:t>
            </a:r>
            <a:endParaRPr lang="en-US" sz="1400" dirty="0"/>
          </a:p>
        </p:txBody>
      </p:sp>
      <p:graphicFrame>
        <p:nvGraphicFramePr>
          <p:cNvPr id="32"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3" name="Text 26"/>
          <p:cNvSpPr txBox="1"/>
          <p:nvPr/>
        </p:nvSpPr>
        <p:spPr>
          <a:xfrm>
            <a:off x="2941320"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+5.7 pts</a:t>
            </a:r>
            <a:endParaRPr lang="en-US" sz="1600" dirty="0"/>
          </a:p>
        </p:txBody>
      </p:sp>
      <p:sp>
        <p:nvSpPr>
          <p:cNvPr id="34" name="Shape 27"/>
          <p:cNvSpPr/>
          <p:nvPr/>
        </p:nvSpPr>
        <p:spPr>
          <a:xfrm>
            <a:off x="4349496" y="1371600"/>
            <a:ext cx="3489960" cy="45720"/>
          </a:xfrm>
          <a:prstGeom prst="rect">
            <a:avLst/>
          </a:prstGeom>
          <a:solidFill>
            <a:srgbClr val="C2352F"/>
          </a:solidFill>
          <a:ln/>
        </p:spPr>
        <p:txBody>
          <a:bodyPr/>
          <a:p/>
        </p:txBody>
      </p:sp>
      <p:sp>
        <p:nvSpPr>
          <p:cNvPr id="35" name="Text 28"/>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6" name="Shape 29"/>
          <p:cNvSpPr/>
          <p:nvPr/>
        </p:nvSpPr>
        <p:spPr>
          <a:xfrm>
            <a:off x="4349496" y="1810512"/>
            <a:ext cx="3489960" cy="886968"/>
          </a:xfrm>
          <a:prstGeom prst="rect">
            <a:avLst/>
          </a:prstGeom>
          <a:solidFill>
            <a:srgbClr val="F7F7F7"/>
          </a:solidFill>
          <a:ln/>
        </p:spPr>
        <p:txBody>
          <a:bodyPr/>
          <a:p/>
        </p:txBody>
      </p:sp>
      <p:sp>
        <p:nvSpPr>
          <p:cNvPr id="37" name="Text 30"/>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38" name="Text 31"/>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3.6%</a:t>
            </a:r>
            <a:endParaRPr lang="en-US" sz="1400" dirty="0"/>
          </a:p>
        </p:txBody>
      </p:sp>
      <p:graphicFrame>
        <p:nvGraphicFramePr>
          <p:cNvPr id="39"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0" name="Text 32"/>
          <p:cNvSpPr txBox="1"/>
          <p:nvPr/>
        </p:nvSpPr>
        <p:spPr>
          <a:xfrm>
            <a:off x="6632448" y="1810512"/>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−1.7 pts</a:t>
            </a:r>
            <a:endParaRPr lang="en-US" sz="1600" dirty="0"/>
          </a:p>
        </p:txBody>
      </p:sp>
      <p:sp>
        <p:nvSpPr>
          <p:cNvPr id="41" name="Text 33"/>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2" name="Text 34"/>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a:t>
            </a:r>
            <a:endParaRPr lang="en-US" sz="1400" dirty="0"/>
          </a:p>
        </p:txBody>
      </p:sp>
      <p:graphicFrame>
        <p:nvGraphicFramePr>
          <p:cNvPr id="43"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4" name="Text 35"/>
          <p:cNvSpPr txBox="1"/>
          <p:nvPr/>
        </p:nvSpPr>
        <p:spPr>
          <a:xfrm>
            <a:off x="6632448" y="2697480"/>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−1.6 pts</a:t>
            </a:r>
            <a:endParaRPr lang="en-US" sz="1600" dirty="0"/>
          </a:p>
        </p:txBody>
      </p:sp>
      <p:sp>
        <p:nvSpPr>
          <p:cNvPr id="45" name="Shape 36"/>
          <p:cNvSpPr/>
          <p:nvPr/>
        </p:nvSpPr>
        <p:spPr>
          <a:xfrm>
            <a:off x="4349496" y="3584448"/>
            <a:ext cx="3489960" cy="886968"/>
          </a:xfrm>
          <a:prstGeom prst="rect">
            <a:avLst/>
          </a:prstGeom>
          <a:solidFill>
            <a:srgbClr val="F7F7F7"/>
          </a:solidFill>
          <a:ln/>
        </p:spPr>
        <p:txBody>
          <a:bodyPr/>
          <a:p/>
        </p:txBody>
      </p:sp>
      <p:sp>
        <p:nvSpPr>
          <p:cNvPr id="46" name="Text 37"/>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7" name="Text 38"/>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5.2%</a:t>
            </a:r>
            <a:endParaRPr lang="en-US" sz="1400" dirty="0"/>
          </a:p>
        </p:txBody>
      </p:sp>
      <p:graphicFrame>
        <p:nvGraphicFramePr>
          <p:cNvPr id="48"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49" name="Text 39"/>
          <p:cNvSpPr txBox="1"/>
          <p:nvPr/>
        </p:nvSpPr>
        <p:spPr>
          <a:xfrm>
            <a:off x="6632448" y="3584448"/>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−1.3 pts</a:t>
            </a:r>
            <a:endParaRPr lang="en-US" sz="1600" dirty="0"/>
          </a:p>
        </p:txBody>
      </p:sp>
      <p:sp>
        <p:nvSpPr>
          <p:cNvPr id="50" name="Text 40"/>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28</a:t>
            </a:r>
            <a:endParaRPr lang="en-US" sz="1500" dirty="0"/>
          </a:p>
        </p:txBody>
      </p:sp>
      <p:sp>
        <p:nvSpPr>
          <p:cNvPr id="51" name="Text 41"/>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10.2%</a:t>
            </a:r>
            <a:endParaRPr lang="en-US" sz="1400" dirty="0"/>
          </a:p>
        </p:txBody>
      </p:sp>
      <p:graphicFrame>
        <p:nvGraphicFramePr>
          <p:cNvPr id="52"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3" name="Text 42"/>
          <p:cNvSpPr txBox="1"/>
          <p:nvPr/>
        </p:nvSpPr>
        <p:spPr>
          <a:xfrm>
            <a:off x="6632448" y="4471416"/>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−1.1 pts</a:t>
            </a:r>
            <a:endParaRPr lang="en-US" sz="1600" dirty="0"/>
          </a:p>
        </p:txBody>
      </p:sp>
      <p:sp>
        <p:nvSpPr>
          <p:cNvPr id="54" name="Shape 43"/>
          <p:cNvSpPr/>
          <p:nvPr/>
        </p:nvSpPr>
        <p:spPr>
          <a:xfrm>
            <a:off x="4349496" y="5358384"/>
            <a:ext cx="3489960" cy="886968"/>
          </a:xfrm>
          <a:prstGeom prst="rect">
            <a:avLst/>
          </a:prstGeom>
          <a:solidFill>
            <a:srgbClr val="F7F7F7"/>
          </a:solidFill>
          <a:ln/>
        </p:spPr>
        <p:txBody>
          <a:bodyPr/>
          <a:p/>
        </p:txBody>
      </p:sp>
      <p:sp>
        <p:nvSpPr>
          <p:cNvPr id="55" name="Text 44"/>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27</a:t>
            </a:r>
            <a:endParaRPr lang="en-US" sz="1500" dirty="0"/>
          </a:p>
        </p:txBody>
      </p:sp>
      <p:sp>
        <p:nvSpPr>
          <p:cNvPr id="56" name="Text 45"/>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11.2%</a:t>
            </a:r>
            <a:endParaRPr lang="en-US" sz="1400" dirty="0"/>
          </a:p>
        </p:txBody>
      </p:sp>
      <p:graphicFrame>
        <p:nvGraphicFramePr>
          <p:cNvPr id="57"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58" name="Text 46"/>
          <p:cNvSpPr txBox="1"/>
          <p:nvPr/>
        </p:nvSpPr>
        <p:spPr>
          <a:xfrm>
            <a:off x="6632448" y="5358384"/>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−0.5 pts</a:t>
            </a:r>
            <a:endParaRPr lang="en-US" sz="1600" dirty="0"/>
          </a:p>
        </p:txBody>
      </p:sp>
      <p:sp>
        <p:nvSpPr>
          <p:cNvPr id="59" name="Shape 47"/>
          <p:cNvSpPr/>
          <p:nvPr/>
        </p:nvSpPr>
        <p:spPr>
          <a:xfrm>
            <a:off x="8040624" y="1371600"/>
            <a:ext cx="3489960" cy="45720"/>
          </a:xfrm>
          <a:prstGeom prst="rect">
            <a:avLst/>
          </a:prstGeom>
          <a:solidFill>
            <a:srgbClr val="2587C5"/>
          </a:solidFill>
          <a:ln/>
        </p:spPr>
        <p:txBody>
          <a:bodyPr/>
          <a:p/>
        </p:txBody>
      </p:sp>
      <p:sp>
        <p:nvSpPr>
          <p:cNvPr id="60" name="Text 4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1" name="Shape 49"/>
          <p:cNvSpPr/>
          <p:nvPr/>
        </p:nvSpPr>
        <p:spPr>
          <a:xfrm>
            <a:off x="8040624" y="1810512"/>
            <a:ext cx="3489960" cy="886968"/>
          </a:xfrm>
          <a:prstGeom prst="rect">
            <a:avLst/>
          </a:prstGeom>
          <a:solidFill>
            <a:srgbClr val="F7F7F7"/>
          </a:solidFill>
          <a:ln/>
        </p:spPr>
        <p:txBody>
          <a:bodyPr/>
          <a:p/>
        </p:txBody>
      </p:sp>
      <p:sp>
        <p:nvSpPr>
          <p:cNvPr id="62" name="Shape 50"/>
          <p:cNvSpPr/>
          <p:nvPr/>
        </p:nvSpPr>
        <p:spPr>
          <a:xfrm>
            <a:off x="11466576" y="1847088"/>
            <a:ext cx="64008" cy="813816"/>
          </a:xfrm>
          <a:prstGeom prst="rect">
            <a:avLst/>
          </a:prstGeom>
          <a:solidFill>
            <a:srgbClr val="12A566"/>
          </a:solidFill>
          <a:ln/>
        </p:spPr>
        <p:txBody>
          <a:bodyPr/>
          <a:p/>
        </p:txBody>
      </p:sp>
      <p:sp>
        <p:nvSpPr>
          <p:cNvPr id="63" name="Text 51"/>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4" name="Text 52"/>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19.3%</a:t>
            </a:r>
            <a:endParaRPr lang="en-US" sz="1400" dirty="0"/>
          </a:p>
        </p:txBody>
      </p:sp>
      <p:graphicFrame>
        <p:nvGraphicFramePr>
          <p:cNvPr id="65"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66"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67" name="Text 53"/>
          <p:cNvSpPr txBox="1"/>
          <p:nvPr/>
        </p:nvSpPr>
        <p:spPr>
          <a:xfrm>
            <a:off x="10323576"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+9.2 pts</a:t>
            </a:r>
            <a:endParaRPr lang="en-US" sz="1600" dirty="0"/>
          </a:p>
        </p:txBody>
      </p:sp>
      <p:sp>
        <p:nvSpPr>
          <p:cNvPr id="68" name="Text 54"/>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9" name="Text 55"/>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16.0%</a:t>
            </a:r>
            <a:endParaRPr lang="en-US" sz="1400" dirty="0"/>
          </a:p>
        </p:txBody>
      </p:sp>
      <p:graphicFrame>
        <p:nvGraphicFramePr>
          <p:cNvPr id="70"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71"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72" name="Text 56"/>
          <p:cNvSpPr txBox="1"/>
          <p:nvPr/>
        </p:nvSpPr>
        <p:spPr>
          <a:xfrm>
            <a:off x="10323576"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+5.2 pts</a:t>
            </a:r>
            <a:endParaRPr lang="en-US" sz="1600" dirty="0"/>
          </a:p>
        </p:txBody>
      </p:sp>
      <p:sp>
        <p:nvSpPr>
          <p:cNvPr id="73" name="Shape 57"/>
          <p:cNvSpPr/>
          <p:nvPr/>
        </p:nvSpPr>
        <p:spPr>
          <a:xfrm>
            <a:off x="8040624" y="3584448"/>
            <a:ext cx="3489960" cy="886968"/>
          </a:xfrm>
          <a:prstGeom prst="rect">
            <a:avLst/>
          </a:prstGeom>
          <a:solidFill>
            <a:srgbClr val="F7F7F7"/>
          </a:solidFill>
          <a:ln/>
        </p:spPr>
        <p:txBody>
          <a:bodyPr/>
          <a:p/>
        </p:txBody>
      </p:sp>
      <p:sp>
        <p:nvSpPr>
          <p:cNvPr id="74" name="Text 58"/>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5" name="Text 59"/>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a:t>
            </a:r>
            <a:endParaRPr lang="en-US" sz="1400" dirty="0"/>
          </a:p>
        </p:txBody>
      </p:sp>
      <p:graphicFrame>
        <p:nvGraphicFramePr>
          <p:cNvPr id="76"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77"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78" name="Text 60"/>
          <p:cNvSpPr txBox="1"/>
          <p:nvPr/>
        </p:nvSpPr>
        <p:spPr>
          <a:xfrm>
            <a:off x="10323576"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
        <p:nvSpPr>
          <p:cNvPr id="79" name="Shape 61"/>
          <p:cNvSpPr/>
          <p:nvPr/>
        </p:nvSpPr>
        <p:spPr>
          <a:xfrm>
            <a:off x="11466576" y="4507992"/>
            <a:ext cx="64008" cy="813816"/>
          </a:xfrm>
          <a:prstGeom prst="rect">
            <a:avLst/>
          </a:prstGeom>
          <a:solidFill>
            <a:srgbClr val="12A566"/>
          </a:solidFill>
          <a:ln/>
        </p:spPr>
        <p:txBody>
          <a:bodyPr/>
          <a:p/>
        </p:txBody>
      </p:sp>
      <p:sp>
        <p:nvSpPr>
          <p:cNvPr id="80" name="Text 62"/>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1" name="Text 63"/>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8.5%</a:t>
            </a:r>
            <a:endParaRPr lang="en-US" sz="1400" dirty="0"/>
          </a:p>
        </p:txBody>
      </p:sp>
      <p:graphicFrame>
        <p:nvGraphicFramePr>
          <p:cNvPr id="82"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83"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84" name="Text 64"/>
          <p:cNvSpPr txBox="1"/>
          <p:nvPr/>
        </p:nvSpPr>
        <p:spPr>
          <a:xfrm>
            <a:off x="10323576"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+3.2 pts</a:t>
            </a:r>
            <a:endParaRPr lang="en-US" sz="1600" dirty="0"/>
          </a:p>
        </p:txBody>
      </p:sp>
      <p:sp>
        <p:nvSpPr>
          <p:cNvPr id="85" name="Shape 65"/>
          <p:cNvSpPr/>
          <p:nvPr/>
        </p:nvSpPr>
        <p:spPr>
          <a:xfrm>
            <a:off x="8040624" y="5358384"/>
            <a:ext cx="3489960" cy="886968"/>
          </a:xfrm>
          <a:prstGeom prst="rect">
            <a:avLst/>
          </a:prstGeom>
          <a:solidFill>
            <a:srgbClr val="F7F7F7"/>
          </a:solidFill>
          <a:ln/>
        </p:spPr>
        <p:txBody>
          <a:bodyPr/>
          <a:p/>
        </p:txBody>
      </p:sp>
      <p:sp>
        <p:nvSpPr>
          <p:cNvPr id="86" name="Text 66"/>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7" name="Text 67"/>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12.2%</a:t>
            </a:r>
            <a:endParaRPr lang="en-US" sz="1400" dirty="0"/>
          </a:p>
        </p:txBody>
      </p:sp>
      <p:graphicFrame>
        <p:nvGraphicFramePr>
          <p:cNvPr id="88"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89"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90" name="Text 68"/>
          <p:cNvSpPr txBox="1"/>
          <p:nvPr/>
        </p:nvSpPr>
        <p:spPr>
          <a:xfrm>
            <a:off x="10323576"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+2.6 pts</a:t>
            </a:r>
            <a:endParaRPr lang="en-US" sz="1600" dirty="0"/>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Brake Fluid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Text 8"/>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11.6%</a:t>
            </a:r>
            <a:endParaRPr lang="en-US" sz="1400" dirty="0"/>
          </a:p>
        </p:txBody>
      </p:sp>
      <p:graphicFrame>
        <p:nvGraphicFramePr>
          <p:cNvPr id="12"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3" name="Text 10"/>
          <p:cNvSpPr txBox="1"/>
          <p:nvPr/>
        </p:nvSpPr>
        <p:spPr>
          <a:xfrm>
            <a:off x="2941320"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+7.9 pts</a:t>
            </a:r>
            <a:endParaRPr lang="en-US" sz="1600" dirty="0"/>
          </a:p>
        </p:txBody>
      </p:sp>
      <p:sp>
        <p:nvSpPr>
          <p:cNvPr id="14" name="Text 11"/>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2"/>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20.6%</a:t>
            </a:r>
            <a:endParaRPr lang="en-US" sz="1400" dirty="0"/>
          </a:p>
        </p:txBody>
      </p:sp>
      <p:graphicFrame>
        <p:nvGraphicFramePr>
          <p:cNvPr id="16"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7" name="Text 13"/>
          <p:cNvSpPr txBox="1"/>
          <p:nvPr/>
        </p:nvSpPr>
        <p:spPr>
          <a:xfrm>
            <a:off x="2941320"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+5.5 pts</a:t>
            </a:r>
            <a:endParaRPr lang="en-US" sz="1600" dirty="0"/>
          </a:p>
        </p:txBody>
      </p:sp>
      <p:sp>
        <p:nvSpPr>
          <p:cNvPr id="18" name="Shape 14"/>
          <p:cNvSpPr/>
          <p:nvPr/>
        </p:nvSpPr>
        <p:spPr>
          <a:xfrm>
            <a:off x="658368" y="3584448"/>
            <a:ext cx="3489960" cy="886968"/>
          </a:xfrm>
          <a:prstGeom prst="rect">
            <a:avLst/>
          </a:prstGeom>
          <a:solidFill>
            <a:srgbClr val="F7F7F7"/>
          </a:solidFill>
          <a:ln/>
        </p:spPr>
        <p:txBody>
          <a:bodyPr/>
          <a:p/>
        </p:txBody>
      </p:sp>
      <p:sp>
        <p:nvSpPr>
          <p:cNvPr id="19" name="Text 15"/>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0" name="Text 16"/>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14.3%</a:t>
            </a:r>
            <a:endParaRPr lang="en-US" sz="1400" dirty="0"/>
          </a:p>
        </p:txBody>
      </p:sp>
      <p:graphicFrame>
        <p:nvGraphicFramePr>
          <p:cNvPr id="21"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2" name="Text 17"/>
          <p:cNvSpPr txBox="1"/>
          <p:nvPr/>
        </p:nvSpPr>
        <p:spPr>
          <a:xfrm>
            <a:off x="2941320"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+5.3 pts</a:t>
            </a:r>
            <a:endParaRPr lang="en-US" sz="1600" dirty="0"/>
          </a:p>
        </p:txBody>
      </p:sp>
      <p:sp>
        <p:nvSpPr>
          <p:cNvPr id="23" name="Text 18"/>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4" name="Text 19"/>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7.5%</a:t>
            </a:r>
            <a:endParaRPr lang="en-US" sz="1400" dirty="0"/>
          </a:p>
        </p:txBody>
      </p:sp>
      <p:graphicFrame>
        <p:nvGraphicFramePr>
          <p:cNvPr id="25"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6" name="Text 20"/>
          <p:cNvSpPr txBox="1"/>
          <p:nvPr/>
        </p:nvSpPr>
        <p:spPr>
          <a:xfrm>
            <a:off x="2941320"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+5.1 pts</a:t>
            </a:r>
            <a:endParaRPr lang="en-US" sz="1600" dirty="0"/>
          </a:p>
        </p:txBody>
      </p:sp>
      <p:sp>
        <p:nvSpPr>
          <p:cNvPr id="27" name="Shape 21"/>
          <p:cNvSpPr/>
          <p:nvPr/>
        </p:nvSpPr>
        <p:spPr>
          <a:xfrm>
            <a:off x="658368" y="5358384"/>
            <a:ext cx="3489960" cy="886968"/>
          </a:xfrm>
          <a:prstGeom prst="rect">
            <a:avLst/>
          </a:prstGeom>
          <a:solidFill>
            <a:srgbClr val="F7F7F7"/>
          </a:solidFill>
          <a:ln/>
        </p:spPr>
        <p:txBody>
          <a:bodyPr/>
          <a:p/>
        </p:txBody>
      </p:sp>
      <p:sp>
        <p:nvSpPr>
          <p:cNvPr id="28" name="Text 22"/>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9" name="Text 23"/>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7.2%</a:t>
            </a:r>
            <a:endParaRPr lang="en-US" sz="1400" dirty="0"/>
          </a:p>
        </p:txBody>
      </p:sp>
      <p:graphicFrame>
        <p:nvGraphicFramePr>
          <p:cNvPr id="30"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1" name="Text 24"/>
          <p:cNvSpPr txBox="1"/>
          <p:nvPr/>
        </p:nvSpPr>
        <p:spPr>
          <a:xfrm>
            <a:off x="2941320"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 pts</a:t>
            </a:r>
            <a:endParaRPr lang="en-US" sz="1600" dirty="0"/>
          </a:p>
        </p:txBody>
      </p:sp>
      <p:sp>
        <p:nvSpPr>
          <p:cNvPr id="32" name="Shape 25"/>
          <p:cNvSpPr/>
          <p:nvPr/>
        </p:nvSpPr>
        <p:spPr>
          <a:xfrm>
            <a:off x="4349496" y="1371600"/>
            <a:ext cx="3489960" cy="45720"/>
          </a:xfrm>
          <a:prstGeom prst="rect">
            <a:avLst/>
          </a:prstGeom>
          <a:solidFill>
            <a:srgbClr val="C2352F"/>
          </a:solidFill>
          <a:ln/>
        </p:spPr>
        <p:txBody>
          <a:bodyPr/>
          <a:p/>
        </p:txBody>
      </p:sp>
      <p:sp>
        <p:nvSpPr>
          <p:cNvPr id="33" name="Text 26"/>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4" name="Shape 27"/>
          <p:cNvSpPr/>
          <p:nvPr/>
        </p:nvSpPr>
        <p:spPr>
          <a:xfrm>
            <a:off x="4349496" y="1810512"/>
            <a:ext cx="3489960" cy="886968"/>
          </a:xfrm>
          <a:prstGeom prst="rect">
            <a:avLst/>
          </a:prstGeom>
          <a:solidFill>
            <a:srgbClr val="F7F7F7"/>
          </a:solidFill>
          <a:ln/>
        </p:spPr>
        <p:txBody>
          <a:bodyPr/>
          <a:p/>
        </p:txBody>
      </p:sp>
      <p:sp>
        <p:nvSpPr>
          <p:cNvPr id="35" name="Text 28"/>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6" name="Text 29"/>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4.2%</a:t>
            </a:r>
            <a:endParaRPr lang="en-US" sz="1400" dirty="0"/>
          </a:p>
        </p:txBody>
      </p:sp>
      <p:graphicFrame>
        <p:nvGraphicFramePr>
          <p:cNvPr id="37"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38" name="Text 30"/>
          <p:cNvSpPr txBox="1"/>
          <p:nvPr/>
        </p:nvSpPr>
        <p:spPr>
          <a:xfrm>
            <a:off x="6632448" y="1810512"/>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−1.7 pts</a:t>
            </a:r>
            <a:endParaRPr lang="en-US" sz="1600" dirty="0"/>
          </a:p>
        </p:txBody>
      </p:sp>
      <p:sp>
        <p:nvSpPr>
          <p:cNvPr id="39" name="Text 31"/>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0" name="Text 32"/>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12.1%</a:t>
            </a:r>
            <a:endParaRPr lang="en-US" sz="1400" dirty="0"/>
          </a:p>
        </p:txBody>
      </p:sp>
      <p:graphicFrame>
        <p:nvGraphicFramePr>
          <p:cNvPr id="41"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2" name="Text 33"/>
          <p:cNvSpPr txBox="1"/>
          <p:nvPr/>
        </p:nvSpPr>
        <p:spPr>
          <a:xfrm>
            <a:off x="6632448" y="2697480"/>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 pts</a:t>
            </a:r>
            <a:endParaRPr lang="en-US" sz="1600" dirty="0"/>
          </a:p>
        </p:txBody>
      </p:sp>
      <p:sp>
        <p:nvSpPr>
          <p:cNvPr id="43" name="Shape 34"/>
          <p:cNvSpPr/>
          <p:nvPr/>
        </p:nvSpPr>
        <p:spPr>
          <a:xfrm>
            <a:off x="4349496" y="3584448"/>
            <a:ext cx="3489960" cy="886968"/>
          </a:xfrm>
          <a:prstGeom prst="rect">
            <a:avLst/>
          </a:prstGeom>
          <a:solidFill>
            <a:srgbClr val="F7F7F7"/>
          </a:solidFill>
          <a:ln/>
        </p:spPr>
        <p:txBody>
          <a:bodyPr/>
          <a:p/>
        </p:txBody>
      </p:sp>
      <p:sp>
        <p:nvSpPr>
          <p:cNvPr id="44" name="Text 35"/>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5" name="Text 36"/>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10.7%</a:t>
            </a:r>
            <a:endParaRPr lang="en-US" sz="1400" dirty="0"/>
          </a:p>
        </p:txBody>
      </p:sp>
      <p:graphicFrame>
        <p:nvGraphicFramePr>
          <p:cNvPr id="46"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47" name="Text 37"/>
          <p:cNvSpPr txBox="1"/>
          <p:nvPr/>
        </p:nvSpPr>
        <p:spPr>
          <a:xfrm>
            <a:off x="6632448" y="3584448"/>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−0.3 pts</a:t>
            </a:r>
            <a:endParaRPr lang="en-US" sz="1600" dirty="0"/>
          </a:p>
        </p:txBody>
      </p:sp>
      <p:sp>
        <p:nvSpPr>
          <p:cNvPr id="48" name="Text 38"/>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9" name="Text 39"/>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11.9%</a:t>
            </a:r>
            <a:endParaRPr lang="en-US" sz="1400" dirty="0"/>
          </a:p>
        </p:txBody>
      </p:sp>
      <p:graphicFrame>
        <p:nvGraphicFramePr>
          <p:cNvPr id="50"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1" name="Text 40"/>
          <p:cNvSpPr txBox="1"/>
          <p:nvPr/>
        </p:nvSpPr>
        <p:spPr>
          <a:xfrm>
            <a:off x="6632448" y="4471416"/>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−0.1 pts</a:t>
            </a:r>
            <a:endParaRPr lang="en-US" sz="1600" dirty="0"/>
          </a:p>
        </p:txBody>
      </p:sp>
      <p:sp>
        <p:nvSpPr>
          <p:cNvPr id="52" name="Shape 41"/>
          <p:cNvSpPr/>
          <p:nvPr/>
        </p:nvSpPr>
        <p:spPr>
          <a:xfrm>
            <a:off x="4349496" y="5358384"/>
            <a:ext cx="3489960" cy="886968"/>
          </a:xfrm>
          <a:prstGeom prst="rect">
            <a:avLst/>
          </a:prstGeom>
          <a:solidFill>
            <a:srgbClr val="F7F7F7"/>
          </a:solidFill>
          <a:ln/>
        </p:spPr>
        <p:txBody>
          <a:bodyPr/>
          <a:p/>
        </p:txBody>
      </p:sp>
      <p:sp>
        <p:nvSpPr>
          <p:cNvPr id="53" name="Text 42"/>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4" name="Text 43"/>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7.0%</a:t>
            </a:r>
            <a:endParaRPr lang="en-US" sz="1400" dirty="0"/>
          </a:p>
        </p:txBody>
      </p:sp>
      <p:graphicFrame>
        <p:nvGraphicFramePr>
          <p:cNvPr id="55"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56" name="Text 44"/>
          <p:cNvSpPr txBox="1"/>
          <p:nvPr/>
        </p:nvSpPr>
        <p:spPr>
          <a:xfrm>
            <a:off x="6632448"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+0.2 pts</a:t>
            </a:r>
            <a:endParaRPr lang="en-US" sz="1600" dirty="0"/>
          </a:p>
        </p:txBody>
      </p:sp>
      <p:sp>
        <p:nvSpPr>
          <p:cNvPr id="57" name="Shape 45"/>
          <p:cNvSpPr/>
          <p:nvPr/>
        </p:nvSpPr>
        <p:spPr>
          <a:xfrm>
            <a:off x="8040624" y="1371600"/>
            <a:ext cx="3489960" cy="45720"/>
          </a:xfrm>
          <a:prstGeom prst="rect">
            <a:avLst/>
          </a:prstGeom>
          <a:solidFill>
            <a:srgbClr val="2587C5"/>
          </a:solidFill>
          <a:ln/>
        </p:spPr>
        <p:txBody>
          <a:bodyPr/>
          <a:p/>
        </p:txBody>
      </p:sp>
      <p:sp>
        <p:nvSpPr>
          <p:cNvPr id="58" name="Text 46"/>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9" name="Shape 47"/>
          <p:cNvSpPr/>
          <p:nvPr/>
        </p:nvSpPr>
        <p:spPr>
          <a:xfrm>
            <a:off x="8040624" y="1810512"/>
            <a:ext cx="3489960" cy="886968"/>
          </a:xfrm>
          <a:prstGeom prst="rect">
            <a:avLst/>
          </a:prstGeom>
          <a:solidFill>
            <a:srgbClr val="F7F7F7"/>
          </a:solidFill>
          <a:ln/>
        </p:spPr>
        <p:txBody>
          <a:bodyPr/>
          <a:p/>
        </p:txBody>
      </p:sp>
      <p:sp>
        <p:nvSpPr>
          <p:cNvPr id="60" name="Text 48"/>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1" name="Text 49"/>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14.1%</a:t>
            </a:r>
            <a:endParaRPr lang="en-US" sz="1400" dirty="0"/>
          </a:p>
        </p:txBody>
      </p:sp>
      <p:graphicFrame>
        <p:nvGraphicFramePr>
          <p:cNvPr id="62"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63"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64" name="Text 50"/>
          <p:cNvSpPr txBox="1"/>
          <p:nvPr/>
        </p:nvSpPr>
        <p:spPr>
          <a:xfrm>
            <a:off x="10323576"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+9.0 pts</a:t>
            </a:r>
            <a:endParaRPr lang="en-US" sz="1600" dirty="0"/>
          </a:p>
        </p:txBody>
      </p:sp>
      <p:sp>
        <p:nvSpPr>
          <p:cNvPr id="65" name="Text 51"/>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6" name="Text 52"/>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5.3%</a:t>
            </a:r>
            <a:endParaRPr lang="en-US" sz="1400" dirty="0"/>
          </a:p>
        </p:txBody>
      </p:sp>
      <p:graphicFrame>
        <p:nvGraphicFramePr>
          <p:cNvPr id="67"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68"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69" name="Text 53"/>
          <p:cNvSpPr txBox="1"/>
          <p:nvPr/>
        </p:nvSpPr>
        <p:spPr>
          <a:xfrm>
            <a:off x="10323576"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 pts</a:t>
            </a:r>
            <a:endParaRPr lang="en-US" sz="1600" dirty="0"/>
          </a:p>
        </p:txBody>
      </p:sp>
      <p:sp>
        <p:nvSpPr>
          <p:cNvPr id="70" name="Shape 54"/>
          <p:cNvSpPr/>
          <p:nvPr/>
        </p:nvSpPr>
        <p:spPr>
          <a:xfrm>
            <a:off x="8040624" y="3584448"/>
            <a:ext cx="3489960" cy="886968"/>
          </a:xfrm>
          <a:prstGeom prst="rect">
            <a:avLst/>
          </a:prstGeom>
          <a:solidFill>
            <a:srgbClr val="F7F7F7"/>
          </a:solidFill>
          <a:ln/>
        </p:spPr>
        <p:txBody>
          <a:bodyPr/>
          <a:p/>
        </p:txBody>
      </p:sp>
      <p:sp>
        <p:nvSpPr>
          <p:cNvPr id="71" name="Text 55"/>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2" name="Text 56"/>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a:t>
            </a:r>
            <a:endParaRPr lang="en-US" sz="1400" dirty="0"/>
          </a:p>
        </p:txBody>
      </p:sp>
      <p:graphicFrame>
        <p:nvGraphicFramePr>
          <p:cNvPr id="73"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74"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75" name="Text 57"/>
          <p:cNvSpPr txBox="1"/>
          <p:nvPr/>
        </p:nvSpPr>
        <p:spPr>
          <a:xfrm>
            <a:off x="10323576"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+3.9 pts</a:t>
            </a:r>
            <a:endParaRPr lang="en-US" sz="1600" dirty="0"/>
          </a:p>
        </p:txBody>
      </p:sp>
      <p:sp>
        <p:nvSpPr>
          <p:cNvPr id="76" name="Text 58"/>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77" name="Text 59"/>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11.7%</a:t>
            </a:r>
            <a:endParaRPr lang="en-US" sz="1400" dirty="0"/>
          </a:p>
        </p:txBody>
      </p:sp>
      <p:graphicFrame>
        <p:nvGraphicFramePr>
          <p:cNvPr id="78"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79"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80" name="Text 60"/>
          <p:cNvSpPr txBox="1"/>
          <p:nvPr/>
        </p:nvSpPr>
        <p:spPr>
          <a:xfrm>
            <a:off x="10323576"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 pts</a:t>
            </a:r>
            <a:endParaRPr lang="en-US" sz="1600" dirty="0"/>
          </a:p>
        </p:txBody>
      </p:sp>
      <p:sp>
        <p:nvSpPr>
          <p:cNvPr id="81" name="Shape 61"/>
          <p:cNvSpPr/>
          <p:nvPr/>
        </p:nvSpPr>
        <p:spPr>
          <a:xfrm>
            <a:off x="8040624" y="5358384"/>
            <a:ext cx="3489960" cy="886968"/>
          </a:xfrm>
          <a:prstGeom prst="rect">
            <a:avLst/>
          </a:prstGeom>
          <a:solidFill>
            <a:srgbClr val="F7F7F7"/>
          </a:solidFill>
          <a:ln/>
        </p:spPr>
        <p:txBody>
          <a:bodyPr/>
          <a:p/>
        </p:txBody>
      </p:sp>
      <p:sp>
        <p:nvSpPr>
          <p:cNvPr id="82" name="Text 62"/>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3" name="Text 63"/>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10.2%</a:t>
            </a:r>
            <a:endParaRPr lang="en-US" sz="1400" dirty="0"/>
          </a:p>
        </p:txBody>
      </p:sp>
      <p:graphicFrame>
        <p:nvGraphicFramePr>
          <p:cNvPr id="84"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85"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86" name="Text 64"/>
          <p:cNvSpPr txBox="1"/>
          <p:nvPr/>
        </p:nvSpPr>
        <p:spPr>
          <a:xfrm>
            <a:off x="10323576"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 pts</a:t>
            </a:r>
            <a:endParaRPr lang="en-US" sz="1600" dirty="0"/>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Fuel Service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Text 8"/>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13.8%</a:t>
            </a:r>
            <a:endParaRPr lang="en-US" sz="1400" dirty="0"/>
          </a:p>
        </p:txBody>
      </p:sp>
      <p:graphicFrame>
        <p:nvGraphicFramePr>
          <p:cNvPr id="12"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3" name="Text 10"/>
          <p:cNvSpPr txBox="1"/>
          <p:nvPr/>
        </p:nvSpPr>
        <p:spPr>
          <a:xfrm>
            <a:off x="2941320"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+13.8 pts</a:t>
            </a:r>
            <a:endParaRPr lang="en-US" sz="1600" dirty="0"/>
          </a:p>
        </p:txBody>
      </p:sp>
      <p:sp>
        <p:nvSpPr>
          <p:cNvPr id="14" name="Shape 11"/>
          <p:cNvSpPr/>
          <p:nvPr/>
        </p:nvSpPr>
        <p:spPr>
          <a:xfrm>
            <a:off x="4084320" y="2734056"/>
            <a:ext cx="64008" cy="813816"/>
          </a:xfrm>
          <a:prstGeom prst="rect">
            <a:avLst/>
          </a:prstGeom>
          <a:solidFill>
            <a:srgbClr val="12A566"/>
          </a:solidFill>
          <a:ln/>
        </p:spPr>
        <p:txBody>
          <a:bodyPr/>
          <a:p/>
        </p:txBody>
      </p:sp>
      <p:sp>
        <p:nvSpPr>
          <p:cNvPr id="15" name="Text 12"/>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3"/>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a:t>
            </a:r>
            <a:endParaRPr lang="en-US" sz="1400" dirty="0"/>
          </a:p>
        </p:txBody>
      </p:sp>
      <p:graphicFrame>
        <p:nvGraphicFramePr>
          <p:cNvPr id="17"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8" name="Text 14"/>
          <p:cNvSpPr txBox="1"/>
          <p:nvPr/>
        </p:nvSpPr>
        <p:spPr>
          <a:xfrm>
            <a:off x="2941320"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+6.1 pts</a:t>
            </a:r>
            <a:endParaRPr lang="en-US" sz="1600" dirty="0"/>
          </a:p>
        </p:txBody>
      </p:sp>
      <p:sp>
        <p:nvSpPr>
          <p:cNvPr id="19" name="Shape 15"/>
          <p:cNvSpPr/>
          <p:nvPr/>
        </p:nvSpPr>
        <p:spPr>
          <a:xfrm>
            <a:off x="658368" y="3584448"/>
            <a:ext cx="3489960" cy="886968"/>
          </a:xfrm>
          <a:prstGeom prst="rect">
            <a:avLst/>
          </a:prstGeom>
          <a:solidFill>
            <a:srgbClr val="F7F7F7"/>
          </a:solidFill>
          <a:ln/>
        </p:spPr>
        <p:txBody>
          <a:bodyPr/>
          <a:p/>
        </p:txBody>
      </p:sp>
      <p:sp>
        <p:nvSpPr>
          <p:cNvPr id="20" name="Text 16"/>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7"/>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5.5%</a:t>
            </a:r>
            <a:endParaRPr lang="en-US" sz="1400" dirty="0"/>
          </a:p>
        </p:txBody>
      </p:sp>
      <p:graphicFrame>
        <p:nvGraphicFramePr>
          <p:cNvPr id="22"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3" name="Text 18"/>
          <p:cNvSpPr txBox="1"/>
          <p:nvPr/>
        </p:nvSpPr>
        <p:spPr>
          <a:xfrm>
            <a:off x="2941320"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+5.3 pts</a:t>
            </a:r>
            <a:endParaRPr lang="en-US" sz="1600" dirty="0"/>
          </a:p>
        </p:txBody>
      </p:sp>
      <p:sp>
        <p:nvSpPr>
          <p:cNvPr id="24" name="Text 19"/>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5" name="Text 20"/>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4.5%</a:t>
            </a:r>
            <a:endParaRPr lang="en-US" sz="1400" dirty="0"/>
          </a:p>
        </p:txBody>
      </p:sp>
      <p:graphicFrame>
        <p:nvGraphicFramePr>
          <p:cNvPr id="26"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7" name="Text 21"/>
          <p:cNvSpPr txBox="1"/>
          <p:nvPr/>
        </p:nvSpPr>
        <p:spPr>
          <a:xfrm>
            <a:off x="2941320"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+4.5 pts</a:t>
            </a:r>
            <a:endParaRPr lang="en-US" sz="1600" dirty="0"/>
          </a:p>
        </p:txBody>
      </p:sp>
      <p:sp>
        <p:nvSpPr>
          <p:cNvPr id="28" name="Shape 22"/>
          <p:cNvSpPr/>
          <p:nvPr/>
        </p:nvSpPr>
        <p:spPr>
          <a:xfrm>
            <a:off x="658368" y="5358384"/>
            <a:ext cx="3489960" cy="886968"/>
          </a:xfrm>
          <a:prstGeom prst="rect">
            <a:avLst/>
          </a:prstGeom>
          <a:solidFill>
            <a:srgbClr val="F7F7F7"/>
          </a:solidFill>
          <a:ln/>
        </p:spPr>
        <p:txBody>
          <a:bodyPr/>
          <a:p/>
        </p:txBody>
      </p:sp>
      <p:sp>
        <p:nvSpPr>
          <p:cNvPr id="29" name="Text 23"/>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0" name="Text 24"/>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9.3%</a:t>
            </a:r>
            <a:endParaRPr lang="en-US" sz="1400" dirty="0"/>
          </a:p>
        </p:txBody>
      </p:sp>
      <p:graphicFrame>
        <p:nvGraphicFramePr>
          <p:cNvPr id="31"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2" name="Text 25"/>
          <p:cNvSpPr txBox="1"/>
          <p:nvPr/>
        </p:nvSpPr>
        <p:spPr>
          <a:xfrm>
            <a:off x="2941320"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+4.0 pts</a:t>
            </a:r>
            <a:endParaRPr lang="en-US" sz="1600" dirty="0"/>
          </a:p>
        </p:txBody>
      </p:sp>
      <p:sp>
        <p:nvSpPr>
          <p:cNvPr id="33" name="Shape 26"/>
          <p:cNvSpPr/>
          <p:nvPr/>
        </p:nvSpPr>
        <p:spPr>
          <a:xfrm>
            <a:off x="4349496" y="1371600"/>
            <a:ext cx="3489960" cy="45720"/>
          </a:xfrm>
          <a:prstGeom prst="rect">
            <a:avLst/>
          </a:prstGeom>
          <a:solidFill>
            <a:srgbClr val="C2352F"/>
          </a:solidFill>
          <a:ln/>
        </p:spPr>
        <p:txBody>
          <a:bodyPr/>
          <a:p/>
        </p:txBody>
      </p:sp>
      <p:sp>
        <p:nvSpPr>
          <p:cNvPr id="34"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5" name="Shape 28"/>
          <p:cNvSpPr/>
          <p:nvPr/>
        </p:nvSpPr>
        <p:spPr>
          <a:xfrm>
            <a:off x="4349496" y="1810512"/>
            <a:ext cx="3489960" cy="886968"/>
          </a:xfrm>
          <a:prstGeom prst="rect">
            <a:avLst/>
          </a:prstGeom>
          <a:solidFill>
            <a:srgbClr val="F7F7F7"/>
          </a:solidFill>
          <a:ln/>
        </p:spPr>
        <p:txBody>
          <a:bodyPr/>
          <a:p/>
        </p:txBody>
      </p:sp>
      <p:sp>
        <p:nvSpPr>
          <p:cNvPr id="36" name="Text 29"/>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37" name="Text 30"/>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7.0%</a:t>
            </a:r>
            <a:endParaRPr lang="en-US" sz="1400" dirty="0"/>
          </a:p>
        </p:txBody>
      </p:sp>
      <p:graphicFrame>
        <p:nvGraphicFramePr>
          <p:cNvPr id="38"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39" name="Text 31"/>
          <p:cNvSpPr txBox="1"/>
          <p:nvPr/>
        </p:nvSpPr>
        <p:spPr>
          <a:xfrm>
            <a:off x="6632448" y="1810512"/>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−1.2 pts</a:t>
            </a:r>
            <a:endParaRPr lang="en-US" sz="1600" dirty="0"/>
          </a:p>
        </p:txBody>
      </p:sp>
      <p:sp>
        <p:nvSpPr>
          <p:cNvPr id="40" name="Text 32"/>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28</a:t>
            </a:r>
            <a:endParaRPr lang="en-US" sz="1500" dirty="0"/>
          </a:p>
        </p:txBody>
      </p:sp>
      <p:sp>
        <p:nvSpPr>
          <p:cNvPr id="41" name="Text 33"/>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3.0%</a:t>
            </a:r>
            <a:endParaRPr lang="en-US" sz="1400" dirty="0"/>
          </a:p>
        </p:txBody>
      </p:sp>
      <p:graphicFrame>
        <p:nvGraphicFramePr>
          <p:cNvPr id="42"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3" name="Text 34"/>
          <p:cNvSpPr txBox="1"/>
          <p:nvPr/>
        </p:nvSpPr>
        <p:spPr>
          <a:xfrm>
            <a:off x="6632448" y="2697480"/>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−0.9 pts</a:t>
            </a:r>
            <a:endParaRPr lang="en-US" sz="1600" dirty="0"/>
          </a:p>
        </p:txBody>
      </p:sp>
      <p:sp>
        <p:nvSpPr>
          <p:cNvPr id="44" name="Shape 35"/>
          <p:cNvSpPr/>
          <p:nvPr/>
        </p:nvSpPr>
        <p:spPr>
          <a:xfrm>
            <a:off x="4349496" y="3584448"/>
            <a:ext cx="3489960" cy="886968"/>
          </a:xfrm>
          <a:prstGeom prst="rect">
            <a:avLst/>
          </a:prstGeom>
          <a:solidFill>
            <a:srgbClr val="F7F7F7"/>
          </a:solidFill>
          <a:ln/>
        </p:spPr>
        <p:txBody>
          <a:bodyPr/>
          <a:p/>
        </p:txBody>
      </p:sp>
      <p:sp>
        <p:nvSpPr>
          <p:cNvPr id="45" name="Text 36"/>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27</a:t>
            </a:r>
            <a:endParaRPr lang="en-US" sz="1500" dirty="0"/>
          </a:p>
        </p:txBody>
      </p:sp>
      <p:sp>
        <p:nvSpPr>
          <p:cNvPr id="46" name="Text 37"/>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5.8%</a:t>
            </a:r>
            <a:endParaRPr lang="en-US" sz="1400" dirty="0"/>
          </a:p>
        </p:txBody>
      </p:sp>
      <p:graphicFrame>
        <p:nvGraphicFramePr>
          <p:cNvPr id="47"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48" name="Text 38"/>
          <p:cNvSpPr txBox="1"/>
          <p:nvPr/>
        </p:nvSpPr>
        <p:spPr>
          <a:xfrm>
            <a:off x="6632448" y="3584448"/>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−0.2 pts</a:t>
            </a:r>
            <a:endParaRPr lang="en-US" sz="1600" dirty="0"/>
          </a:p>
        </p:txBody>
      </p:sp>
      <p:sp>
        <p:nvSpPr>
          <p:cNvPr id="49" name="Text 39"/>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26</a:t>
            </a:r>
            <a:endParaRPr lang="en-US" sz="1500" dirty="0"/>
          </a:p>
        </p:txBody>
      </p:sp>
      <p:sp>
        <p:nvSpPr>
          <p:cNvPr id="50" name="Text 40"/>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a:t>
            </a:r>
            <a:endParaRPr lang="en-US" sz="1400" dirty="0"/>
          </a:p>
        </p:txBody>
      </p:sp>
      <p:graphicFrame>
        <p:nvGraphicFramePr>
          <p:cNvPr id="51"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2" name="Text 41"/>
          <p:cNvSpPr txBox="1"/>
          <p:nvPr/>
        </p:nvSpPr>
        <p:spPr>
          <a:xfrm>
            <a:off x="6632448"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+0.0 pts</a:t>
            </a:r>
            <a:endParaRPr lang="en-US" sz="1600" dirty="0"/>
          </a:p>
        </p:txBody>
      </p:sp>
      <p:sp>
        <p:nvSpPr>
          <p:cNvPr id="53" name="Shape 42"/>
          <p:cNvSpPr/>
          <p:nvPr/>
        </p:nvSpPr>
        <p:spPr>
          <a:xfrm>
            <a:off x="4349496" y="5358384"/>
            <a:ext cx="3489960" cy="886968"/>
          </a:xfrm>
          <a:prstGeom prst="rect">
            <a:avLst/>
          </a:prstGeom>
          <a:solidFill>
            <a:srgbClr val="F7F7F7"/>
          </a:solidFill>
          <a:ln/>
        </p:spPr>
        <p:txBody>
          <a:bodyPr/>
          <a:p/>
        </p:txBody>
      </p:sp>
      <p:sp>
        <p:nvSpPr>
          <p:cNvPr id="54" name="Text 43"/>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25</a:t>
            </a:r>
            <a:endParaRPr lang="en-US" sz="1500" dirty="0"/>
          </a:p>
        </p:txBody>
      </p:sp>
      <p:sp>
        <p:nvSpPr>
          <p:cNvPr id="55" name="Text 44"/>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6.0%</a:t>
            </a:r>
            <a:endParaRPr lang="en-US" sz="1400" dirty="0"/>
          </a:p>
        </p:txBody>
      </p:sp>
      <p:graphicFrame>
        <p:nvGraphicFramePr>
          <p:cNvPr id="56"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57" name="Text 45"/>
          <p:cNvSpPr txBox="1"/>
          <p:nvPr/>
        </p:nvSpPr>
        <p:spPr>
          <a:xfrm>
            <a:off x="6632448"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+0.0 pts</a:t>
            </a:r>
            <a:endParaRPr lang="en-US" sz="1600" dirty="0"/>
          </a:p>
        </p:txBody>
      </p:sp>
      <p:sp>
        <p:nvSpPr>
          <p:cNvPr id="58" name="Shape 46"/>
          <p:cNvSpPr/>
          <p:nvPr/>
        </p:nvSpPr>
        <p:spPr>
          <a:xfrm>
            <a:off x="8040624" y="1371600"/>
            <a:ext cx="3489960" cy="45720"/>
          </a:xfrm>
          <a:prstGeom prst="rect">
            <a:avLst/>
          </a:prstGeom>
          <a:solidFill>
            <a:srgbClr val="2587C5"/>
          </a:solidFill>
          <a:ln/>
        </p:spPr>
        <p:txBody>
          <a:bodyPr/>
          <a:p/>
        </p:txBody>
      </p:sp>
      <p:sp>
        <p:nvSpPr>
          <p:cNvPr id="59" name="Text 4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0" name="Shape 48"/>
          <p:cNvSpPr/>
          <p:nvPr/>
        </p:nvSpPr>
        <p:spPr>
          <a:xfrm>
            <a:off x="8040624" y="1810512"/>
            <a:ext cx="3489960" cy="886968"/>
          </a:xfrm>
          <a:prstGeom prst="rect">
            <a:avLst/>
          </a:prstGeom>
          <a:solidFill>
            <a:srgbClr val="F7F7F7"/>
          </a:solidFill>
          <a:ln/>
        </p:spPr>
        <p:txBody>
          <a:bodyPr/>
          <a:p/>
        </p:txBody>
      </p:sp>
      <p:sp>
        <p:nvSpPr>
          <p:cNvPr id="61" name="Text 49"/>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2" name="Text 50"/>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10.6%</a:t>
            </a:r>
            <a:endParaRPr lang="en-US" sz="1400" dirty="0"/>
          </a:p>
        </p:txBody>
      </p:sp>
      <p:graphicFrame>
        <p:nvGraphicFramePr>
          <p:cNvPr id="63"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64"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65" name="Text 51"/>
          <p:cNvSpPr txBox="1"/>
          <p:nvPr/>
        </p:nvSpPr>
        <p:spPr>
          <a:xfrm>
            <a:off x="10323576"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+8.1 pts</a:t>
            </a:r>
            <a:endParaRPr lang="en-US" sz="1600" dirty="0"/>
          </a:p>
        </p:txBody>
      </p:sp>
      <p:sp>
        <p:nvSpPr>
          <p:cNvPr id="66" name="Text 52"/>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7" name="Text 53"/>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8.1%</a:t>
            </a:r>
            <a:endParaRPr lang="en-US" sz="1400" dirty="0"/>
          </a:p>
        </p:txBody>
      </p:sp>
      <p:graphicFrame>
        <p:nvGraphicFramePr>
          <p:cNvPr id="68"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69"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70" name="Text 54"/>
          <p:cNvSpPr txBox="1"/>
          <p:nvPr/>
        </p:nvSpPr>
        <p:spPr>
          <a:xfrm>
            <a:off x="10323576"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+4.0 pts</a:t>
            </a:r>
            <a:endParaRPr lang="en-US" sz="1600" dirty="0"/>
          </a:p>
        </p:txBody>
      </p:sp>
      <p:sp>
        <p:nvSpPr>
          <p:cNvPr id="71" name="Shape 55"/>
          <p:cNvSpPr/>
          <p:nvPr/>
        </p:nvSpPr>
        <p:spPr>
          <a:xfrm>
            <a:off x="8040624" y="3584448"/>
            <a:ext cx="3489960" cy="886968"/>
          </a:xfrm>
          <a:prstGeom prst="rect">
            <a:avLst/>
          </a:prstGeom>
          <a:solidFill>
            <a:srgbClr val="F7F7F7"/>
          </a:solidFill>
          <a:ln/>
        </p:spPr>
        <p:txBody>
          <a:bodyPr/>
          <a:p/>
        </p:txBody>
      </p:sp>
      <p:sp>
        <p:nvSpPr>
          <p:cNvPr id="72" name="Text 56"/>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3" name="Text 57"/>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4.8%</a:t>
            </a:r>
            <a:endParaRPr lang="en-US" sz="1400" dirty="0"/>
          </a:p>
        </p:txBody>
      </p:sp>
      <p:graphicFrame>
        <p:nvGraphicFramePr>
          <p:cNvPr id="74"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75"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76" name="Text 58"/>
          <p:cNvSpPr txBox="1"/>
          <p:nvPr/>
        </p:nvSpPr>
        <p:spPr>
          <a:xfrm>
            <a:off x="10323576"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+3.7 pts</a:t>
            </a:r>
            <a:endParaRPr lang="en-US" sz="1600" dirty="0"/>
          </a:p>
        </p:txBody>
      </p:sp>
      <p:sp>
        <p:nvSpPr>
          <p:cNvPr id="77" name="Shape 59"/>
          <p:cNvSpPr/>
          <p:nvPr/>
        </p:nvSpPr>
        <p:spPr>
          <a:xfrm>
            <a:off x="11466576" y="4507992"/>
            <a:ext cx="64008" cy="813816"/>
          </a:xfrm>
          <a:prstGeom prst="rect">
            <a:avLst/>
          </a:prstGeom>
          <a:solidFill>
            <a:srgbClr val="12A566"/>
          </a:solidFill>
          <a:ln/>
        </p:spPr>
        <p:txBody>
          <a:bodyPr/>
          <a:p/>
        </p:txBody>
      </p:sp>
      <p:sp>
        <p:nvSpPr>
          <p:cNvPr id="78" name="Text 60"/>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79" name="Text 61"/>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10.0%</a:t>
            </a:r>
            <a:endParaRPr lang="en-US" sz="1400" dirty="0"/>
          </a:p>
        </p:txBody>
      </p:sp>
      <p:graphicFrame>
        <p:nvGraphicFramePr>
          <p:cNvPr id="80"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81"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82" name="Text 62"/>
          <p:cNvSpPr txBox="1"/>
          <p:nvPr/>
        </p:nvSpPr>
        <p:spPr>
          <a:xfrm>
            <a:off x="10323576"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 pts</a:t>
            </a:r>
            <a:endParaRPr lang="en-US" sz="1600" dirty="0"/>
          </a:p>
        </p:txBody>
      </p:sp>
      <p:sp>
        <p:nvSpPr>
          <p:cNvPr id="83" name="Shape 63"/>
          <p:cNvSpPr/>
          <p:nvPr/>
        </p:nvSpPr>
        <p:spPr>
          <a:xfrm>
            <a:off x="8040624" y="5358384"/>
            <a:ext cx="3489960" cy="886968"/>
          </a:xfrm>
          <a:prstGeom prst="rect">
            <a:avLst/>
          </a:prstGeom>
          <a:solidFill>
            <a:srgbClr val="F7F7F7"/>
          </a:solidFill>
          <a:ln/>
        </p:spPr>
        <p:txBody>
          <a:bodyPr/>
          <a:p/>
        </p:txBody>
      </p:sp>
      <p:sp>
        <p:nvSpPr>
          <p:cNvPr id="84" name="Text 64"/>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5" name="Text 65"/>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8.8%</a:t>
            </a:r>
            <a:endParaRPr lang="en-US" sz="1400" dirty="0"/>
          </a:p>
        </p:txBody>
      </p:sp>
      <p:graphicFrame>
        <p:nvGraphicFramePr>
          <p:cNvPr id="86"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87"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88" name="Text 66"/>
          <p:cNvSpPr txBox="1"/>
          <p:nvPr/>
        </p:nvSpPr>
        <p:spPr>
          <a:xfrm>
            <a:off x="10323576"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+2.5 pts</a:t>
            </a:r>
            <a:endParaRPr lang="en-US" sz="1600" dirty="0"/>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ELR</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Shape 8"/>
          <p:cNvSpPr/>
          <p:nvPr/>
        </p:nvSpPr>
        <p:spPr>
          <a:xfrm>
            <a:off x="4084320" y="1847088"/>
            <a:ext cx="64008" cy="813816"/>
          </a:xfrm>
          <a:prstGeom prst="rect">
            <a:avLst/>
          </a:prstGeom>
          <a:solidFill>
            <a:srgbClr val="12A566"/>
          </a:solidFill>
          <a:ln/>
        </p:spPr>
        <p:txBody>
          <a:bodyPr/>
          <a:p/>
        </p:txBody>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$205</a:t>
            </a:r>
            <a:endParaRPr lang="en-US" sz="1400" dirty="0"/>
          </a:p>
        </p:txBody>
      </p:sp>
      <p:graphicFrame>
        <p:nvGraphicFramePr>
          <p:cNvPr id="13"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4" name="Text 11"/>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+29.5%</a:t>
            </a:r>
            <a:endParaRPr lang="en-US" sz="1600" dirty="0"/>
          </a:p>
        </p:txBody>
      </p:sp>
      <p:sp>
        <p:nvSpPr>
          <p:cNvPr id="15" name="Text 12"/>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+$47</a:t>
            </a:r>
            <a:endParaRPr lang="en-US" sz="1300" dirty="0"/>
          </a:p>
        </p:txBody>
      </p:sp>
      <p:sp>
        <p:nvSpPr>
          <p:cNvPr id="16" name="Text 13"/>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7" name="Text 14"/>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$207</a:t>
            </a:r>
            <a:endParaRPr lang="en-US" sz="1400" dirty="0"/>
          </a:p>
        </p:txBody>
      </p:sp>
      <p:graphicFrame>
        <p:nvGraphicFramePr>
          <p:cNvPr id="18"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9" name="Text 15"/>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+23.6%</a:t>
            </a:r>
            <a:endParaRPr lang="en-US" sz="1600" dirty="0"/>
          </a:p>
        </p:txBody>
      </p:sp>
      <p:sp>
        <p:nvSpPr>
          <p:cNvPr id="20" name="Text 16"/>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+$40</a:t>
            </a:r>
            <a:endParaRPr lang="en-US" sz="1300" dirty="0"/>
          </a:p>
        </p:txBody>
      </p:sp>
      <p:sp>
        <p:nvSpPr>
          <p:cNvPr id="21" name="Shape 17"/>
          <p:cNvSpPr/>
          <p:nvPr/>
        </p:nvSpPr>
        <p:spPr>
          <a:xfrm>
            <a:off x="658368" y="3584448"/>
            <a:ext cx="3489960" cy="886968"/>
          </a:xfrm>
          <a:prstGeom prst="rect">
            <a:avLst/>
          </a:prstGeom>
          <a:solidFill>
            <a:srgbClr val="F7F7F7"/>
          </a:solidFill>
          <a:ln/>
        </p:spPr>
        <p:txBody>
          <a:bodyPr/>
          <a:p/>
        </p:txBody>
      </p:sp>
      <p:sp>
        <p:nvSpPr>
          <p:cNvPr id="22" name="Text 18"/>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3" name="Text 19"/>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$166</a:t>
            </a:r>
            <a:endParaRPr lang="en-US" sz="1400" dirty="0"/>
          </a:p>
        </p:txBody>
      </p:sp>
      <p:graphicFrame>
        <p:nvGraphicFramePr>
          <p:cNvPr id="24"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5" name="Text 20"/>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+19.6%</a:t>
            </a:r>
            <a:endParaRPr lang="en-US" sz="1600" dirty="0"/>
          </a:p>
        </p:txBody>
      </p:sp>
      <p:sp>
        <p:nvSpPr>
          <p:cNvPr id="26" name="Text 21"/>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27" name="Text 22"/>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8" name="Text 23"/>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$134</a:t>
            </a:r>
            <a:endParaRPr lang="en-US" sz="1400" dirty="0"/>
          </a:p>
        </p:txBody>
      </p:sp>
      <p:graphicFrame>
        <p:nvGraphicFramePr>
          <p:cNvPr id="29"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30" name="Text 24"/>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+18.3%</a:t>
            </a:r>
            <a:endParaRPr lang="en-US" sz="1600" dirty="0"/>
          </a:p>
        </p:txBody>
      </p:sp>
      <p:sp>
        <p:nvSpPr>
          <p:cNvPr id="31" name="Text 25"/>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+$21</a:t>
            </a:r>
            <a:endParaRPr lang="en-US" sz="1300" dirty="0"/>
          </a:p>
        </p:txBody>
      </p:sp>
      <p:sp>
        <p:nvSpPr>
          <p:cNvPr id="32" name="Shape 26"/>
          <p:cNvSpPr/>
          <p:nvPr/>
        </p:nvSpPr>
        <p:spPr>
          <a:xfrm>
            <a:off x="658368" y="5358384"/>
            <a:ext cx="3489960" cy="886968"/>
          </a:xfrm>
          <a:prstGeom prst="rect">
            <a:avLst/>
          </a:prstGeom>
          <a:solidFill>
            <a:srgbClr val="F7F7F7"/>
          </a:solidFill>
          <a:ln/>
        </p:spPr>
        <p:txBody>
          <a:bodyPr/>
          <a:p/>
        </p:txBody>
      </p:sp>
      <p:sp>
        <p:nvSpPr>
          <p:cNvPr id="33" name="Shape 27"/>
          <p:cNvSpPr/>
          <p:nvPr/>
        </p:nvSpPr>
        <p:spPr>
          <a:xfrm>
            <a:off x="4084320" y="5394960"/>
            <a:ext cx="64008" cy="813816"/>
          </a:xfrm>
          <a:prstGeom prst="rect">
            <a:avLst/>
          </a:prstGeom>
          <a:solidFill>
            <a:srgbClr val="12A566"/>
          </a:solidFill>
          <a:ln/>
        </p:spPr>
        <p:txBody>
          <a:bodyPr/>
          <a:p/>
        </p:txBody>
      </p:sp>
      <p:sp>
        <p:nvSpPr>
          <p:cNvPr id="34" name="Text 28"/>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5" name="Text 29"/>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$115</a:t>
            </a:r>
            <a:endParaRPr lang="en-US" sz="1400" dirty="0"/>
          </a:p>
        </p:txBody>
      </p:sp>
      <p:graphicFrame>
        <p:nvGraphicFramePr>
          <p:cNvPr id="36"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7" name="Text 30"/>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+17.9%</a:t>
            </a:r>
            <a:endParaRPr lang="en-US" sz="1600" dirty="0"/>
          </a:p>
        </p:txBody>
      </p:sp>
      <p:sp>
        <p:nvSpPr>
          <p:cNvPr id="38" name="Text 31"/>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a:t>
            </a:r>
            <a:endParaRPr lang="en-US" sz="1300" dirty="0"/>
          </a:p>
        </p:txBody>
      </p:sp>
      <p:sp>
        <p:nvSpPr>
          <p:cNvPr id="39" name="Shape 32"/>
          <p:cNvSpPr/>
          <p:nvPr/>
        </p:nvSpPr>
        <p:spPr>
          <a:xfrm>
            <a:off x="4349496" y="1371600"/>
            <a:ext cx="3489960" cy="45720"/>
          </a:xfrm>
          <a:prstGeom prst="rect">
            <a:avLst/>
          </a:prstGeom>
          <a:solidFill>
            <a:srgbClr val="C2352F"/>
          </a:solidFill>
          <a:ln/>
        </p:spPr>
        <p:txBody>
          <a:bodyPr/>
          <a:p/>
        </p:txBody>
      </p:sp>
      <p:sp>
        <p:nvSpPr>
          <p:cNvPr id="40" name="Text 33"/>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41" name="Shape 34"/>
          <p:cNvSpPr/>
          <p:nvPr/>
        </p:nvSpPr>
        <p:spPr>
          <a:xfrm>
            <a:off x="4349496" y="1810512"/>
            <a:ext cx="3489960" cy="886968"/>
          </a:xfrm>
          <a:prstGeom prst="rect">
            <a:avLst/>
          </a:prstGeom>
          <a:solidFill>
            <a:srgbClr val="F7F7F7"/>
          </a:solidFill>
          <a:ln/>
        </p:spPr>
        <p:txBody>
          <a:bodyPr/>
          <a:p/>
        </p:txBody>
      </p:sp>
      <p:sp>
        <p:nvSpPr>
          <p:cNvPr id="42" name="Text 35"/>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3" name="Text 36"/>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$87</a:t>
            </a:r>
            <a:endParaRPr lang="en-US" sz="1400" dirty="0"/>
          </a:p>
        </p:txBody>
      </p:sp>
      <p:graphicFrame>
        <p:nvGraphicFramePr>
          <p:cNvPr id="44"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5" name="Text 37"/>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−27.2%</a:t>
            </a:r>
            <a:endParaRPr lang="en-US" sz="1600" dirty="0"/>
          </a:p>
        </p:txBody>
      </p:sp>
      <p:sp>
        <p:nvSpPr>
          <p:cNvPr id="46" name="Text 38"/>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−$33</a:t>
            </a:r>
            <a:endParaRPr lang="en-US" sz="1300" dirty="0"/>
          </a:p>
        </p:txBody>
      </p:sp>
      <p:sp>
        <p:nvSpPr>
          <p:cNvPr id="47" name="Text 39"/>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8" name="Text 40"/>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$167</a:t>
            </a:r>
            <a:endParaRPr lang="en-US" sz="1400" dirty="0"/>
          </a:p>
        </p:txBody>
      </p:sp>
      <p:graphicFrame>
        <p:nvGraphicFramePr>
          <p:cNvPr id="49"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50" name="Text 41"/>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−26.6%</a:t>
            </a:r>
            <a:endParaRPr lang="en-US" sz="1600" dirty="0"/>
          </a:p>
        </p:txBody>
      </p:sp>
      <p:sp>
        <p:nvSpPr>
          <p:cNvPr id="51" name="Text 42"/>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−$60</a:t>
            </a:r>
            <a:endParaRPr lang="en-US" sz="1300" dirty="0"/>
          </a:p>
        </p:txBody>
      </p:sp>
      <p:sp>
        <p:nvSpPr>
          <p:cNvPr id="52" name="Shape 43"/>
          <p:cNvSpPr/>
          <p:nvPr/>
        </p:nvSpPr>
        <p:spPr>
          <a:xfrm>
            <a:off x="4349496" y="3584448"/>
            <a:ext cx="3489960" cy="886968"/>
          </a:xfrm>
          <a:prstGeom prst="rect">
            <a:avLst/>
          </a:prstGeom>
          <a:solidFill>
            <a:srgbClr val="F7F7F7"/>
          </a:solidFill>
          <a:ln/>
        </p:spPr>
        <p:txBody>
          <a:bodyPr/>
          <a:p/>
        </p:txBody>
      </p:sp>
      <p:sp>
        <p:nvSpPr>
          <p:cNvPr id="53" name="Text 44"/>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54" name="Text 45"/>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$142</a:t>
            </a:r>
            <a:endParaRPr lang="en-US" sz="1400" dirty="0"/>
          </a:p>
        </p:txBody>
      </p:sp>
      <p:graphicFrame>
        <p:nvGraphicFramePr>
          <p:cNvPr id="55"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56" name="Text 46"/>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−22.4%</a:t>
            </a:r>
            <a:endParaRPr lang="en-US" sz="1600" dirty="0"/>
          </a:p>
        </p:txBody>
      </p:sp>
      <p:sp>
        <p:nvSpPr>
          <p:cNvPr id="57" name="Text 47"/>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−$41</a:t>
            </a:r>
            <a:endParaRPr lang="en-US" sz="1300" dirty="0"/>
          </a:p>
        </p:txBody>
      </p:sp>
      <p:sp>
        <p:nvSpPr>
          <p:cNvPr id="58" name="Shape 48"/>
          <p:cNvSpPr/>
          <p:nvPr/>
        </p:nvSpPr>
        <p:spPr>
          <a:xfrm>
            <a:off x="7775448" y="4507992"/>
            <a:ext cx="64008" cy="813816"/>
          </a:xfrm>
          <a:prstGeom prst="rect">
            <a:avLst/>
          </a:prstGeom>
          <a:solidFill>
            <a:srgbClr val="2587C5"/>
          </a:solidFill>
          <a:ln/>
        </p:spPr>
        <p:txBody>
          <a:bodyPr/>
          <a:p/>
        </p:txBody>
      </p:sp>
      <p:sp>
        <p:nvSpPr>
          <p:cNvPr id="59" name="Text 49"/>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60" name="Text 50"/>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$152</a:t>
            </a:r>
            <a:endParaRPr lang="en-US" sz="1400" dirty="0"/>
          </a:p>
        </p:txBody>
      </p:sp>
      <p:graphicFrame>
        <p:nvGraphicFramePr>
          <p:cNvPr id="61"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62" name="Text 51"/>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−12.0%</a:t>
            </a:r>
            <a:endParaRPr lang="en-US" sz="1600" dirty="0"/>
          </a:p>
        </p:txBody>
      </p:sp>
      <p:sp>
        <p:nvSpPr>
          <p:cNvPr id="63" name="Text 52"/>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−$21</a:t>
            </a:r>
            <a:endParaRPr lang="en-US" sz="1300" dirty="0"/>
          </a:p>
        </p:txBody>
      </p:sp>
      <p:sp>
        <p:nvSpPr>
          <p:cNvPr id="64" name="Shape 53"/>
          <p:cNvSpPr/>
          <p:nvPr/>
        </p:nvSpPr>
        <p:spPr>
          <a:xfrm>
            <a:off x="4349496" y="5358384"/>
            <a:ext cx="3489960" cy="886968"/>
          </a:xfrm>
          <a:prstGeom prst="rect">
            <a:avLst/>
          </a:prstGeom>
          <a:solidFill>
            <a:srgbClr val="F7F7F7"/>
          </a:solidFill>
          <a:ln/>
        </p:spPr>
        <p:txBody>
          <a:bodyPr/>
          <a:p/>
        </p:txBody>
      </p:sp>
      <p:sp>
        <p:nvSpPr>
          <p:cNvPr id="65" name="Text 54"/>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66" name="Text 55"/>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$139</a:t>
            </a:r>
            <a:endParaRPr lang="en-US" sz="1400" dirty="0"/>
          </a:p>
        </p:txBody>
      </p:sp>
      <p:graphicFrame>
        <p:nvGraphicFramePr>
          <p:cNvPr id="67"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68" name="Text 56"/>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−11.3%</a:t>
            </a:r>
            <a:endParaRPr lang="en-US" sz="1600" dirty="0"/>
          </a:p>
        </p:txBody>
      </p:sp>
      <p:sp>
        <p:nvSpPr>
          <p:cNvPr id="69" name="Text 57"/>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−$18</a:t>
            </a:r>
            <a:endParaRPr lang="en-US" sz="1300" dirty="0"/>
          </a:p>
        </p:txBody>
      </p:sp>
      <p:sp>
        <p:nvSpPr>
          <p:cNvPr id="70" name="Shape 58"/>
          <p:cNvSpPr/>
          <p:nvPr/>
        </p:nvSpPr>
        <p:spPr>
          <a:xfrm>
            <a:off x="8040624" y="1371600"/>
            <a:ext cx="3489960" cy="45720"/>
          </a:xfrm>
          <a:prstGeom prst="rect">
            <a:avLst/>
          </a:prstGeom>
          <a:solidFill>
            <a:srgbClr val="2587C5"/>
          </a:solidFill>
          <a:ln/>
        </p:spPr>
        <p:txBody>
          <a:bodyPr/>
          <a:p/>
        </p:txBody>
      </p:sp>
      <p:sp>
        <p:nvSpPr>
          <p:cNvPr id="71" name="Text 5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72" name="Shape 60"/>
          <p:cNvSpPr/>
          <p:nvPr/>
        </p:nvSpPr>
        <p:spPr>
          <a:xfrm>
            <a:off x="8040624" y="1810512"/>
            <a:ext cx="3489960" cy="886968"/>
          </a:xfrm>
          <a:prstGeom prst="rect">
            <a:avLst/>
          </a:prstGeom>
          <a:solidFill>
            <a:srgbClr val="F7F7F7"/>
          </a:solidFill>
          <a:ln/>
        </p:spPr>
        <p:txBody>
          <a:bodyPr/>
          <a:p/>
        </p:txBody>
      </p:sp>
      <p:sp>
        <p:nvSpPr>
          <p:cNvPr id="73" name="Shape 61"/>
          <p:cNvSpPr/>
          <p:nvPr/>
        </p:nvSpPr>
        <p:spPr>
          <a:xfrm>
            <a:off x="11466576" y="1847088"/>
            <a:ext cx="64008" cy="813816"/>
          </a:xfrm>
          <a:prstGeom prst="rect">
            <a:avLst/>
          </a:prstGeom>
          <a:solidFill>
            <a:srgbClr val="2587C5"/>
          </a:solidFill>
          <a:ln/>
        </p:spPr>
        <p:txBody>
          <a:bodyPr/>
          <a:p/>
        </p:txBody>
      </p:sp>
      <p:sp>
        <p:nvSpPr>
          <p:cNvPr id="74" name="Text 62"/>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75" name="Text 63"/>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$183</a:t>
            </a:r>
            <a:endParaRPr lang="en-US" sz="1400" dirty="0"/>
          </a:p>
        </p:txBody>
      </p:sp>
      <p:graphicFrame>
        <p:nvGraphicFramePr>
          <p:cNvPr id="76"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77"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78" name="Text 64"/>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+36.2%</a:t>
            </a:r>
            <a:endParaRPr lang="en-US" sz="1600" dirty="0"/>
          </a:p>
        </p:txBody>
      </p:sp>
      <p:sp>
        <p:nvSpPr>
          <p:cNvPr id="79" name="Text 65"/>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80" name="Shape 66"/>
          <p:cNvSpPr/>
          <p:nvPr/>
        </p:nvSpPr>
        <p:spPr>
          <a:xfrm>
            <a:off x="11466576" y="2734056"/>
            <a:ext cx="64008" cy="813816"/>
          </a:xfrm>
          <a:prstGeom prst="rect">
            <a:avLst/>
          </a:prstGeom>
          <a:solidFill>
            <a:srgbClr val="12A566"/>
          </a:solidFill>
          <a:ln/>
        </p:spPr>
        <p:txBody>
          <a:bodyPr/>
          <a:p/>
        </p:txBody>
      </p:sp>
      <p:sp>
        <p:nvSpPr>
          <p:cNvPr id="81" name="Text 67"/>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82" name="Text 68"/>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$233</a:t>
            </a:r>
            <a:endParaRPr lang="en-US" sz="1400" dirty="0"/>
          </a:p>
        </p:txBody>
      </p:sp>
      <p:graphicFrame>
        <p:nvGraphicFramePr>
          <p:cNvPr id="83"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84"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85" name="Text 69"/>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+31.8%</a:t>
            </a:r>
            <a:endParaRPr lang="en-US" sz="1600" dirty="0"/>
          </a:p>
        </p:txBody>
      </p:sp>
      <p:sp>
        <p:nvSpPr>
          <p:cNvPr id="86" name="Text 70"/>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+$56</a:t>
            </a:r>
            <a:endParaRPr lang="en-US" sz="1300" dirty="0"/>
          </a:p>
        </p:txBody>
      </p:sp>
      <p:sp>
        <p:nvSpPr>
          <p:cNvPr id="87" name="Shape 71"/>
          <p:cNvSpPr/>
          <p:nvPr/>
        </p:nvSpPr>
        <p:spPr>
          <a:xfrm>
            <a:off x="8040624" y="3584448"/>
            <a:ext cx="3489960" cy="886968"/>
          </a:xfrm>
          <a:prstGeom prst="rect">
            <a:avLst/>
          </a:prstGeom>
          <a:solidFill>
            <a:srgbClr val="F7F7F7"/>
          </a:solidFill>
          <a:ln/>
        </p:spPr>
        <p:txBody>
          <a:bodyPr/>
          <a:p/>
        </p:txBody>
      </p:sp>
      <p:sp>
        <p:nvSpPr>
          <p:cNvPr id="88" name="Shape 72"/>
          <p:cNvSpPr/>
          <p:nvPr/>
        </p:nvSpPr>
        <p:spPr>
          <a:xfrm>
            <a:off x="11466576" y="3621024"/>
            <a:ext cx="64008" cy="813816"/>
          </a:xfrm>
          <a:prstGeom prst="rect">
            <a:avLst/>
          </a:prstGeom>
          <a:solidFill>
            <a:srgbClr val="12A566"/>
          </a:solidFill>
          <a:ln/>
        </p:spPr>
        <p:txBody>
          <a:bodyPr/>
          <a:p/>
        </p:txBody>
      </p:sp>
      <p:sp>
        <p:nvSpPr>
          <p:cNvPr id="89" name="Text 73"/>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90" name="Text 74"/>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$129</a:t>
            </a:r>
            <a:endParaRPr lang="en-US" sz="1400" dirty="0"/>
          </a:p>
        </p:txBody>
      </p:sp>
      <p:graphicFrame>
        <p:nvGraphicFramePr>
          <p:cNvPr id="91"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92"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93" name="Text 75"/>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+25.2%</a:t>
            </a:r>
            <a:endParaRPr lang="en-US" sz="1600" dirty="0"/>
          </a:p>
        </p:txBody>
      </p:sp>
      <p:sp>
        <p:nvSpPr>
          <p:cNvPr id="94" name="Text 76"/>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+$26</a:t>
            </a:r>
            <a:endParaRPr lang="en-US" sz="1300" dirty="0"/>
          </a:p>
        </p:txBody>
      </p:sp>
      <p:sp>
        <p:nvSpPr>
          <p:cNvPr id="95" name="Text 77"/>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96" name="Text 78"/>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$119</a:t>
            </a:r>
            <a:endParaRPr lang="en-US" sz="1400" dirty="0"/>
          </a:p>
        </p:txBody>
      </p:sp>
      <p:graphicFrame>
        <p:nvGraphicFramePr>
          <p:cNvPr id="97"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98"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99" name="Text 79"/>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+23.3%</a:t>
            </a:r>
            <a:endParaRPr lang="en-US" sz="1600" dirty="0"/>
          </a:p>
        </p:txBody>
      </p:sp>
      <p:sp>
        <p:nvSpPr>
          <p:cNvPr id="100" name="Text 80"/>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+$23</a:t>
            </a:r>
            <a:endParaRPr lang="en-US" sz="1300" dirty="0"/>
          </a:p>
        </p:txBody>
      </p:sp>
      <p:sp>
        <p:nvSpPr>
          <p:cNvPr id="101" name="Shape 81"/>
          <p:cNvSpPr/>
          <p:nvPr/>
        </p:nvSpPr>
        <p:spPr>
          <a:xfrm>
            <a:off x="8040624" y="5358384"/>
            <a:ext cx="3489960" cy="886968"/>
          </a:xfrm>
          <a:prstGeom prst="rect">
            <a:avLst/>
          </a:prstGeom>
          <a:solidFill>
            <a:srgbClr val="F7F7F7"/>
          </a:solidFill>
          <a:ln/>
        </p:spPr>
        <p:txBody>
          <a:bodyPr/>
          <a:p/>
        </p:txBody>
      </p:sp>
      <p:sp>
        <p:nvSpPr>
          <p:cNvPr id="102" name="Text 82"/>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103" name="Text 83"/>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$187</a:t>
            </a:r>
            <a:endParaRPr lang="en-US" sz="1400" dirty="0"/>
          </a:p>
        </p:txBody>
      </p:sp>
      <p:graphicFrame>
        <p:nvGraphicFramePr>
          <p:cNvPr id="104"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105"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106" name="Text 84"/>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+17.6%</a:t>
            </a:r>
            <a:endParaRPr lang="en-US" sz="1600" dirty="0"/>
          </a:p>
        </p:txBody>
      </p:sp>
      <p:sp>
        <p:nvSpPr>
          <p:cNvPr id="107" name="Text 85"/>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+$28</a:t>
            </a:r>
            <a:endParaRPr lang="en-US" sz="1300" dirty="0"/>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Labor Gross Profit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Text 8"/>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77.2%</a:t>
            </a:r>
            <a:endParaRPr lang="en-US" sz="1400" dirty="0"/>
          </a:p>
        </p:txBody>
      </p:sp>
      <p:graphicFrame>
        <p:nvGraphicFramePr>
          <p:cNvPr id="12"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3" name="Text 10"/>
          <p:cNvSpPr txBox="1"/>
          <p:nvPr/>
        </p:nvSpPr>
        <p:spPr>
          <a:xfrm>
            <a:off x="2941320"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+5.6 pts</a:t>
            </a:r>
            <a:endParaRPr lang="en-US" sz="1600" dirty="0"/>
          </a:p>
        </p:txBody>
      </p:sp>
      <p:sp>
        <p:nvSpPr>
          <p:cNvPr id="14" name="Text 11"/>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2"/>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79.8%</a:t>
            </a:r>
            <a:endParaRPr lang="en-US" sz="1400" dirty="0"/>
          </a:p>
        </p:txBody>
      </p:sp>
      <p:graphicFrame>
        <p:nvGraphicFramePr>
          <p:cNvPr id="16"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7" name="Text 13"/>
          <p:cNvSpPr txBox="1"/>
          <p:nvPr/>
        </p:nvSpPr>
        <p:spPr>
          <a:xfrm>
            <a:off x="2941320"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+3.7 pts</a:t>
            </a:r>
            <a:endParaRPr lang="en-US" sz="1600" dirty="0"/>
          </a:p>
        </p:txBody>
      </p:sp>
      <p:sp>
        <p:nvSpPr>
          <p:cNvPr id="18" name="Shape 14"/>
          <p:cNvSpPr/>
          <p:nvPr/>
        </p:nvSpPr>
        <p:spPr>
          <a:xfrm>
            <a:off x="658368" y="3584448"/>
            <a:ext cx="3489960" cy="886968"/>
          </a:xfrm>
          <a:prstGeom prst="rect">
            <a:avLst/>
          </a:prstGeom>
          <a:solidFill>
            <a:srgbClr val="F7F7F7"/>
          </a:solidFill>
          <a:ln/>
        </p:spPr>
        <p:txBody>
          <a:bodyPr/>
          <a:p/>
        </p:txBody>
      </p:sp>
      <p:sp>
        <p:nvSpPr>
          <p:cNvPr id="19" name="Text 15"/>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0" name="Text 16"/>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78.8%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82.3%</a:t>
            </a:r>
            <a:endParaRPr lang="en-US" sz="1400" dirty="0"/>
          </a:p>
        </p:txBody>
      </p:sp>
      <p:graphicFrame>
        <p:nvGraphicFramePr>
          <p:cNvPr id="21"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2" name="Text 17"/>
          <p:cNvSpPr txBox="1"/>
          <p:nvPr/>
        </p:nvSpPr>
        <p:spPr>
          <a:xfrm>
            <a:off x="2941320"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 pts</a:t>
            </a:r>
            <a:endParaRPr lang="en-US" sz="1600" dirty="0"/>
          </a:p>
        </p:txBody>
      </p:sp>
      <p:sp>
        <p:nvSpPr>
          <p:cNvPr id="23" name="Shape 18"/>
          <p:cNvSpPr/>
          <p:nvPr/>
        </p:nvSpPr>
        <p:spPr>
          <a:xfrm>
            <a:off x="4084320" y="4507992"/>
            <a:ext cx="64008" cy="813816"/>
          </a:xfrm>
          <a:prstGeom prst="rect">
            <a:avLst/>
          </a:prstGeom>
          <a:solidFill>
            <a:srgbClr val="12A566"/>
          </a:solidFill>
          <a:ln/>
        </p:spPr>
        <p:txBody>
          <a:bodyPr/>
          <a:p/>
        </p:txBody>
      </p:sp>
      <p:sp>
        <p:nvSpPr>
          <p:cNvPr id="24" name="Text 19"/>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5" name="Text 20"/>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82.3%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85.3%</a:t>
            </a:r>
            <a:endParaRPr lang="en-US" sz="1400" dirty="0"/>
          </a:p>
        </p:txBody>
      </p:sp>
      <p:graphicFrame>
        <p:nvGraphicFramePr>
          <p:cNvPr id="26"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7" name="Text 21"/>
          <p:cNvSpPr txBox="1"/>
          <p:nvPr/>
        </p:nvSpPr>
        <p:spPr>
          <a:xfrm>
            <a:off x="2941320"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+3.0 pts</a:t>
            </a:r>
            <a:endParaRPr lang="en-US" sz="1600" dirty="0"/>
          </a:p>
        </p:txBody>
      </p:sp>
      <p:sp>
        <p:nvSpPr>
          <p:cNvPr id="28" name="Shape 22"/>
          <p:cNvSpPr/>
          <p:nvPr/>
        </p:nvSpPr>
        <p:spPr>
          <a:xfrm>
            <a:off x="658368" y="5358384"/>
            <a:ext cx="3489960" cy="886968"/>
          </a:xfrm>
          <a:prstGeom prst="rect">
            <a:avLst/>
          </a:prstGeom>
          <a:solidFill>
            <a:srgbClr val="F7F7F7"/>
          </a:solidFill>
          <a:ln/>
        </p:spPr>
        <p:txBody>
          <a:bodyPr/>
          <a:p/>
        </p:txBody>
      </p:sp>
      <p:sp>
        <p:nvSpPr>
          <p:cNvPr id="29" name="Text 23"/>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0" name="Text 24"/>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80.4%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82.8%</a:t>
            </a:r>
            <a:endParaRPr lang="en-US" sz="1400" dirty="0"/>
          </a:p>
        </p:txBody>
      </p:sp>
      <p:graphicFrame>
        <p:nvGraphicFramePr>
          <p:cNvPr id="31"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2" name="Text 25"/>
          <p:cNvSpPr txBox="1"/>
          <p:nvPr/>
        </p:nvSpPr>
        <p:spPr>
          <a:xfrm>
            <a:off x="2941320"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+2.4 pts</a:t>
            </a:r>
            <a:endParaRPr lang="en-US" sz="1600" dirty="0"/>
          </a:p>
        </p:txBody>
      </p:sp>
      <p:sp>
        <p:nvSpPr>
          <p:cNvPr id="33" name="Shape 26"/>
          <p:cNvSpPr/>
          <p:nvPr/>
        </p:nvSpPr>
        <p:spPr>
          <a:xfrm>
            <a:off x="4349496" y="1371600"/>
            <a:ext cx="3489960" cy="45720"/>
          </a:xfrm>
          <a:prstGeom prst="rect">
            <a:avLst/>
          </a:prstGeom>
          <a:solidFill>
            <a:srgbClr val="C2352F"/>
          </a:solidFill>
          <a:ln/>
        </p:spPr>
        <p:txBody>
          <a:bodyPr/>
          <a:p/>
        </p:txBody>
      </p:sp>
      <p:sp>
        <p:nvSpPr>
          <p:cNvPr id="34"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5" name="Shape 28"/>
          <p:cNvSpPr/>
          <p:nvPr/>
        </p:nvSpPr>
        <p:spPr>
          <a:xfrm>
            <a:off x="4349496" y="1810512"/>
            <a:ext cx="3489960" cy="886968"/>
          </a:xfrm>
          <a:prstGeom prst="rect">
            <a:avLst/>
          </a:prstGeom>
          <a:solidFill>
            <a:srgbClr val="F7F7F7"/>
          </a:solidFill>
          <a:ln/>
        </p:spPr>
        <p:txBody>
          <a:bodyPr/>
          <a:p/>
        </p:txBody>
      </p:sp>
      <p:sp>
        <p:nvSpPr>
          <p:cNvPr id="36" name="Text 29"/>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7" name="Text 30"/>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67.8%</a:t>
            </a:r>
            <a:endParaRPr lang="en-US" sz="1400" dirty="0"/>
          </a:p>
        </p:txBody>
      </p:sp>
      <p:graphicFrame>
        <p:nvGraphicFramePr>
          <p:cNvPr id="38"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39" name="Text 31"/>
          <p:cNvSpPr txBox="1"/>
          <p:nvPr/>
        </p:nvSpPr>
        <p:spPr>
          <a:xfrm>
            <a:off x="6632448" y="1810512"/>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−8.8 pts</a:t>
            </a:r>
            <a:endParaRPr lang="en-US" sz="1600" dirty="0"/>
          </a:p>
        </p:txBody>
      </p:sp>
      <p:sp>
        <p:nvSpPr>
          <p:cNvPr id="40" name="Text 32"/>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1" name="Text 33"/>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75.6%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70.0%</a:t>
            </a:r>
            <a:endParaRPr lang="en-US" sz="1400" dirty="0"/>
          </a:p>
        </p:txBody>
      </p:sp>
      <p:graphicFrame>
        <p:nvGraphicFramePr>
          <p:cNvPr id="42"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3" name="Text 34"/>
          <p:cNvSpPr txBox="1"/>
          <p:nvPr/>
        </p:nvSpPr>
        <p:spPr>
          <a:xfrm>
            <a:off x="6632448" y="2697480"/>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−5.6 pts</a:t>
            </a:r>
            <a:endParaRPr lang="en-US" sz="1600" dirty="0"/>
          </a:p>
        </p:txBody>
      </p:sp>
      <p:sp>
        <p:nvSpPr>
          <p:cNvPr id="44" name="Shape 35"/>
          <p:cNvSpPr/>
          <p:nvPr/>
        </p:nvSpPr>
        <p:spPr>
          <a:xfrm>
            <a:off x="4349496" y="3584448"/>
            <a:ext cx="3489960" cy="886968"/>
          </a:xfrm>
          <a:prstGeom prst="rect">
            <a:avLst/>
          </a:prstGeom>
          <a:solidFill>
            <a:srgbClr val="F7F7F7"/>
          </a:solidFill>
          <a:ln/>
        </p:spPr>
        <p:txBody>
          <a:bodyPr/>
          <a:p/>
        </p:txBody>
      </p:sp>
      <p:sp>
        <p:nvSpPr>
          <p:cNvPr id="45" name="Text 36"/>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6" name="Text 37"/>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85.1%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79.7%</a:t>
            </a:r>
            <a:endParaRPr lang="en-US" sz="1400" dirty="0"/>
          </a:p>
        </p:txBody>
      </p:sp>
      <p:graphicFrame>
        <p:nvGraphicFramePr>
          <p:cNvPr id="47"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48" name="Text 38"/>
          <p:cNvSpPr txBox="1"/>
          <p:nvPr/>
        </p:nvSpPr>
        <p:spPr>
          <a:xfrm>
            <a:off x="6632448" y="3584448"/>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−5.4 pts</a:t>
            </a:r>
            <a:endParaRPr lang="en-US" sz="1600" dirty="0"/>
          </a:p>
        </p:txBody>
      </p:sp>
      <p:sp>
        <p:nvSpPr>
          <p:cNvPr id="49" name="Text 39"/>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0" name="Text 40"/>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78.4%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73.8%</a:t>
            </a:r>
            <a:endParaRPr lang="en-US" sz="1400" dirty="0"/>
          </a:p>
        </p:txBody>
      </p:sp>
      <p:graphicFrame>
        <p:nvGraphicFramePr>
          <p:cNvPr id="51"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2" name="Text 41"/>
          <p:cNvSpPr txBox="1"/>
          <p:nvPr/>
        </p:nvSpPr>
        <p:spPr>
          <a:xfrm>
            <a:off x="6632448" y="4471416"/>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−4.6 pts</a:t>
            </a:r>
            <a:endParaRPr lang="en-US" sz="1600" dirty="0"/>
          </a:p>
        </p:txBody>
      </p:sp>
      <p:sp>
        <p:nvSpPr>
          <p:cNvPr id="53" name="Shape 42"/>
          <p:cNvSpPr/>
          <p:nvPr/>
        </p:nvSpPr>
        <p:spPr>
          <a:xfrm>
            <a:off x="4349496" y="5358384"/>
            <a:ext cx="3489960" cy="886968"/>
          </a:xfrm>
          <a:prstGeom prst="rect">
            <a:avLst/>
          </a:prstGeom>
          <a:solidFill>
            <a:srgbClr val="F7F7F7"/>
          </a:solidFill>
          <a:ln/>
        </p:spPr>
        <p:txBody>
          <a:bodyPr/>
          <a:p/>
        </p:txBody>
      </p:sp>
      <p:sp>
        <p:nvSpPr>
          <p:cNvPr id="54" name="Text 43"/>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5" name="Text 44"/>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72.5%</a:t>
            </a:r>
            <a:endParaRPr lang="en-US" sz="1400" dirty="0"/>
          </a:p>
        </p:txBody>
      </p:sp>
      <p:graphicFrame>
        <p:nvGraphicFramePr>
          <p:cNvPr id="56"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57" name="Text 45"/>
          <p:cNvSpPr txBox="1"/>
          <p:nvPr/>
        </p:nvSpPr>
        <p:spPr>
          <a:xfrm>
            <a:off x="6632448" y="5358384"/>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−4.4 pts</a:t>
            </a:r>
            <a:endParaRPr lang="en-US" sz="1600" dirty="0"/>
          </a:p>
        </p:txBody>
      </p:sp>
      <p:sp>
        <p:nvSpPr>
          <p:cNvPr id="58" name="Shape 46"/>
          <p:cNvSpPr/>
          <p:nvPr/>
        </p:nvSpPr>
        <p:spPr>
          <a:xfrm>
            <a:off x="8040624" y="1371600"/>
            <a:ext cx="3489960" cy="45720"/>
          </a:xfrm>
          <a:prstGeom prst="rect">
            <a:avLst/>
          </a:prstGeom>
          <a:solidFill>
            <a:srgbClr val="2587C5"/>
          </a:solidFill>
          <a:ln/>
        </p:spPr>
        <p:txBody>
          <a:bodyPr/>
          <a:p/>
        </p:txBody>
      </p:sp>
      <p:sp>
        <p:nvSpPr>
          <p:cNvPr id="59" name="Text 4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0" name="Shape 48"/>
          <p:cNvSpPr/>
          <p:nvPr/>
        </p:nvSpPr>
        <p:spPr>
          <a:xfrm>
            <a:off x="8040624" y="1810512"/>
            <a:ext cx="3489960" cy="886968"/>
          </a:xfrm>
          <a:prstGeom prst="rect">
            <a:avLst/>
          </a:prstGeom>
          <a:solidFill>
            <a:srgbClr val="F7F7F7"/>
          </a:solidFill>
          <a:ln/>
        </p:spPr>
        <p:txBody>
          <a:bodyPr/>
          <a:p/>
        </p:txBody>
      </p:sp>
      <p:sp>
        <p:nvSpPr>
          <p:cNvPr id="61" name="Text 49"/>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2" name="Text 50"/>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72.6%</a:t>
            </a:r>
            <a:endParaRPr lang="en-US" sz="1400" dirty="0"/>
          </a:p>
        </p:txBody>
      </p:sp>
      <p:graphicFrame>
        <p:nvGraphicFramePr>
          <p:cNvPr id="63"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64"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65" name="Text 51"/>
          <p:cNvSpPr txBox="1"/>
          <p:nvPr/>
        </p:nvSpPr>
        <p:spPr>
          <a:xfrm>
            <a:off x="10323576"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+6.4 pts</a:t>
            </a:r>
            <a:endParaRPr lang="en-US" sz="1600" dirty="0"/>
          </a:p>
        </p:txBody>
      </p:sp>
      <p:sp>
        <p:nvSpPr>
          <p:cNvPr id="66" name="Text 52"/>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7" name="Text 53"/>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82.0%</a:t>
            </a:r>
            <a:endParaRPr lang="en-US" sz="1400" dirty="0"/>
          </a:p>
        </p:txBody>
      </p:sp>
      <p:graphicFrame>
        <p:nvGraphicFramePr>
          <p:cNvPr id="68"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69"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70" name="Text 54"/>
          <p:cNvSpPr txBox="1"/>
          <p:nvPr/>
        </p:nvSpPr>
        <p:spPr>
          <a:xfrm>
            <a:off x="10323576"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+5.2 pts</a:t>
            </a:r>
            <a:endParaRPr lang="en-US" sz="1600" dirty="0"/>
          </a:p>
        </p:txBody>
      </p:sp>
      <p:sp>
        <p:nvSpPr>
          <p:cNvPr id="71" name="Shape 55"/>
          <p:cNvSpPr/>
          <p:nvPr/>
        </p:nvSpPr>
        <p:spPr>
          <a:xfrm>
            <a:off x="8040624" y="3584448"/>
            <a:ext cx="3489960" cy="886968"/>
          </a:xfrm>
          <a:prstGeom prst="rect">
            <a:avLst/>
          </a:prstGeom>
          <a:solidFill>
            <a:srgbClr val="F7F7F7"/>
          </a:solidFill>
          <a:ln/>
        </p:spPr>
        <p:txBody>
          <a:bodyPr/>
          <a:p/>
        </p:txBody>
      </p:sp>
      <p:sp>
        <p:nvSpPr>
          <p:cNvPr id="72" name="Shape 56"/>
          <p:cNvSpPr/>
          <p:nvPr/>
        </p:nvSpPr>
        <p:spPr>
          <a:xfrm>
            <a:off x="11466576" y="3621024"/>
            <a:ext cx="64008" cy="813816"/>
          </a:xfrm>
          <a:prstGeom prst="rect">
            <a:avLst/>
          </a:prstGeom>
          <a:solidFill>
            <a:srgbClr val="12A566"/>
          </a:solidFill>
          <a:ln/>
        </p:spPr>
        <p:txBody>
          <a:bodyPr/>
          <a:p/>
        </p:txBody>
      </p:sp>
      <p:sp>
        <p:nvSpPr>
          <p:cNvPr id="73" name="Text 57"/>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4" name="Text 58"/>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83.0%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87.1%</a:t>
            </a:r>
            <a:endParaRPr lang="en-US" sz="1400" dirty="0"/>
          </a:p>
        </p:txBody>
      </p:sp>
      <p:graphicFrame>
        <p:nvGraphicFramePr>
          <p:cNvPr id="75"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76"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77" name="Text 59"/>
          <p:cNvSpPr txBox="1"/>
          <p:nvPr/>
        </p:nvSpPr>
        <p:spPr>
          <a:xfrm>
            <a:off x="10323576"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+4.1 pts</a:t>
            </a:r>
            <a:endParaRPr lang="en-US" sz="1600" dirty="0"/>
          </a:p>
        </p:txBody>
      </p:sp>
      <p:sp>
        <p:nvSpPr>
          <p:cNvPr id="78" name="Text 60"/>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79" name="Text 61"/>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76.4%</a:t>
            </a:r>
            <a:endParaRPr lang="en-US" sz="1400" dirty="0"/>
          </a:p>
        </p:txBody>
      </p:sp>
      <p:graphicFrame>
        <p:nvGraphicFramePr>
          <p:cNvPr id="80"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81"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82" name="Text 62"/>
          <p:cNvSpPr txBox="1"/>
          <p:nvPr/>
        </p:nvSpPr>
        <p:spPr>
          <a:xfrm>
            <a:off x="10323576"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+3.9 pts</a:t>
            </a:r>
            <a:endParaRPr lang="en-US" sz="1600" dirty="0"/>
          </a:p>
        </p:txBody>
      </p:sp>
      <p:sp>
        <p:nvSpPr>
          <p:cNvPr id="83" name="Shape 63"/>
          <p:cNvSpPr/>
          <p:nvPr/>
        </p:nvSpPr>
        <p:spPr>
          <a:xfrm>
            <a:off x="8040624" y="5358384"/>
            <a:ext cx="3489960" cy="886968"/>
          </a:xfrm>
          <a:prstGeom prst="rect">
            <a:avLst/>
          </a:prstGeom>
          <a:solidFill>
            <a:srgbClr val="F7F7F7"/>
          </a:solidFill>
          <a:ln/>
        </p:spPr>
        <p:txBody>
          <a:bodyPr/>
          <a:p/>
        </p:txBody>
      </p:sp>
      <p:sp>
        <p:nvSpPr>
          <p:cNvPr id="84" name="Text 64"/>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5" name="Text 65"/>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79.7%</a:t>
            </a:r>
            <a:endParaRPr lang="en-US" sz="1400" dirty="0"/>
          </a:p>
        </p:txBody>
      </p:sp>
      <p:graphicFrame>
        <p:nvGraphicFramePr>
          <p:cNvPr id="86"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87"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88" name="Text 66"/>
          <p:cNvSpPr txBox="1"/>
          <p:nvPr/>
        </p:nvSpPr>
        <p:spPr>
          <a:xfrm>
            <a:off x="10323576"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Parts Gross Profit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Shape 8"/>
          <p:cNvSpPr/>
          <p:nvPr/>
        </p:nvSpPr>
        <p:spPr>
          <a:xfrm>
            <a:off x="4084320" y="1847088"/>
            <a:ext cx="64008" cy="813816"/>
          </a:xfrm>
          <a:prstGeom prst="rect">
            <a:avLst/>
          </a:prstGeom>
          <a:solidFill>
            <a:srgbClr val="12A566"/>
          </a:solidFill>
          <a:ln/>
        </p:spPr>
        <p:txBody>
          <a:bodyPr/>
          <a:p/>
        </p:txBody>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27.8%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34.0%</a:t>
            </a:r>
            <a:endParaRPr lang="en-US" sz="1400" dirty="0"/>
          </a:p>
        </p:txBody>
      </p:sp>
      <p:graphicFrame>
        <p:nvGraphicFramePr>
          <p:cNvPr id="13"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4" name="Text 11"/>
          <p:cNvSpPr txBox="1"/>
          <p:nvPr/>
        </p:nvSpPr>
        <p:spPr>
          <a:xfrm>
            <a:off x="2941320"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+6.2 pts</a:t>
            </a:r>
            <a:endParaRPr lang="en-US" sz="1600" dirty="0"/>
          </a:p>
        </p:txBody>
      </p:sp>
      <p:sp>
        <p:nvSpPr>
          <p:cNvPr id="15" name="Text 12"/>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3"/>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27.4%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33.4%</a:t>
            </a:r>
            <a:endParaRPr lang="en-US" sz="1400" dirty="0"/>
          </a:p>
        </p:txBody>
      </p:sp>
      <p:graphicFrame>
        <p:nvGraphicFramePr>
          <p:cNvPr id="17"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8" name="Text 14"/>
          <p:cNvSpPr txBox="1"/>
          <p:nvPr/>
        </p:nvSpPr>
        <p:spPr>
          <a:xfrm>
            <a:off x="2941320"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+6.0 pts</a:t>
            </a:r>
            <a:endParaRPr lang="en-US" sz="1600" dirty="0"/>
          </a:p>
        </p:txBody>
      </p:sp>
      <p:sp>
        <p:nvSpPr>
          <p:cNvPr id="19" name="Shape 15"/>
          <p:cNvSpPr/>
          <p:nvPr/>
        </p:nvSpPr>
        <p:spPr>
          <a:xfrm>
            <a:off x="658368" y="3584448"/>
            <a:ext cx="3489960" cy="886968"/>
          </a:xfrm>
          <a:prstGeom prst="rect">
            <a:avLst/>
          </a:prstGeom>
          <a:solidFill>
            <a:srgbClr val="F7F7F7"/>
          </a:solidFill>
          <a:ln/>
        </p:spPr>
        <p:txBody>
          <a:bodyPr/>
          <a:p/>
        </p:txBody>
      </p:sp>
      <p:sp>
        <p:nvSpPr>
          <p:cNvPr id="20" name="Text 16"/>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7"/>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29.7%</a:t>
            </a:r>
            <a:endParaRPr lang="en-US" sz="1400" dirty="0"/>
          </a:p>
        </p:txBody>
      </p:sp>
      <p:graphicFrame>
        <p:nvGraphicFramePr>
          <p:cNvPr id="22"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3" name="Text 18"/>
          <p:cNvSpPr txBox="1"/>
          <p:nvPr/>
        </p:nvSpPr>
        <p:spPr>
          <a:xfrm>
            <a:off x="2941320"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+4.4 pts</a:t>
            </a:r>
            <a:endParaRPr lang="en-US" sz="1600" dirty="0"/>
          </a:p>
        </p:txBody>
      </p:sp>
      <p:sp>
        <p:nvSpPr>
          <p:cNvPr id="24" name="Shape 19"/>
          <p:cNvSpPr/>
          <p:nvPr/>
        </p:nvSpPr>
        <p:spPr>
          <a:xfrm>
            <a:off x="4084320" y="4507992"/>
            <a:ext cx="64008" cy="813816"/>
          </a:xfrm>
          <a:prstGeom prst="rect">
            <a:avLst/>
          </a:prstGeom>
          <a:solidFill>
            <a:srgbClr val="12A566"/>
          </a:solidFill>
          <a:ln/>
        </p:spPr>
        <p:txBody>
          <a:bodyPr/>
          <a:p/>
        </p:txBody>
      </p:sp>
      <p:sp>
        <p:nvSpPr>
          <p:cNvPr id="25" name="Text 20"/>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6" name="Text 21"/>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45.1%</a:t>
            </a:r>
            <a:endParaRPr lang="en-US" sz="1400" dirty="0"/>
          </a:p>
        </p:txBody>
      </p:sp>
      <p:graphicFrame>
        <p:nvGraphicFramePr>
          <p:cNvPr id="27"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8" name="Text 22"/>
          <p:cNvSpPr txBox="1"/>
          <p:nvPr/>
        </p:nvSpPr>
        <p:spPr>
          <a:xfrm>
            <a:off x="2941320"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
        <p:nvSpPr>
          <p:cNvPr id="29" name="Shape 23"/>
          <p:cNvSpPr/>
          <p:nvPr/>
        </p:nvSpPr>
        <p:spPr>
          <a:xfrm>
            <a:off x="658368" y="5358384"/>
            <a:ext cx="3489960" cy="886968"/>
          </a:xfrm>
          <a:prstGeom prst="rect">
            <a:avLst/>
          </a:prstGeom>
          <a:solidFill>
            <a:srgbClr val="F7F7F7"/>
          </a:solidFill>
          <a:ln/>
        </p:spPr>
        <p:txBody>
          <a:bodyPr/>
          <a:p/>
        </p:txBody>
      </p:sp>
      <p:sp>
        <p:nvSpPr>
          <p:cNvPr id="30" name="Text 24"/>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1" name="Text 25"/>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26.8%</a:t>
            </a:r>
            <a:endParaRPr lang="en-US" sz="1400" dirty="0"/>
          </a:p>
        </p:txBody>
      </p:sp>
      <p:graphicFrame>
        <p:nvGraphicFramePr>
          <p:cNvPr id="32"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3" name="Text 26"/>
          <p:cNvSpPr txBox="1"/>
          <p:nvPr/>
        </p:nvSpPr>
        <p:spPr>
          <a:xfrm>
            <a:off x="2941320"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
        <p:nvSpPr>
          <p:cNvPr id="34" name="Shape 27"/>
          <p:cNvSpPr/>
          <p:nvPr/>
        </p:nvSpPr>
        <p:spPr>
          <a:xfrm>
            <a:off x="4349496" y="1371600"/>
            <a:ext cx="3489960" cy="45720"/>
          </a:xfrm>
          <a:prstGeom prst="rect">
            <a:avLst/>
          </a:prstGeom>
          <a:solidFill>
            <a:srgbClr val="C2352F"/>
          </a:solidFill>
          <a:ln/>
        </p:spPr>
        <p:txBody>
          <a:bodyPr/>
          <a:p/>
        </p:txBody>
      </p:sp>
      <p:sp>
        <p:nvSpPr>
          <p:cNvPr id="35" name="Text 28"/>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6" name="Shape 29"/>
          <p:cNvSpPr/>
          <p:nvPr/>
        </p:nvSpPr>
        <p:spPr>
          <a:xfrm>
            <a:off x="4349496" y="1810512"/>
            <a:ext cx="3489960" cy="886968"/>
          </a:xfrm>
          <a:prstGeom prst="rect">
            <a:avLst/>
          </a:prstGeom>
          <a:solidFill>
            <a:srgbClr val="F7F7F7"/>
          </a:solidFill>
          <a:ln/>
        </p:spPr>
        <p:txBody>
          <a:bodyPr/>
          <a:p/>
        </p:txBody>
      </p:sp>
      <p:sp>
        <p:nvSpPr>
          <p:cNvPr id="37" name="Text 30"/>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8" name="Text 31"/>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36.5%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31.7%</a:t>
            </a:r>
            <a:endParaRPr lang="en-US" sz="1400" dirty="0"/>
          </a:p>
        </p:txBody>
      </p:sp>
      <p:graphicFrame>
        <p:nvGraphicFramePr>
          <p:cNvPr id="39"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0" name="Text 32"/>
          <p:cNvSpPr txBox="1"/>
          <p:nvPr/>
        </p:nvSpPr>
        <p:spPr>
          <a:xfrm>
            <a:off x="6632448" y="1810512"/>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−4.8 pts</a:t>
            </a:r>
            <a:endParaRPr lang="en-US" sz="1600" dirty="0"/>
          </a:p>
        </p:txBody>
      </p:sp>
      <p:sp>
        <p:nvSpPr>
          <p:cNvPr id="41" name="Text 33"/>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2" name="Text 34"/>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32.5%</a:t>
            </a:r>
            <a:endParaRPr lang="en-US" sz="1400" dirty="0"/>
          </a:p>
        </p:txBody>
      </p:sp>
      <p:graphicFrame>
        <p:nvGraphicFramePr>
          <p:cNvPr id="43"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4" name="Text 35"/>
          <p:cNvSpPr txBox="1"/>
          <p:nvPr/>
        </p:nvSpPr>
        <p:spPr>
          <a:xfrm>
            <a:off x="6632448" y="2697480"/>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−4.6 pts</a:t>
            </a:r>
            <a:endParaRPr lang="en-US" sz="1600" dirty="0"/>
          </a:p>
        </p:txBody>
      </p:sp>
      <p:sp>
        <p:nvSpPr>
          <p:cNvPr id="45" name="Shape 36"/>
          <p:cNvSpPr/>
          <p:nvPr/>
        </p:nvSpPr>
        <p:spPr>
          <a:xfrm>
            <a:off x="4349496" y="3584448"/>
            <a:ext cx="3489960" cy="886968"/>
          </a:xfrm>
          <a:prstGeom prst="rect">
            <a:avLst/>
          </a:prstGeom>
          <a:solidFill>
            <a:srgbClr val="F7F7F7"/>
          </a:solidFill>
          <a:ln/>
        </p:spPr>
        <p:txBody>
          <a:bodyPr/>
          <a:p/>
        </p:txBody>
      </p:sp>
      <p:sp>
        <p:nvSpPr>
          <p:cNvPr id="46" name="Text 37"/>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7" name="Text 38"/>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31.3%</a:t>
            </a:r>
            <a:endParaRPr lang="en-US" sz="1400" dirty="0"/>
          </a:p>
        </p:txBody>
      </p:sp>
      <p:graphicFrame>
        <p:nvGraphicFramePr>
          <p:cNvPr id="48"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49" name="Text 39"/>
          <p:cNvSpPr txBox="1"/>
          <p:nvPr/>
        </p:nvSpPr>
        <p:spPr>
          <a:xfrm>
            <a:off x="6632448" y="3584448"/>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−3.7 pts</a:t>
            </a:r>
            <a:endParaRPr lang="en-US" sz="1600" dirty="0"/>
          </a:p>
        </p:txBody>
      </p:sp>
      <p:sp>
        <p:nvSpPr>
          <p:cNvPr id="50" name="Text 40"/>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1" name="Text 41"/>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28.9%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25.2%</a:t>
            </a:r>
            <a:endParaRPr lang="en-US" sz="1400" dirty="0"/>
          </a:p>
        </p:txBody>
      </p:sp>
      <p:graphicFrame>
        <p:nvGraphicFramePr>
          <p:cNvPr id="52"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3" name="Text 42"/>
          <p:cNvSpPr txBox="1"/>
          <p:nvPr/>
        </p:nvSpPr>
        <p:spPr>
          <a:xfrm>
            <a:off x="6632448" y="4471416"/>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−3.7 pts</a:t>
            </a:r>
            <a:endParaRPr lang="en-US" sz="1600" dirty="0"/>
          </a:p>
        </p:txBody>
      </p:sp>
      <p:sp>
        <p:nvSpPr>
          <p:cNvPr id="54" name="Shape 43"/>
          <p:cNvSpPr/>
          <p:nvPr/>
        </p:nvSpPr>
        <p:spPr>
          <a:xfrm>
            <a:off x="4349496" y="5358384"/>
            <a:ext cx="3489960" cy="886968"/>
          </a:xfrm>
          <a:prstGeom prst="rect">
            <a:avLst/>
          </a:prstGeom>
          <a:solidFill>
            <a:srgbClr val="F7F7F7"/>
          </a:solidFill>
          <a:ln/>
        </p:spPr>
        <p:txBody>
          <a:bodyPr/>
          <a:p/>
        </p:txBody>
      </p:sp>
      <p:sp>
        <p:nvSpPr>
          <p:cNvPr id="55" name="Text 44"/>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6" name="Text 45"/>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30.8%</a:t>
            </a:r>
            <a:endParaRPr lang="en-US" sz="1400" dirty="0"/>
          </a:p>
        </p:txBody>
      </p:sp>
      <p:graphicFrame>
        <p:nvGraphicFramePr>
          <p:cNvPr id="57"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58" name="Text 46"/>
          <p:cNvSpPr txBox="1"/>
          <p:nvPr/>
        </p:nvSpPr>
        <p:spPr>
          <a:xfrm>
            <a:off x="6632448" y="5358384"/>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−3.0 pts</a:t>
            </a:r>
            <a:endParaRPr lang="en-US" sz="1600" dirty="0"/>
          </a:p>
        </p:txBody>
      </p:sp>
      <p:sp>
        <p:nvSpPr>
          <p:cNvPr id="59" name="Shape 47"/>
          <p:cNvSpPr/>
          <p:nvPr/>
        </p:nvSpPr>
        <p:spPr>
          <a:xfrm>
            <a:off x="8040624" y="1371600"/>
            <a:ext cx="3489960" cy="45720"/>
          </a:xfrm>
          <a:prstGeom prst="rect">
            <a:avLst/>
          </a:prstGeom>
          <a:solidFill>
            <a:srgbClr val="2587C5"/>
          </a:solidFill>
          <a:ln/>
        </p:spPr>
        <p:txBody>
          <a:bodyPr/>
          <a:p/>
        </p:txBody>
      </p:sp>
      <p:sp>
        <p:nvSpPr>
          <p:cNvPr id="60" name="Text 4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1" name="Shape 49"/>
          <p:cNvSpPr/>
          <p:nvPr/>
        </p:nvSpPr>
        <p:spPr>
          <a:xfrm>
            <a:off x="8040624" y="1810512"/>
            <a:ext cx="3489960" cy="886968"/>
          </a:xfrm>
          <a:prstGeom prst="rect">
            <a:avLst/>
          </a:prstGeom>
          <a:solidFill>
            <a:srgbClr val="F7F7F7"/>
          </a:solidFill>
          <a:ln/>
        </p:spPr>
        <p:txBody>
          <a:bodyPr/>
          <a:p/>
        </p:txBody>
      </p:sp>
      <p:sp>
        <p:nvSpPr>
          <p:cNvPr id="62" name="Text 50"/>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3" name="Text 51"/>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34.8%</a:t>
            </a:r>
            <a:endParaRPr lang="en-US" sz="1400" dirty="0"/>
          </a:p>
        </p:txBody>
      </p:sp>
      <p:graphicFrame>
        <p:nvGraphicFramePr>
          <p:cNvPr id="64"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65"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66" name="Text 52"/>
          <p:cNvSpPr txBox="1"/>
          <p:nvPr/>
        </p:nvSpPr>
        <p:spPr>
          <a:xfrm>
            <a:off x="10323576"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+12.0 pts</a:t>
            </a:r>
            <a:endParaRPr lang="en-US" sz="1600" dirty="0"/>
          </a:p>
        </p:txBody>
      </p:sp>
      <p:sp>
        <p:nvSpPr>
          <p:cNvPr id="67" name="Text 53"/>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8" name="Text 54"/>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20.2%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26.4%</a:t>
            </a:r>
            <a:endParaRPr lang="en-US" sz="1400" dirty="0"/>
          </a:p>
        </p:txBody>
      </p:sp>
      <p:graphicFrame>
        <p:nvGraphicFramePr>
          <p:cNvPr id="69"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70"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71" name="Text 55"/>
          <p:cNvSpPr txBox="1"/>
          <p:nvPr/>
        </p:nvSpPr>
        <p:spPr>
          <a:xfrm>
            <a:off x="10323576"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+6.2 pts</a:t>
            </a:r>
            <a:endParaRPr lang="en-US" sz="1600" dirty="0"/>
          </a:p>
        </p:txBody>
      </p:sp>
      <p:sp>
        <p:nvSpPr>
          <p:cNvPr id="72" name="Shape 56"/>
          <p:cNvSpPr/>
          <p:nvPr/>
        </p:nvSpPr>
        <p:spPr>
          <a:xfrm>
            <a:off x="8040624" y="3584448"/>
            <a:ext cx="3489960" cy="886968"/>
          </a:xfrm>
          <a:prstGeom prst="rect">
            <a:avLst/>
          </a:prstGeom>
          <a:solidFill>
            <a:srgbClr val="F7F7F7"/>
          </a:solidFill>
          <a:ln/>
        </p:spPr>
        <p:txBody>
          <a:bodyPr/>
          <a:p/>
        </p:txBody>
      </p:sp>
      <p:sp>
        <p:nvSpPr>
          <p:cNvPr id="73" name="Text 57"/>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4" name="Text 58"/>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35.6%</a:t>
            </a:r>
            <a:endParaRPr lang="en-US" sz="1400" dirty="0"/>
          </a:p>
        </p:txBody>
      </p:sp>
      <p:graphicFrame>
        <p:nvGraphicFramePr>
          <p:cNvPr id="75"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76"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77" name="Text 59"/>
          <p:cNvSpPr txBox="1"/>
          <p:nvPr/>
        </p:nvSpPr>
        <p:spPr>
          <a:xfrm>
            <a:off x="10323576"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+4.1 pts</a:t>
            </a:r>
            <a:endParaRPr lang="en-US" sz="1600" dirty="0"/>
          </a:p>
        </p:txBody>
      </p:sp>
      <p:sp>
        <p:nvSpPr>
          <p:cNvPr id="78" name="Shape 60"/>
          <p:cNvSpPr/>
          <p:nvPr/>
        </p:nvSpPr>
        <p:spPr>
          <a:xfrm>
            <a:off x="11466576" y="4507992"/>
            <a:ext cx="64008" cy="813816"/>
          </a:xfrm>
          <a:prstGeom prst="rect">
            <a:avLst/>
          </a:prstGeom>
          <a:solidFill>
            <a:srgbClr val="12A566"/>
          </a:solidFill>
          <a:ln/>
        </p:spPr>
        <p:txBody>
          <a:bodyPr/>
          <a:p/>
        </p:txBody>
      </p:sp>
      <p:sp>
        <p:nvSpPr>
          <p:cNvPr id="79" name="Text 61"/>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0" name="Text 62"/>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34.5%</a:t>
            </a:r>
            <a:endParaRPr lang="en-US" sz="1400" dirty="0"/>
          </a:p>
        </p:txBody>
      </p:sp>
      <p:graphicFrame>
        <p:nvGraphicFramePr>
          <p:cNvPr id="81"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82"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83" name="Text 63"/>
          <p:cNvSpPr txBox="1"/>
          <p:nvPr/>
        </p:nvSpPr>
        <p:spPr>
          <a:xfrm>
            <a:off x="10323576"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+3.2 pts</a:t>
            </a:r>
            <a:endParaRPr lang="en-US" sz="1600" dirty="0"/>
          </a:p>
        </p:txBody>
      </p:sp>
      <p:sp>
        <p:nvSpPr>
          <p:cNvPr id="84" name="Shape 64"/>
          <p:cNvSpPr/>
          <p:nvPr/>
        </p:nvSpPr>
        <p:spPr>
          <a:xfrm>
            <a:off x="8040624" y="5358384"/>
            <a:ext cx="3489960" cy="886968"/>
          </a:xfrm>
          <a:prstGeom prst="rect">
            <a:avLst/>
          </a:prstGeom>
          <a:solidFill>
            <a:srgbClr val="F7F7F7"/>
          </a:solidFill>
          <a:ln/>
        </p:spPr>
        <p:txBody>
          <a:bodyPr/>
          <a:p/>
        </p:txBody>
      </p:sp>
      <p:sp>
        <p:nvSpPr>
          <p:cNvPr id="85" name="Shape 65"/>
          <p:cNvSpPr/>
          <p:nvPr/>
        </p:nvSpPr>
        <p:spPr>
          <a:xfrm>
            <a:off x="11466576" y="5394960"/>
            <a:ext cx="64008" cy="813816"/>
          </a:xfrm>
          <a:prstGeom prst="rect">
            <a:avLst/>
          </a:prstGeom>
          <a:solidFill>
            <a:srgbClr val="12A566"/>
          </a:solidFill>
          <a:ln/>
        </p:spPr>
        <p:txBody>
          <a:bodyPr/>
          <a:p/>
        </p:txBody>
      </p:sp>
      <p:sp>
        <p:nvSpPr>
          <p:cNvPr id="86" name="Text 66"/>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7" name="Text 67"/>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42.0%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44.7%</a:t>
            </a:r>
            <a:endParaRPr lang="en-US" sz="1400" dirty="0"/>
          </a:p>
        </p:txBody>
      </p:sp>
      <p:graphicFrame>
        <p:nvGraphicFramePr>
          <p:cNvPr id="88"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89"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90" name="Text 68"/>
          <p:cNvSpPr txBox="1"/>
          <p:nvPr/>
        </p:nvSpPr>
        <p:spPr>
          <a:xfrm>
            <a:off x="10323576"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+2.7 pts</a:t>
            </a:r>
            <a:endParaRPr lang="en-US" sz="1600" dirty="0"/>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Gross per Fixed Employee</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Shape 8"/>
          <p:cNvSpPr/>
          <p:nvPr/>
        </p:nvSpPr>
        <p:spPr>
          <a:xfrm>
            <a:off x="4084320" y="1847088"/>
            <a:ext cx="64008" cy="813816"/>
          </a:xfrm>
          <a:prstGeom prst="rect">
            <a:avLst/>
          </a:prstGeom>
          <a:solidFill>
            <a:srgbClr val="12A566"/>
          </a:solidFill>
          <a:ln/>
        </p:spPr>
        <p:txBody>
          <a:bodyPr/>
          <a:p/>
        </p:txBody>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$11,398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$15,556</a:t>
            </a:r>
            <a:endParaRPr lang="en-US" sz="1400" dirty="0"/>
          </a:p>
        </p:txBody>
      </p:sp>
      <p:graphicFrame>
        <p:nvGraphicFramePr>
          <p:cNvPr id="13"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4" name="Text 11"/>
          <p:cNvSpPr txBox="1"/>
          <p:nvPr/>
        </p:nvSpPr>
        <p:spPr>
          <a:xfrm>
            <a:off x="2941320"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+$4,158</a:t>
            </a:r>
            <a:endParaRPr lang="en-US" sz="1600" dirty="0"/>
          </a:p>
        </p:txBody>
      </p:sp>
      <p:sp>
        <p:nvSpPr>
          <p:cNvPr id="15" name="Text 12"/>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3"/>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$8,698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$11,631</a:t>
            </a:r>
            <a:endParaRPr lang="en-US" sz="1400" dirty="0"/>
          </a:p>
        </p:txBody>
      </p:sp>
      <p:graphicFrame>
        <p:nvGraphicFramePr>
          <p:cNvPr id="17"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8" name="Text 14"/>
          <p:cNvSpPr txBox="1"/>
          <p:nvPr/>
        </p:nvSpPr>
        <p:spPr>
          <a:xfrm>
            <a:off x="2941320"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+$2,933</a:t>
            </a:r>
            <a:endParaRPr lang="en-US" sz="1600" dirty="0"/>
          </a:p>
        </p:txBody>
      </p:sp>
      <p:sp>
        <p:nvSpPr>
          <p:cNvPr id="19" name="Shape 15"/>
          <p:cNvSpPr/>
          <p:nvPr/>
        </p:nvSpPr>
        <p:spPr>
          <a:xfrm>
            <a:off x="658368" y="3584448"/>
            <a:ext cx="3489960" cy="886968"/>
          </a:xfrm>
          <a:prstGeom prst="rect">
            <a:avLst/>
          </a:prstGeom>
          <a:solidFill>
            <a:srgbClr val="F7F7F7"/>
          </a:solidFill>
          <a:ln/>
        </p:spPr>
        <p:txBody>
          <a:bodyPr/>
          <a:p/>
        </p:txBody>
      </p:sp>
      <p:sp>
        <p:nvSpPr>
          <p:cNvPr id="20" name="Text 16"/>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7"/>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$8,419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$10,963</a:t>
            </a:r>
            <a:endParaRPr lang="en-US" sz="1400" dirty="0"/>
          </a:p>
        </p:txBody>
      </p:sp>
      <p:graphicFrame>
        <p:nvGraphicFramePr>
          <p:cNvPr id="22"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3" name="Text 18"/>
          <p:cNvSpPr txBox="1"/>
          <p:nvPr/>
        </p:nvSpPr>
        <p:spPr>
          <a:xfrm>
            <a:off x="2941320"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+$2,545</a:t>
            </a:r>
            <a:endParaRPr lang="en-US" sz="1600" dirty="0"/>
          </a:p>
        </p:txBody>
      </p:sp>
      <p:sp>
        <p:nvSpPr>
          <p:cNvPr id="24" name="Text 19"/>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5" name="Text 20"/>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$10,881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$13,289</a:t>
            </a:r>
            <a:endParaRPr lang="en-US" sz="1400" dirty="0"/>
          </a:p>
        </p:txBody>
      </p:sp>
      <p:graphicFrame>
        <p:nvGraphicFramePr>
          <p:cNvPr id="26"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7" name="Text 21"/>
          <p:cNvSpPr txBox="1"/>
          <p:nvPr/>
        </p:nvSpPr>
        <p:spPr>
          <a:xfrm>
            <a:off x="2941320"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+$2,409</a:t>
            </a:r>
            <a:endParaRPr lang="en-US" sz="1600" dirty="0"/>
          </a:p>
        </p:txBody>
      </p:sp>
      <p:sp>
        <p:nvSpPr>
          <p:cNvPr id="28" name="Shape 22"/>
          <p:cNvSpPr/>
          <p:nvPr/>
        </p:nvSpPr>
        <p:spPr>
          <a:xfrm>
            <a:off x="658368" y="5358384"/>
            <a:ext cx="3489960" cy="886968"/>
          </a:xfrm>
          <a:prstGeom prst="rect">
            <a:avLst/>
          </a:prstGeom>
          <a:solidFill>
            <a:srgbClr val="F7F7F7"/>
          </a:solidFill>
          <a:ln/>
        </p:spPr>
        <p:txBody>
          <a:bodyPr/>
          <a:p/>
        </p:txBody>
      </p:sp>
      <p:sp>
        <p:nvSpPr>
          <p:cNvPr id="29" name="Text 23"/>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0" name="Text 24"/>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$21,102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$23,461</a:t>
            </a:r>
            <a:endParaRPr lang="en-US" sz="1400" dirty="0"/>
          </a:p>
        </p:txBody>
      </p:sp>
      <p:graphicFrame>
        <p:nvGraphicFramePr>
          <p:cNvPr id="31"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2" name="Text 25"/>
          <p:cNvSpPr txBox="1"/>
          <p:nvPr/>
        </p:nvSpPr>
        <p:spPr>
          <a:xfrm>
            <a:off x="2941320"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+$2,359</a:t>
            </a:r>
            <a:endParaRPr lang="en-US" sz="1600" dirty="0"/>
          </a:p>
        </p:txBody>
      </p:sp>
      <p:sp>
        <p:nvSpPr>
          <p:cNvPr id="33" name="Shape 26"/>
          <p:cNvSpPr/>
          <p:nvPr/>
        </p:nvSpPr>
        <p:spPr>
          <a:xfrm>
            <a:off x="4349496" y="1371600"/>
            <a:ext cx="3489960" cy="45720"/>
          </a:xfrm>
          <a:prstGeom prst="rect">
            <a:avLst/>
          </a:prstGeom>
          <a:solidFill>
            <a:srgbClr val="C2352F"/>
          </a:solidFill>
          <a:ln/>
        </p:spPr>
        <p:txBody>
          <a:bodyPr/>
          <a:p/>
        </p:txBody>
      </p:sp>
      <p:sp>
        <p:nvSpPr>
          <p:cNvPr id="34"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5" name="Shape 28"/>
          <p:cNvSpPr/>
          <p:nvPr/>
        </p:nvSpPr>
        <p:spPr>
          <a:xfrm>
            <a:off x="4349496" y="1810512"/>
            <a:ext cx="3489960" cy="886968"/>
          </a:xfrm>
          <a:prstGeom prst="rect">
            <a:avLst/>
          </a:prstGeom>
          <a:solidFill>
            <a:srgbClr val="F7F7F7"/>
          </a:solidFill>
          <a:ln/>
        </p:spPr>
        <p:txBody>
          <a:bodyPr/>
          <a:p/>
        </p:txBody>
      </p:sp>
      <p:sp>
        <p:nvSpPr>
          <p:cNvPr id="36" name="Text 29"/>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7" name="Text 30"/>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$11,197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$9,878</a:t>
            </a:r>
            <a:endParaRPr lang="en-US" sz="1400" dirty="0"/>
          </a:p>
        </p:txBody>
      </p:sp>
      <p:graphicFrame>
        <p:nvGraphicFramePr>
          <p:cNvPr id="38"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39" name="Text 31"/>
          <p:cNvSpPr txBox="1"/>
          <p:nvPr/>
        </p:nvSpPr>
        <p:spPr>
          <a:xfrm>
            <a:off x="6632448" y="1810512"/>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−$1,319</a:t>
            </a:r>
            <a:endParaRPr lang="en-US" sz="1600" dirty="0"/>
          </a:p>
        </p:txBody>
      </p:sp>
      <p:sp>
        <p:nvSpPr>
          <p:cNvPr id="40" name="Text 32"/>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1" name="Text 33"/>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$13,334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$12,103</a:t>
            </a:r>
            <a:endParaRPr lang="en-US" sz="1400" dirty="0"/>
          </a:p>
        </p:txBody>
      </p:sp>
      <p:graphicFrame>
        <p:nvGraphicFramePr>
          <p:cNvPr id="42"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3" name="Text 34"/>
          <p:cNvSpPr txBox="1"/>
          <p:nvPr/>
        </p:nvSpPr>
        <p:spPr>
          <a:xfrm>
            <a:off x="6632448" y="2697480"/>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−$1,230</a:t>
            </a:r>
            <a:endParaRPr lang="en-US" sz="1600" dirty="0"/>
          </a:p>
        </p:txBody>
      </p:sp>
      <p:sp>
        <p:nvSpPr>
          <p:cNvPr id="44" name="Shape 35"/>
          <p:cNvSpPr/>
          <p:nvPr/>
        </p:nvSpPr>
        <p:spPr>
          <a:xfrm>
            <a:off x="4349496" y="3584448"/>
            <a:ext cx="3489960" cy="886968"/>
          </a:xfrm>
          <a:prstGeom prst="rect">
            <a:avLst/>
          </a:prstGeom>
          <a:solidFill>
            <a:srgbClr val="F7F7F7"/>
          </a:solidFill>
          <a:ln/>
        </p:spPr>
        <p:txBody>
          <a:bodyPr/>
          <a:p/>
        </p:txBody>
      </p:sp>
      <p:sp>
        <p:nvSpPr>
          <p:cNvPr id="45" name="Text 36"/>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6" name="Text 37"/>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$14,765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$14,260</a:t>
            </a:r>
            <a:endParaRPr lang="en-US" sz="1400" dirty="0"/>
          </a:p>
        </p:txBody>
      </p:sp>
      <p:graphicFrame>
        <p:nvGraphicFramePr>
          <p:cNvPr id="47"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48" name="Text 38"/>
          <p:cNvSpPr txBox="1"/>
          <p:nvPr/>
        </p:nvSpPr>
        <p:spPr>
          <a:xfrm>
            <a:off x="6632448" y="3584448"/>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−$505</a:t>
            </a:r>
            <a:endParaRPr lang="en-US" sz="1600" dirty="0"/>
          </a:p>
        </p:txBody>
      </p:sp>
      <p:sp>
        <p:nvSpPr>
          <p:cNvPr id="49" name="Text 39"/>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0" name="Text 40"/>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$12,419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$12,006</a:t>
            </a:r>
            <a:endParaRPr lang="en-US" sz="1400" dirty="0"/>
          </a:p>
        </p:txBody>
      </p:sp>
      <p:graphicFrame>
        <p:nvGraphicFramePr>
          <p:cNvPr id="51"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2" name="Text 41"/>
          <p:cNvSpPr txBox="1"/>
          <p:nvPr/>
        </p:nvSpPr>
        <p:spPr>
          <a:xfrm>
            <a:off x="6632448" y="4471416"/>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−$414</a:t>
            </a:r>
            <a:endParaRPr lang="en-US" sz="1600" dirty="0"/>
          </a:p>
        </p:txBody>
      </p:sp>
      <p:sp>
        <p:nvSpPr>
          <p:cNvPr id="53" name="Shape 42"/>
          <p:cNvSpPr/>
          <p:nvPr/>
        </p:nvSpPr>
        <p:spPr>
          <a:xfrm>
            <a:off x="4349496" y="5358384"/>
            <a:ext cx="3489960" cy="886968"/>
          </a:xfrm>
          <a:prstGeom prst="rect">
            <a:avLst/>
          </a:prstGeom>
          <a:solidFill>
            <a:srgbClr val="F7F7F7"/>
          </a:solidFill>
          <a:ln/>
        </p:spPr>
        <p:txBody>
          <a:bodyPr/>
          <a:p/>
        </p:txBody>
      </p:sp>
      <p:sp>
        <p:nvSpPr>
          <p:cNvPr id="54" name="Shape 43"/>
          <p:cNvSpPr/>
          <p:nvPr/>
        </p:nvSpPr>
        <p:spPr>
          <a:xfrm>
            <a:off x="7775448" y="5394960"/>
            <a:ext cx="64008" cy="813816"/>
          </a:xfrm>
          <a:prstGeom prst="rect">
            <a:avLst/>
          </a:prstGeom>
          <a:solidFill>
            <a:srgbClr val="2587C5"/>
          </a:solidFill>
          <a:ln/>
        </p:spPr>
        <p:txBody>
          <a:bodyPr/>
          <a:p/>
        </p:txBody>
      </p:sp>
      <p:sp>
        <p:nvSpPr>
          <p:cNvPr id="55" name="Text 44"/>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6" name="Text 45"/>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$16,088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$15,966</a:t>
            </a:r>
            <a:endParaRPr lang="en-US" sz="1400" dirty="0"/>
          </a:p>
        </p:txBody>
      </p:sp>
      <p:graphicFrame>
        <p:nvGraphicFramePr>
          <p:cNvPr id="57"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58" name="Text 46"/>
          <p:cNvSpPr txBox="1"/>
          <p:nvPr/>
        </p:nvSpPr>
        <p:spPr>
          <a:xfrm>
            <a:off x="6632448" y="5358384"/>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−$121</a:t>
            </a:r>
            <a:endParaRPr lang="en-US" sz="1600" dirty="0"/>
          </a:p>
        </p:txBody>
      </p:sp>
      <p:sp>
        <p:nvSpPr>
          <p:cNvPr id="59" name="Shape 47"/>
          <p:cNvSpPr/>
          <p:nvPr/>
        </p:nvSpPr>
        <p:spPr>
          <a:xfrm>
            <a:off x="8040624" y="1371600"/>
            <a:ext cx="3489960" cy="45720"/>
          </a:xfrm>
          <a:prstGeom prst="rect">
            <a:avLst/>
          </a:prstGeom>
          <a:solidFill>
            <a:srgbClr val="2587C5"/>
          </a:solidFill>
          <a:ln/>
        </p:spPr>
        <p:txBody>
          <a:bodyPr/>
          <a:p/>
        </p:txBody>
      </p:sp>
      <p:sp>
        <p:nvSpPr>
          <p:cNvPr id="60" name="Text 4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1" name="Shape 49"/>
          <p:cNvSpPr/>
          <p:nvPr/>
        </p:nvSpPr>
        <p:spPr>
          <a:xfrm>
            <a:off x="8040624" y="1810512"/>
            <a:ext cx="3489960" cy="886968"/>
          </a:xfrm>
          <a:prstGeom prst="rect">
            <a:avLst/>
          </a:prstGeom>
          <a:solidFill>
            <a:srgbClr val="F7F7F7"/>
          </a:solidFill>
          <a:ln/>
        </p:spPr>
        <p:txBody>
          <a:bodyPr/>
          <a:p/>
        </p:txBody>
      </p:sp>
      <p:sp>
        <p:nvSpPr>
          <p:cNvPr id="62" name="Text 50"/>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3" name="Text 51"/>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$15,825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$20,761</a:t>
            </a:r>
            <a:endParaRPr lang="en-US" sz="1400" dirty="0"/>
          </a:p>
        </p:txBody>
      </p:sp>
      <p:graphicFrame>
        <p:nvGraphicFramePr>
          <p:cNvPr id="64"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65"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66" name="Text 52"/>
          <p:cNvSpPr txBox="1"/>
          <p:nvPr/>
        </p:nvSpPr>
        <p:spPr>
          <a:xfrm>
            <a:off x="10323576"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+$4,936</a:t>
            </a:r>
            <a:endParaRPr lang="en-US" sz="1600" dirty="0"/>
          </a:p>
        </p:txBody>
      </p:sp>
      <p:sp>
        <p:nvSpPr>
          <p:cNvPr id="67" name="Shape 53"/>
          <p:cNvSpPr/>
          <p:nvPr/>
        </p:nvSpPr>
        <p:spPr>
          <a:xfrm>
            <a:off x="11466576" y="2734056"/>
            <a:ext cx="64008" cy="813816"/>
          </a:xfrm>
          <a:prstGeom prst="rect">
            <a:avLst/>
          </a:prstGeom>
          <a:solidFill>
            <a:srgbClr val="12A566"/>
          </a:solidFill>
          <a:ln/>
        </p:spPr>
        <p:txBody>
          <a:bodyPr/>
          <a:p/>
        </p:txBody>
      </p:sp>
      <p:sp>
        <p:nvSpPr>
          <p:cNvPr id="68" name="Text 54"/>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9" name="Text 55"/>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$12,440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$17,296</a:t>
            </a:r>
            <a:endParaRPr lang="en-US" sz="1400" dirty="0"/>
          </a:p>
        </p:txBody>
      </p:sp>
      <p:graphicFrame>
        <p:nvGraphicFramePr>
          <p:cNvPr id="70"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71"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72" name="Text 56"/>
          <p:cNvSpPr txBox="1"/>
          <p:nvPr/>
        </p:nvSpPr>
        <p:spPr>
          <a:xfrm>
            <a:off x="10323576"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+$4,856</a:t>
            </a:r>
            <a:endParaRPr lang="en-US" sz="1600" dirty="0"/>
          </a:p>
        </p:txBody>
      </p:sp>
      <p:sp>
        <p:nvSpPr>
          <p:cNvPr id="73" name="Shape 57"/>
          <p:cNvSpPr/>
          <p:nvPr/>
        </p:nvSpPr>
        <p:spPr>
          <a:xfrm>
            <a:off x="8040624" y="3584448"/>
            <a:ext cx="3489960" cy="886968"/>
          </a:xfrm>
          <a:prstGeom prst="rect">
            <a:avLst/>
          </a:prstGeom>
          <a:solidFill>
            <a:srgbClr val="F7F7F7"/>
          </a:solidFill>
          <a:ln/>
        </p:spPr>
        <p:txBody>
          <a:bodyPr/>
          <a:p/>
        </p:txBody>
      </p:sp>
      <p:sp>
        <p:nvSpPr>
          <p:cNvPr id="74" name="Text 58"/>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5" name="Text 59"/>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$13,709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$17,296</a:t>
            </a:r>
            <a:endParaRPr lang="en-US" sz="1400" dirty="0"/>
          </a:p>
        </p:txBody>
      </p:sp>
      <p:graphicFrame>
        <p:nvGraphicFramePr>
          <p:cNvPr id="76"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77"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78" name="Text 60"/>
          <p:cNvSpPr txBox="1"/>
          <p:nvPr/>
        </p:nvSpPr>
        <p:spPr>
          <a:xfrm>
            <a:off x="10323576"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+$3,587</a:t>
            </a:r>
            <a:endParaRPr lang="en-US" sz="1600" dirty="0"/>
          </a:p>
        </p:txBody>
      </p:sp>
      <p:sp>
        <p:nvSpPr>
          <p:cNvPr id="79" name="Text 61"/>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0" name="Text 62"/>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$8,525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$12,004</a:t>
            </a:r>
            <a:endParaRPr lang="en-US" sz="1400" dirty="0"/>
          </a:p>
        </p:txBody>
      </p:sp>
      <p:graphicFrame>
        <p:nvGraphicFramePr>
          <p:cNvPr id="81"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82"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83" name="Text 63"/>
          <p:cNvSpPr txBox="1"/>
          <p:nvPr/>
        </p:nvSpPr>
        <p:spPr>
          <a:xfrm>
            <a:off x="10323576"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+$3,479</a:t>
            </a:r>
            <a:endParaRPr lang="en-US" sz="1600" dirty="0"/>
          </a:p>
        </p:txBody>
      </p:sp>
      <p:sp>
        <p:nvSpPr>
          <p:cNvPr id="84" name="Shape 64"/>
          <p:cNvSpPr/>
          <p:nvPr/>
        </p:nvSpPr>
        <p:spPr>
          <a:xfrm>
            <a:off x="8040624" y="5358384"/>
            <a:ext cx="3489960" cy="886968"/>
          </a:xfrm>
          <a:prstGeom prst="rect">
            <a:avLst/>
          </a:prstGeom>
          <a:solidFill>
            <a:srgbClr val="F7F7F7"/>
          </a:solidFill>
          <a:ln/>
        </p:spPr>
        <p:txBody>
          <a:bodyPr/>
          <a:p/>
        </p:txBody>
      </p:sp>
      <p:sp>
        <p:nvSpPr>
          <p:cNvPr id="85" name="Shape 65"/>
          <p:cNvSpPr/>
          <p:nvPr/>
        </p:nvSpPr>
        <p:spPr>
          <a:xfrm>
            <a:off x="11466576" y="5394960"/>
            <a:ext cx="64008" cy="813816"/>
          </a:xfrm>
          <a:prstGeom prst="rect">
            <a:avLst/>
          </a:prstGeom>
          <a:solidFill>
            <a:srgbClr val="2587C5"/>
          </a:solidFill>
          <a:ln/>
        </p:spPr>
        <p:txBody>
          <a:bodyPr/>
          <a:p/>
        </p:txBody>
      </p:sp>
      <p:sp>
        <p:nvSpPr>
          <p:cNvPr id="86" name="Text 66"/>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7" name="Text 67"/>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$14,024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$16,995</a:t>
            </a:r>
            <a:endParaRPr lang="en-US" sz="1400" dirty="0"/>
          </a:p>
        </p:txBody>
      </p:sp>
      <p:graphicFrame>
        <p:nvGraphicFramePr>
          <p:cNvPr id="88"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89"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90" name="Text 68"/>
          <p:cNvSpPr txBox="1"/>
          <p:nvPr/>
        </p:nvSpPr>
        <p:spPr>
          <a:xfrm>
            <a:off x="10323576"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+$2,972</a:t>
            </a:r>
            <a:endParaRPr lang="en-US" sz="1600" dirty="0"/>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Warranty Gross Profit</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Text 8"/>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$4.10M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$6.13M</a:t>
            </a:r>
            <a:endParaRPr lang="en-US" sz="1400" dirty="0"/>
          </a:p>
        </p:txBody>
      </p:sp>
      <p:graphicFrame>
        <p:nvGraphicFramePr>
          <p:cNvPr id="12"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3" name="Text 10"/>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+49.5%</a:t>
            </a:r>
            <a:endParaRPr lang="en-US" sz="1600" dirty="0"/>
          </a:p>
        </p:txBody>
      </p:sp>
      <p:sp>
        <p:nvSpPr>
          <p:cNvPr id="14" name="Text 11"/>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+$2.03M</a:t>
            </a:r>
            <a:endParaRPr lang="en-US" sz="1300" dirty="0"/>
          </a:p>
        </p:txBody>
      </p:sp>
      <p:sp>
        <p:nvSpPr>
          <p:cNvPr id="15" name="Text 12"/>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3"/>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$510K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$704K</a:t>
            </a:r>
            <a:endParaRPr lang="en-US" sz="1400" dirty="0"/>
          </a:p>
        </p:txBody>
      </p:sp>
      <p:graphicFrame>
        <p:nvGraphicFramePr>
          <p:cNvPr id="17"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8" name="Text 14"/>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+38.0%</a:t>
            </a:r>
            <a:endParaRPr lang="en-US" sz="1600" dirty="0"/>
          </a:p>
        </p:txBody>
      </p:sp>
      <p:sp>
        <p:nvSpPr>
          <p:cNvPr id="19" name="Text 15"/>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+$194K</a:t>
            </a:r>
            <a:endParaRPr lang="en-US" sz="1300" dirty="0"/>
          </a:p>
        </p:txBody>
      </p:sp>
      <p:sp>
        <p:nvSpPr>
          <p:cNvPr id="20" name="Shape 16"/>
          <p:cNvSpPr/>
          <p:nvPr/>
        </p:nvSpPr>
        <p:spPr>
          <a:xfrm>
            <a:off x="658368" y="3584448"/>
            <a:ext cx="3489960" cy="886968"/>
          </a:xfrm>
          <a:prstGeom prst="rect">
            <a:avLst/>
          </a:prstGeom>
          <a:solidFill>
            <a:srgbClr val="F7F7F7"/>
          </a:solidFill>
          <a:ln/>
        </p:spPr>
        <p:txBody>
          <a:bodyPr/>
          <a:p/>
        </p:txBody>
      </p:sp>
      <p:sp>
        <p:nvSpPr>
          <p:cNvPr id="21" name="Text 17"/>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2" name="Text 18"/>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$3.24M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$4.23M</a:t>
            </a:r>
            <a:endParaRPr lang="en-US" sz="1400" dirty="0"/>
          </a:p>
        </p:txBody>
      </p:sp>
      <p:graphicFrame>
        <p:nvGraphicFramePr>
          <p:cNvPr id="23"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4" name="Text 19"/>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+30.4%</a:t>
            </a:r>
            <a:endParaRPr lang="en-US" sz="1600" dirty="0"/>
          </a:p>
        </p:txBody>
      </p:sp>
      <p:sp>
        <p:nvSpPr>
          <p:cNvPr id="25" name="Text 20"/>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+$985K</a:t>
            </a:r>
            <a:endParaRPr lang="en-US" sz="1300" dirty="0"/>
          </a:p>
        </p:txBody>
      </p:sp>
      <p:sp>
        <p:nvSpPr>
          <p:cNvPr id="26" name="Text 21"/>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7" name="Text 22"/>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$443K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$572K</a:t>
            </a:r>
            <a:endParaRPr lang="en-US" sz="1400" dirty="0"/>
          </a:p>
        </p:txBody>
      </p:sp>
      <p:graphicFrame>
        <p:nvGraphicFramePr>
          <p:cNvPr id="28"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9" name="Text 23"/>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+29.0%</a:t>
            </a:r>
            <a:endParaRPr lang="en-US" sz="1600" dirty="0"/>
          </a:p>
        </p:txBody>
      </p:sp>
      <p:sp>
        <p:nvSpPr>
          <p:cNvPr id="30" name="Text 24"/>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+$129K</a:t>
            </a:r>
            <a:endParaRPr lang="en-US" sz="1300" dirty="0"/>
          </a:p>
        </p:txBody>
      </p:sp>
      <p:sp>
        <p:nvSpPr>
          <p:cNvPr id="31" name="Shape 25"/>
          <p:cNvSpPr/>
          <p:nvPr/>
        </p:nvSpPr>
        <p:spPr>
          <a:xfrm>
            <a:off x="658368" y="5358384"/>
            <a:ext cx="3489960" cy="886968"/>
          </a:xfrm>
          <a:prstGeom prst="rect">
            <a:avLst/>
          </a:prstGeom>
          <a:solidFill>
            <a:srgbClr val="F7F7F7"/>
          </a:solidFill>
          <a:ln/>
        </p:spPr>
        <p:txBody>
          <a:bodyPr/>
          <a:p/>
        </p:txBody>
      </p:sp>
      <p:sp>
        <p:nvSpPr>
          <p:cNvPr id="32" name="Text 26"/>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3" name="Text 27"/>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$837K</a:t>
            </a:r>
            <a:endParaRPr lang="en-US" sz="1400" dirty="0"/>
          </a:p>
        </p:txBody>
      </p:sp>
      <p:graphicFrame>
        <p:nvGraphicFramePr>
          <p:cNvPr id="34"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5" name="Text 28"/>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+25.4%</a:t>
            </a:r>
            <a:endParaRPr lang="en-US" sz="1600" dirty="0"/>
          </a:p>
        </p:txBody>
      </p:sp>
      <p:sp>
        <p:nvSpPr>
          <p:cNvPr id="36" name="Text 29"/>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+$170K</a:t>
            </a:r>
            <a:endParaRPr lang="en-US" sz="1300" dirty="0"/>
          </a:p>
        </p:txBody>
      </p:sp>
      <p:sp>
        <p:nvSpPr>
          <p:cNvPr id="37" name="Shape 30"/>
          <p:cNvSpPr/>
          <p:nvPr/>
        </p:nvSpPr>
        <p:spPr>
          <a:xfrm>
            <a:off x="4349496" y="1371600"/>
            <a:ext cx="3489960" cy="45720"/>
          </a:xfrm>
          <a:prstGeom prst="rect">
            <a:avLst/>
          </a:prstGeom>
          <a:solidFill>
            <a:srgbClr val="C2352F"/>
          </a:solidFill>
          <a:ln/>
        </p:spPr>
        <p:txBody>
          <a:bodyPr/>
          <a:p/>
        </p:txBody>
      </p:sp>
      <p:sp>
        <p:nvSpPr>
          <p:cNvPr id="38" name="Text 31"/>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9" name="Shape 32"/>
          <p:cNvSpPr/>
          <p:nvPr/>
        </p:nvSpPr>
        <p:spPr>
          <a:xfrm>
            <a:off x="4349496" y="1810512"/>
            <a:ext cx="3489960" cy="886968"/>
          </a:xfrm>
          <a:prstGeom prst="rect">
            <a:avLst/>
          </a:prstGeom>
          <a:solidFill>
            <a:srgbClr val="F7F7F7"/>
          </a:solidFill>
          <a:ln/>
        </p:spPr>
        <p:txBody>
          <a:bodyPr/>
          <a:p/>
        </p:txBody>
      </p:sp>
      <p:sp>
        <p:nvSpPr>
          <p:cNvPr id="40" name="Text 33"/>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1" name="Text 34"/>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$983K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$573K</a:t>
            </a:r>
            <a:endParaRPr lang="en-US" sz="1400" dirty="0"/>
          </a:p>
        </p:txBody>
      </p:sp>
      <p:graphicFrame>
        <p:nvGraphicFramePr>
          <p:cNvPr id="42"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3" name="Text 35"/>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−41.7%</a:t>
            </a:r>
            <a:endParaRPr lang="en-US" sz="1600" dirty="0"/>
          </a:p>
        </p:txBody>
      </p:sp>
      <p:sp>
        <p:nvSpPr>
          <p:cNvPr id="44" name="Text 36"/>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−$410K</a:t>
            </a:r>
            <a:endParaRPr lang="en-US" sz="1300" dirty="0"/>
          </a:p>
        </p:txBody>
      </p:sp>
      <p:sp>
        <p:nvSpPr>
          <p:cNvPr id="45" name="Text 37"/>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6" name="Text 38"/>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$218K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$135K</a:t>
            </a:r>
            <a:endParaRPr lang="en-US" sz="1400" dirty="0"/>
          </a:p>
        </p:txBody>
      </p:sp>
      <p:graphicFrame>
        <p:nvGraphicFramePr>
          <p:cNvPr id="47"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8" name="Text 39"/>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−38.1%</a:t>
            </a:r>
            <a:endParaRPr lang="en-US" sz="1600" dirty="0"/>
          </a:p>
        </p:txBody>
      </p:sp>
      <p:sp>
        <p:nvSpPr>
          <p:cNvPr id="49" name="Text 40"/>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−$83K</a:t>
            </a:r>
            <a:endParaRPr lang="en-US" sz="1300" dirty="0"/>
          </a:p>
        </p:txBody>
      </p:sp>
      <p:sp>
        <p:nvSpPr>
          <p:cNvPr id="50" name="Shape 41"/>
          <p:cNvSpPr/>
          <p:nvPr/>
        </p:nvSpPr>
        <p:spPr>
          <a:xfrm>
            <a:off x="4349496" y="3584448"/>
            <a:ext cx="3489960" cy="886968"/>
          </a:xfrm>
          <a:prstGeom prst="rect">
            <a:avLst/>
          </a:prstGeom>
          <a:solidFill>
            <a:srgbClr val="F7F7F7"/>
          </a:solidFill>
          <a:ln/>
        </p:spPr>
        <p:txBody>
          <a:bodyPr/>
          <a:p/>
        </p:txBody>
      </p:sp>
      <p:sp>
        <p:nvSpPr>
          <p:cNvPr id="51" name="Text 42"/>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52" name="Text 43"/>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$1.52M</a:t>
            </a:r>
            <a:endParaRPr lang="en-US" sz="1400" dirty="0"/>
          </a:p>
        </p:txBody>
      </p:sp>
      <p:graphicFrame>
        <p:nvGraphicFramePr>
          <p:cNvPr id="53"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54" name="Text 44"/>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−35.0%</a:t>
            </a:r>
            <a:endParaRPr lang="en-US" sz="1600" dirty="0"/>
          </a:p>
        </p:txBody>
      </p:sp>
      <p:sp>
        <p:nvSpPr>
          <p:cNvPr id="55" name="Text 45"/>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−$822K</a:t>
            </a:r>
            <a:endParaRPr lang="en-US" sz="1300" dirty="0"/>
          </a:p>
        </p:txBody>
      </p:sp>
      <p:sp>
        <p:nvSpPr>
          <p:cNvPr id="56" name="Shape 46"/>
          <p:cNvSpPr/>
          <p:nvPr/>
        </p:nvSpPr>
        <p:spPr>
          <a:xfrm>
            <a:off x="7775448" y="4507992"/>
            <a:ext cx="64008" cy="813816"/>
          </a:xfrm>
          <a:prstGeom prst="rect">
            <a:avLst/>
          </a:prstGeom>
          <a:solidFill>
            <a:srgbClr val="2587C5"/>
          </a:solidFill>
          <a:ln/>
        </p:spPr>
        <p:txBody>
          <a:bodyPr/>
          <a:p/>
        </p:txBody>
      </p:sp>
      <p:sp>
        <p:nvSpPr>
          <p:cNvPr id="57" name="Text 47"/>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8" name="Text 48"/>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$1.68M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$1.10M</a:t>
            </a:r>
            <a:endParaRPr lang="en-US" sz="1400" dirty="0"/>
          </a:p>
        </p:txBody>
      </p:sp>
      <p:graphicFrame>
        <p:nvGraphicFramePr>
          <p:cNvPr id="59"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60" name="Text 49"/>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−34.8%</a:t>
            </a:r>
            <a:endParaRPr lang="en-US" sz="1600" dirty="0"/>
          </a:p>
        </p:txBody>
      </p:sp>
      <p:sp>
        <p:nvSpPr>
          <p:cNvPr id="61" name="Text 50"/>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−$586K</a:t>
            </a:r>
            <a:endParaRPr lang="en-US" sz="1300" dirty="0"/>
          </a:p>
        </p:txBody>
      </p:sp>
      <p:sp>
        <p:nvSpPr>
          <p:cNvPr id="62" name="Shape 51"/>
          <p:cNvSpPr/>
          <p:nvPr/>
        </p:nvSpPr>
        <p:spPr>
          <a:xfrm>
            <a:off x="4349496" y="5358384"/>
            <a:ext cx="3489960" cy="886968"/>
          </a:xfrm>
          <a:prstGeom prst="rect">
            <a:avLst/>
          </a:prstGeom>
          <a:solidFill>
            <a:srgbClr val="F7F7F7"/>
          </a:solidFill>
          <a:ln/>
        </p:spPr>
        <p:txBody>
          <a:bodyPr/>
          <a:p/>
        </p:txBody>
      </p:sp>
      <p:sp>
        <p:nvSpPr>
          <p:cNvPr id="63" name="Text 52"/>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64" name="Text 53"/>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$567K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$403K</a:t>
            </a:r>
            <a:endParaRPr lang="en-US" sz="1400" dirty="0"/>
          </a:p>
        </p:txBody>
      </p:sp>
      <p:graphicFrame>
        <p:nvGraphicFramePr>
          <p:cNvPr id="65"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66" name="Text 54"/>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−28.9%</a:t>
            </a:r>
            <a:endParaRPr lang="en-US" sz="1600" dirty="0"/>
          </a:p>
        </p:txBody>
      </p:sp>
      <p:sp>
        <p:nvSpPr>
          <p:cNvPr id="67" name="Text 55"/>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−$164K</a:t>
            </a:r>
            <a:endParaRPr lang="en-US" sz="1300" dirty="0"/>
          </a:p>
        </p:txBody>
      </p:sp>
      <p:sp>
        <p:nvSpPr>
          <p:cNvPr id="68" name="Shape 56"/>
          <p:cNvSpPr/>
          <p:nvPr/>
        </p:nvSpPr>
        <p:spPr>
          <a:xfrm>
            <a:off x="8040624" y="1371600"/>
            <a:ext cx="3489960" cy="45720"/>
          </a:xfrm>
          <a:prstGeom prst="rect">
            <a:avLst/>
          </a:prstGeom>
          <a:solidFill>
            <a:srgbClr val="2587C5"/>
          </a:solidFill>
          <a:ln/>
        </p:spPr>
        <p:txBody>
          <a:bodyPr/>
          <a:p/>
        </p:txBody>
      </p:sp>
      <p:sp>
        <p:nvSpPr>
          <p:cNvPr id="69" name="Text 5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70" name="Shape 58"/>
          <p:cNvSpPr/>
          <p:nvPr/>
        </p:nvSpPr>
        <p:spPr>
          <a:xfrm>
            <a:off x="8040624" y="1810512"/>
            <a:ext cx="3489960" cy="886968"/>
          </a:xfrm>
          <a:prstGeom prst="rect">
            <a:avLst/>
          </a:prstGeom>
          <a:solidFill>
            <a:srgbClr val="F7F7F7"/>
          </a:solidFill>
          <a:ln/>
        </p:spPr>
        <p:txBody>
          <a:bodyPr/>
          <a:p/>
        </p:txBody>
      </p:sp>
      <p:sp>
        <p:nvSpPr>
          <p:cNvPr id="71" name="Shape 59"/>
          <p:cNvSpPr/>
          <p:nvPr/>
        </p:nvSpPr>
        <p:spPr>
          <a:xfrm>
            <a:off x="11466576" y="1847088"/>
            <a:ext cx="64008" cy="813816"/>
          </a:xfrm>
          <a:prstGeom prst="rect">
            <a:avLst/>
          </a:prstGeom>
          <a:solidFill>
            <a:srgbClr val="2587C5"/>
          </a:solidFill>
          <a:ln/>
        </p:spPr>
        <p:txBody>
          <a:bodyPr/>
          <a:p/>
        </p:txBody>
      </p:sp>
      <p:sp>
        <p:nvSpPr>
          <p:cNvPr id="72" name="Text 60"/>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73" name="Text 61"/>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$156K</a:t>
            </a:r>
            <a:endParaRPr lang="en-US" sz="1400" dirty="0"/>
          </a:p>
        </p:txBody>
      </p:sp>
      <p:graphicFrame>
        <p:nvGraphicFramePr>
          <p:cNvPr id="74"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75"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76" name="Text 62"/>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+57.0%</a:t>
            </a:r>
            <a:endParaRPr lang="en-US" sz="1600" dirty="0"/>
          </a:p>
        </p:txBody>
      </p:sp>
      <p:sp>
        <p:nvSpPr>
          <p:cNvPr id="77" name="Text 63"/>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+$57K</a:t>
            </a:r>
            <a:endParaRPr lang="en-US" sz="1300" dirty="0"/>
          </a:p>
        </p:txBody>
      </p:sp>
      <p:sp>
        <p:nvSpPr>
          <p:cNvPr id="78" name="Text 64"/>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9" name="Text 65"/>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$163K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$244K</a:t>
            </a:r>
            <a:endParaRPr lang="en-US" sz="1400" dirty="0"/>
          </a:p>
        </p:txBody>
      </p:sp>
      <p:graphicFrame>
        <p:nvGraphicFramePr>
          <p:cNvPr id="80"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81"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82" name="Text 66"/>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+49.6%</a:t>
            </a:r>
            <a:endParaRPr lang="en-US" sz="1600" dirty="0"/>
          </a:p>
        </p:txBody>
      </p:sp>
      <p:sp>
        <p:nvSpPr>
          <p:cNvPr id="83" name="Text 67"/>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+$81K</a:t>
            </a:r>
            <a:endParaRPr lang="en-US" sz="1300" dirty="0"/>
          </a:p>
        </p:txBody>
      </p:sp>
      <p:sp>
        <p:nvSpPr>
          <p:cNvPr id="84" name="Shape 68"/>
          <p:cNvSpPr/>
          <p:nvPr/>
        </p:nvSpPr>
        <p:spPr>
          <a:xfrm>
            <a:off x="8040624" y="3584448"/>
            <a:ext cx="3489960" cy="886968"/>
          </a:xfrm>
          <a:prstGeom prst="rect">
            <a:avLst/>
          </a:prstGeom>
          <a:solidFill>
            <a:srgbClr val="F7F7F7"/>
          </a:solidFill>
          <a:ln/>
        </p:spPr>
        <p:txBody>
          <a:bodyPr/>
          <a:p/>
        </p:txBody>
      </p:sp>
      <p:sp>
        <p:nvSpPr>
          <p:cNvPr id="85" name="Text 69"/>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86" name="Text 70"/>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$135K</a:t>
            </a:r>
            <a:endParaRPr lang="en-US" sz="1400" dirty="0"/>
          </a:p>
        </p:txBody>
      </p:sp>
      <p:graphicFrame>
        <p:nvGraphicFramePr>
          <p:cNvPr id="87"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88"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89" name="Text 71"/>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+41.6%</a:t>
            </a:r>
            <a:endParaRPr lang="en-US" sz="1600" dirty="0"/>
          </a:p>
        </p:txBody>
      </p:sp>
      <p:sp>
        <p:nvSpPr>
          <p:cNvPr id="90" name="Text 72"/>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+$40K</a:t>
            </a:r>
            <a:endParaRPr lang="en-US" sz="1300" dirty="0"/>
          </a:p>
        </p:txBody>
      </p:sp>
      <p:sp>
        <p:nvSpPr>
          <p:cNvPr id="91" name="Text 73"/>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92" name="Text 74"/>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$139K</a:t>
            </a:r>
            <a:endParaRPr lang="en-US" sz="1400" dirty="0"/>
          </a:p>
        </p:txBody>
      </p:sp>
      <p:graphicFrame>
        <p:nvGraphicFramePr>
          <p:cNvPr id="93"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94"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95" name="Text 75"/>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+38.2%</a:t>
            </a:r>
            <a:endParaRPr lang="en-US" sz="1600" dirty="0"/>
          </a:p>
        </p:txBody>
      </p:sp>
      <p:sp>
        <p:nvSpPr>
          <p:cNvPr id="96" name="Text 76"/>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+$38K</a:t>
            </a:r>
            <a:endParaRPr lang="en-US" sz="1300" dirty="0"/>
          </a:p>
        </p:txBody>
      </p:sp>
      <p:sp>
        <p:nvSpPr>
          <p:cNvPr id="97" name="Shape 77"/>
          <p:cNvSpPr/>
          <p:nvPr/>
        </p:nvSpPr>
        <p:spPr>
          <a:xfrm>
            <a:off x="8040624" y="5358384"/>
            <a:ext cx="3489960" cy="886968"/>
          </a:xfrm>
          <a:prstGeom prst="rect">
            <a:avLst/>
          </a:prstGeom>
          <a:solidFill>
            <a:srgbClr val="F7F7F7"/>
          </a:solidFill>
          <a:ln/>
        </p:spPr>
        <p:txBody>
          <a:bodyPr/>
          <a:p/>
        </p:txBody>
      </p:sp>
      <p:sp>
        <p:nvSpPr>
          <p:cNvPr id="98" name="Text 78"/>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99" name="Text 79"/>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$125K</a:t>
            </a:r>
            <a:endParaRPr lang="en-US" sz="1400" dirty="0"/>
          </a:p>
        </p:txBody>
      </p:sp>
      <p:graphicFrame>
        <p:nvGraphicFramePr>
          <p:cNvPr id="100"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101"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102" name="Text 80"/>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+32.4%</a:t>
            </a:r>
            <a:endParaRPr lang="en-US" sz="1600" dirty="0"/>
          </a:p>
        </p:txBody>
      </p:sp>
      <p:sp>
        <p:nvSpPr>
          <p:cNvPr id="103" name="Text 81"/>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+$31K</a:t>
            </a:r>
            <a:endParaRPr lang="en-US" sz="1300" dirty="0"/>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PRODUCTIVITY · ROS PER ADVISOR</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Service Advisor</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Text 8"/>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175</a:t>
            </a:r>
            <a:endParaRPr lang="en-US" sz="1400" dirty="0"/>
          </a:p>
        </p:txBody>
      </p:sp>
      <p:graphicFrame>
        <p:nvGraphicFramePr>
          <p:cNvPr id="12"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3" name="Text 10"/>
          <p:cNvSpPr txBox="1"/>
          <p:nvPr/>
        </p:nvSpPr>
        <p:spPr>
          <a:xfrm>
            <a:off x="2941320"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+40</a:t>
            </a:r>
            <a:endParaRPr lang="en-US" sz="1600" dirty="0"/>
          </a:p>
        </p:txBody>
      </p:sp>
      <p:sp>
        <p:nvSpPr>
          <p:cNvPr id="14" name="Text 11"/>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2"/>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154</a:t>
            </a:r>
            <a:endParaRPr lang="en-US" sz="1400" dirty="0"/>
          </a:p>
        </p:txBody>
      </p:sp>
      <p:graphicFrame>
        <p:nvGraphicFramePr>
          <p:cNvPr id="16"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7" name="Text 13"/>
          <p:cNvSpPr txBox="1"/>
          <p:nvPr/>
        </p:nvSpPr>
        <p:spPr>
          <a:xfrm>
            <a:off x="2941320"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a:t>
            </a:r>
            <a:endParaRPr lang="en-US" sz="1600" dirty="0"/>
          </a:p>
        </p:txBody>
      </p:sp>
      <p:sp>
        <p:nvSpPr>
          <p:cNvPr id="18" name="Shape 14"/>
          <p:cNvSpPr/>
          <p:nvPr/>
        </p:nvSpPr>
        <p:spPr>
          <a:xfrm>
            <a:off x="658368" y="3584448"/>
            <a:ext cx="3489960" cy="886968"/>
          </a:xfrm>
          <a:prstGeom prst="rect">
            <a:avLst/>
          </a:prstGeom>
          <a:solidFill>
            <a:srgbClr val="F7F7F7"/>
          </a:solidFill>
          <a:ln/>
        </p:spPr>
        <p:txBody>
          <a:bodyPr/>
          <a:p/>
        </p:txBody>
      </p:sp>
      <p:sp>
        <p:nvSpPr>
          <p:cNvPr id="19" name="Text 15"/>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0" name="Text 16"/>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253</a:t>
            </a:r>
            <a:endParaRPr lang="en-US" sz="1400" dirty="0"/>
          </a:p>
        </p:txBody>
      </p:sp>
      <p:graphicFrame>
        <p:nvGraphicFramePr>
          <p:cNvPr id="21"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2" name="Text 17"/>
          <p:cNvSpPr txBox="1"/>
          <p:nvPr/>
        </p:nvSpPr>
        <p:spPr>
          <a:xfrm>
            <a:off x="2941320"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+31</a:t>
            </a:r>
            <a:endParaRPr lang="en-US" sz="1600" dirty="0"/>
          </a:p>
        </p:txBody>
      </p:sp>
      <p:sp>
        <p:nvSpPr>
          <p:cNvPr id="23" name="Text 18"/>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4" name="Text 19"/>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194</a:t>
            </a:r>
            <a:endParaRPr lang="en-US" sz="1400" dirty="0"/>
          </a:p>
        </p:txBody>
      </p:sp>
      <p:graphicFrame>
        <p:nvGraphicFramePr>
          <p:cNvPr id="25"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6" name="Text 20"/>
          <p:cNvSpPr txBox="1"/>
          <p:nvPr/>
        </p:nvSpPr>
        <p:spPr>
          <a:xfrm>
            <a:off x="2941320"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+20</a:t>
            </a:r>
            <a:endParaRPr lang="en-US" sz="1600" dirty="0"/>
          </a:p>
        </p:txBody>
      </p:sp>
      <p:sp>
        <p:nvSpPr>
          <p:cNvPr id="27" name="Shape 21"/>
          <p:cNvSpPr/>
          <p:nvPr/>
        </p:nvSpPr>
        <p:spPr>
          <a:xfrm>
            <a:off x="658368" y="5358384"/>
            <a:ext cx="3489960" cy="886968"/>
          </a:xfrm>
          <a:prstGeom prst="rect">
            <a:avLst/>
          </a:prstGeom>
          <a:solidFill>
            <a:srgbClr val="F7F7F7"/>
          </a:solidFill>
          <a:ln/>
        </p:spPr>
        <p:txBody>
          <a:bodyPr/>
          <a:p/>
        </p:txBody>
      </p:sp>
      <p:sp>
        <p:nvSpPr>
          <p:cNvPr id="28" name="Text 22"/>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9" name="Text 23"/>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180</a:t>
            </a:r>
            <a:endParaRPr lang="en-US" sz="1400" dirty="0"/>
          </a:p>
        </p:txBody>
      </p:sp>
      <p:graphicFrame>
        <p:nvGraphicFramePr>
          <p:cNvPr id="30"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1" name="Text 24"/>
          <p:cNvSpPr txBox="1"/>
          <p:nvPr/>
        </p:nvSpPr>
        <p:spPr>
          <a:xfrm>
            <a:off x="2941320"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a:t>
            </a:r>
            <a:endParaRPr lang="en-US" sz="1600" dirty="0"/>
          </a:p>
        </p:txBody>
      </p:sp>
      <p:sp>
        <p:nvSpPr>
          <p:cNvPr id="32" name="Shape 25"/>
          <p:cNvSpPr/>
          <p:nvPr/>
        </p:nvSpPr>
        <p:spPr>
          <a:xfrm>
            <a:off x="4349496" y="1371600"/>
            <a:ext cx="3489960" cy="45720"/>
          </a:xfrm>
          <a:prstGeom prst="rect">
            <a:avLst/>
          </a:prstGeom>
          <a:solidFill>
            <a:srgbClr val="C2352F"/>
          </a:solidFill>
          <a:ln/>
        </p:spPr>
        <p:txBody>
          <a:bodyPr/>
          <a:p/>
        </p:txBody>
      </p:sp>
      <p:sp>
        <p:nvSpPr>
          <p:cNvPr id="33" name="Text 26"/>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4" name="Shape 27"/>
          <p:cNvSpPr/>
          <p:nvPr/>
        </p:nvSpPr>
        <p:spPr>
          <a:xfrm>
            <a:off x="4349496" y="1810512"/>
            <a:ext cx="3489960" cy="886968"/>
          </a:xfrm>
          <a:prstGeom prst="rect">
            <a:avLst/>
          </a:prstGeom>
          <a:solidFill>
            <a:srgbClr val="F7F7F7"/>
          </a:solidFill>
          <a:ln/>
        </p:spPr>
        <p:txBody>
          <a:bodyPr/>
          <a:p/>
        </p:txBody>
      </p:sp>
      <p:sp>
        <p:nvSpPr>
          <p:cNvPr id="35" name="Text 28"/>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6" name="Text 29"/>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303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244</a:t>
            </a:r>
            <a:endParaRPr lang="en-US" sz="1400" dirty="0"/>
          </a:p>
        </p:txBody>
      </p:sp>
      <p:graphicFrame>
        <p:nvGraphicFramePr>
          <p:cNvPr id="37"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38" name="Text 30"/>
          <p:cNvSpPr txBox="1"/>
          <p:nvPr/>
        </p:nvSpPr>
        <p:spPr>
          <a:xfrm>
            <a:off x="6632448" y="1810512"/>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−59</a:t>
            </a:r>
            <a:endParaRPr lang="en-US" sz="1600" dirty="0"/>
          </a:p>
        </p:txBody>
      </p:sp>
      <p:sp>
        <p:nvSpPr>
          <p:cNvPr id="39" name="Text 31"/>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0" name="Text 32"/>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139</a:t>
            </a:r>
            <a:endParaRPr lang="en-US" sz="1400" dirty="0"/>
          </a:p>
        </p:txBody>
      </p:sp>
      <p:graphicFrame>
        <p:nvGraphicFramePr>
          <p:cNvPr id="41"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2" name="Text 33"/>
          <p:cNvSpPr txBox="1"/>
          <p:nvPr/>
        </p:nvSpPr>
        <p:spPr>
          <a:xfrm>
            <a:off x="6632448" y="2697480"/>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−58</a:t>
            </a:r>
            <a:endParaRPr lang="en-US" sz="1600" dirty="0"/>
          </a:p>
        </p:txBody>
      </p:sp>
      <p:sp>
        <p:nvSpPr>
          <p:cNvPr id="43" name="Shape 34"/>
          <p:cNvSpPr/>
          <p:nvPr/>
        </p:nvSpPr>
        <p:spPr>
          <a:xfrm>
            <a:off x="4349496" y="3584448"/>
            <a:ext cx="3489960" cy="886968"/>
          </a:xfrm>
          <a:prstGeom prst="rect">
            <a:avLst/>
          </a:prstGeom>
          <a:solidFill>
            <a:srgbClr val="F7F7F7"/>
          </a:solidFill>
          <a:ln/>
        </p:spPr>
        <p:txBody>
          <a:bodyPr/>
          <a:p/>
        </p:txBody>
      </p:sp>
      <p:sp>
        <p:nvSpPr>
          <p:cNvPr id="44" name="Text 35"/>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5" name="Text 36"/>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123</a:t>
            </a:r>
            <a:endParaRPr lang="en-US" sz="1400" dirty="0"/>
          </a:p>
        </p:txBody>
      </p:sp>
      <p:graphicFrame>
        <p:nvGraphicFramePr>
          <p:cNvPr id="46"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47" name="Text 37"/>
          <p:cNvSpPr txBox="1"/>
          <p:nvPr/>
        </p:nvSpPr>
        <p:spPr>
          <a:xfrm>
            <a:off x="6632448" y="3584448"/>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−43</a:t>
            </a:r>
            <a:endParaRPr lang="en-US" sz="1600" dirty="0"/>
          </a:p>
        </p:txBody>
      </p:sp>
      <p:sp>
        <p:nvSpPr>
          <p:cNvPr id="48" name="Text 38"/>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9" name="Text 39"/>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202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161</a:t>
            </a:r>
            <a:endParaRPr lang="en-US" sz="1400" dirty="0"/>
          </a:p>
        </p:txBody>
      </p:sp>
      <p:graphicFrame>
        <p:nvGraphicFramePr>
          <p:cNvPr id="50"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1" name="Text 40"/>
          <p:cNvSpPr txBox="1"/>
          <p:nvPr/>
        </p:nvSpPr>
        <p:spPr>
          <a:xfrm>
            <a:off x="6632448" y="4471416"/>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−41</a:t>
            </a:r>
            <a:endParaRPr lang="en-US" sz="1600" dirty="0"/>
          </a:p>
        </p:txBody>
      </p:sp>
      <p:sp>
        <p:nvSpPr>
          <p:cNvPr id="52" name="Shape 41"/>
          <p:cNvSpPr/>
          <p:nvPr/>
        </p:nvSpPr>
        <p:spPr>
          <a:xfrm>
            <a:off x="4349496" y="5358384"/>
            <a:ext cx="3489960" cy="886968"/>
          </a:xfrm>
          <a:prstGeom prst="rect">
            <a:avLst/>
          </a:prstGeom>
          <a:solidFill>
            <a:srgbClr val="F7F7F7"/>
          </a:solidFill>
          <a:ln/>
        </p:spPr>
        <p:txBody>
          <a:bodyPr/>
          <a:p/>
        </p:txBody>
      </p:sp>
      <p:sp>
        <p:nvSpPr>
          <p:cNvPr id="53" name="Text 42"/>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4" name="Text 43"/>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260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225</a:t>
            </a:r>
            <a:endParaRPr lang="en-US" sz="1400" dirty="0"/>
          </a:p>
        </p:txBody>
      </p:sp>
      <p:graphicFrame>
        <p:nvGraphicFramePr>
          <p:cNvPr id="55"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56" name="Text 44"/>
          <p:cNvSpPr txBox="1"/>
          <p:nvPr/>
        </p:nvSpPr>
        <p:spPr>
          <a:xfrm>
            <a:off x="6632448" y="5358384"/>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−36</a:t>
            </a:r>
            <a:endParaRPr lang="en-US" sz="1600" dirty="0"/>
          </a:p>
        </p:txBody>
      </p:sp>
      <p:sp>
        <p:nvSpPr>
          <p:cNvPr id="57" name="Shape 45"/>
          <p:cNvSpPr/>
          <p:nvPr/>
        </p:nvSpPr>
        <p:spPr>
          <a:xfrm>
            <a:off x="8040624" y="1371600"/>
            <a:ext cx="3489960" cy="45720"/>
          </a:xfrm>
          <a:prstGeom prst="rect">
            <a:avLst/>
          </a:prstGeom>
          <a:solidFill>
            <a:srgbClr val="2587C5"/>
          </a:solidFill>
          <a:ln/>
        </p:spPr>
        <p:txBody>
          <a:bodyPr/>
          <a:p/>
        </p:txBody>
      </p:sp>
      <p:sp>
        <p:nvSpPr>
          <p:cNvPr id="58" name="Text 46"/>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9" name="Shape 47"/>
          <p:cNvSpPr/>
          <p:nvPr/>
        </p:nvSpPr>
        <p:spPr>
          <a:xfrm>
            <a:off x="8040624" y="1810512"/>
            <a:ext cx="3489960" cy="886968"/>
          </a:xfrm>
          <a:prstGeom prst="rect">
            <a:avLst/>
          </a:prstGeom>
          <a:solidFill>
            <a:srgbClr val="F7F7F7"/>
          </a:solidFill>
          <a:ln/>
        </p:spPr>
        <p:txBody>
          <a:bodyPr/>
          <a:p/>
        </p:txBody>
      </p:sp>
      <p:sp>
        <p:nvSpPr>
          <p:cNvPr id="60" name="Text 48"/>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1" name="Text 49"/>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175</a:t>
            </a:r>
            <a:endParaRPr lang="en-US" sz="1400" dirty="0"/>
          </a:p>
        </p:txBody>
      </p:sp>
      <p:graphicFrame>
        <p:nvGraphicFramePr>
          <p:cNvPr id="62"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63"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64" name="Text 50"/>
          <p:cNvSpPr txBox="1"/>
          <p:nvPr/>
        </p:nvSpPr>
        <p:spPr>
          <a:xfrm>
            <a:off x="10323576"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+57</a:t>
            </a:r>
            <a:endParaRPr lang="en-US" sz="1600" dirty="0"/>
          </a:p>
        </p:txBody>
      </p:sp>
      <p:sp>
        <p:nvSpPr>
          <p:cNvPr id="65" name="Text 51"/>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6" name="Text 52"/>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203</a:t>
            </a:r>
            <a:endParaRPr lang="en-US" sz="1400" dirty="0"/>
          </a:p>
        </p:txBody>
      </p:sp>
      <p:graphicFrame>
        <p:nvGraphicFramePr>
          <p:cNvPr id="67"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68"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69" name="Text 53"/>
          <p:cNvSpPr txBox="1"/>
          <p:nvPr/>
        </p:nvSpPr>
        <p:spPr>
          <a:xfrm>
            <a:off x="10323576"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+38</a:t>
            </a:r>
            <a:endParaRPr lang="en-US" sz="1600" dirty="0"/>
          </a:p>
        </p:txBody>
      </p:sp>
      <p:sp>
        <p:nvSpPr>
          <p:cNvPr id="70" name="Shape 54"/>
          <p:cNvSpPr/>
          <p:nvPr/>
        </p:nvSpPr>
        <p:spPr>
          <a:xfrm>
            <a:off x="8040624" y="3584448"/>
            <a:ext cx="3489960" cy="886968"/>
          </a:xfrm>
          <a:prstGeom prst="rect">
            <a:avLst/>
          </a:prstGeom>
          <a:solidFill>
            <a:srgbClr val="F7F7F7"/>
          </a:solidFill>
          <a:ln/>
        </p:spPr>
        <p:txBody>
          <a:bodyPr/>
          <a:p/>
        </p:txBody>
      </p:sp>
      <p:sp>
        <p:nvSpPr>
          <p:cNvPr id="71" name="Text 55"/>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2" name="Text 56"/>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237</a:t>
            </a:r>
            <a:endParaRPr lang="en-US" sz="1400" dirty="0"/>
          </a:p>
        </p:txBody>
      </p:sp>
      <p:graphicFrame>
        <p:nvGraphicFramePr>
          <p:cNvPr id="73"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74"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75" name="Text 57"/>
          <p:cNvSpPr txBox="1"/>
          <p:nvPr/>
        </p:nvSpPr>
        <p:spPr>
          <a:xfrm>
            <a:off x="10323576"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+26</a:t>
            </a:r>
            <a:endParaRPr lang="en-US" sz="1600" dirty="0"/>
          </a:p>
        </p:txBody>
      </p:sp>
      <p:sp>
        <p:nvSpPr>
          <p:cNvPr id="76" name="Text 58"/>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77" name="Text 59"/>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186</a:t>
            </a:r>
            <a:endParaRPr lang="en-US" sz="1400" dirty="0"/>
          </a:p>
        </p:txBody>
      </p:sp>
      <p:graphicFrame>
        <p:nvGraphicFramePr>
          <p:cNvPr id="78"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79"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80" name="Text 60"/>
          <p:cNvSpPr txBox="1"/>
          <p:nvPr/>
        </p:nvSpPr>
        <p:spPr>
          <a:xfrm>
            <a:off x="10323576"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+26</a:t>
            </a:r>
            <a:endParaRPr lang="en-US" sz="1600" dirty="0"/>
          </a:p>
        </p:txBody>
      </p:sp>
      <p:sp>
        <p:nvSpPr>
          <p:cNvPr id="81" name="Shape 61"/>
          <p:cNvSpPr/>
          <p:nvPr/>
        </p:nvSpPr>
        <p:spPr>
          <a:xfrm>
            <a:off x="8040624" y="5358384"/>
            <a:ext cx="3489960" cy="886968"/>
          </a:xfrm>
          <a:prstGeom prst="rect">
            <a:avLst/>
          </a:prstGeom>
          <a:solidFill>
            <a:srgbClr val="F7F7F7"/>
          </a:solidFill>
          <a:ln/>
        </p:spPr>
        <p:txBody>
          <a:bodyPr/>
          <a:p/>
        </p:txBody>
      </p:sp>
      <p:sp>
        <p:nvSpPr>
          <p:cNvPr id="82" name="Text 62"/>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3" name="Text 63"/>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187</a:t>
            </a:r>
            <a:endParaRPr lang="en-US" sz="1400" dirty="0"/>
          </a:p>
        </p:txBody>
      </p:sp>
      <p:graphicFrame>
        <p:nvGraphicFramePr>
          <p:cNvPr id="84"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85"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86" name="Text 64"/>
          <p:cNvSpPr txBox="1"/>
          <p:nvPr/>
        </p:nvSpPr>
        <p:spPr>
          <a:xfrm>
            <a:off x="10323576"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+26</a:t>
            </a:r>
            <a:endParaRPr lang="en-US" sz="1600" dirty="0"/>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PRODUCTIVITY · ROS PER MANAGER</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Manager</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Shape 8"/>
          <p:cNvSpPr/>
          <p:nvPr/>
        </p:nvSpPr>
        <p:spPr>
          <a:xfrm>
            <a:off x="4084320" y="1847088"/>
            <a:ext cx="64008" cy="813816"/>
          </a:xfrm>
          <a:prstGeom prst="rect">
            <a:avLst/>
          </a:prstGeom>
          <a:solidFill>
            <a:srgbClr val="12A566"/>
          </a:solidFill>
          <a:ln/>
        </p:spPr>
        <p:txBody>
          <a:bodyPr/>
          <a:p/>
        </p:txBody>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1,022</a:t>
            </a:r>
            <a:endParaRPr lang="en-US" sz="1400" dirty="0"/>
          </a:p>
        </p:txBody>
      </p:sp>
      <p:graphicFrame>
        <p:nvGraphicFramePr>
          <p:cNvPr id="13"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4" name="Text 11"/>
          <p:cNvSpPr txBox="1"/>
          <p:nvPr/>
        </p:nvSpPr>
        <p:spPr>
          <a:xfrm>
            <a:off x="2941320"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+182</a:t>
            </a:r>
            <a:endParaRPr lang="en-US" sz="1600" dirty="0"/>
          </a:p>
        </p:txBody>
      </p:sp>
      <p:sp>
        <p:nvSpPr>
          <p:cNvPr id="15" name="Text 12"/>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3"/>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686</a:t>
            </a:r>
            <a:endParaRPr lang="en-US" sz="1400" dirty="0"/>
          </a:p>
        </p:txBody>
      </p:sp>
      <p:graphicFrame>
        <p:nvGraphicFramePr>
          <p:cNvPr id="17"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8" name="Text 14"/>
          <p:cNvSpPr txBox="1"/>
          <p:nvPr/>
        </p:nvSpPr>
        <p:spPr>
          <a:xfrm>
            <a:off x="2941320"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+170</a:t>
            </a:r>
            <a:endParaRPr lang="en-US" sz="1600" dirty="0"/>
          </a:p>
        </p:txBody>
      </p:sp>
      <p:sp>
        <p:nvSpPr>
          <p:cNvPr id="19" name="Shape 15"/>
          <p:cNvSpPr/>
          <p:nvPr/>
        </p:nvSpPr>
        <p:spPr>
          <a:xfrm>
            <a:off x="658368" y="3584448"/>
            <a:ext cx="3489960" cy="886968"/>
          </a:xfrm>
          <a:prstGeom prst="rect">
            <a:avLst/>
          </a:prstGeom>
          <a:solidFill>
            <a:srgbClr val="F7F7F7"/>
          </a:solidFill>
          <a:ln/>
        </p:spPr>
        <p:txBody>
          <a:bodyPr/>
          <a:p/>
        </p:txBody>
      </p:sp>
      <p:sp>
        <p:nvSpPr>
          <p:cNvPr id="20" name="Shape 16"/>
          <p:cNvSpPr/>
          <p:nvPr/>
        </p:nvSpPr>
        <p:spPr>
          <a:xfrm>
            <a:off x="4084320" y="3621024"/>
            <a:ext cx="64008" cy="813816"/>
          </a:xfrm>
          <a:prstGeom prst="rect">
            <a:avLst/>
          </a:prstGeom>
          <a:solidFill>
            <a:srgbClr val="12A566"/>
          </a:solidFill>
          <a:ln/>
        </p:spPr>
        <p:txBody>
          <a:bodyPr/>
          <a:p/>
        </p:txBody>
      </p:sp>
      <p:sp>
        <p:nvSpPr>
          <p:cNvPr id="21" name="Text 17"/>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2" name="Text 18"/>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657</a:t>
            </a:r>
            <a:endParaRPr lang="en-US" sz="1400" dirty="0"/>
          </a:p>
        </p:txBody>
      </p:sp>
      <p:graphicFrame>
        <p:nvGraphicFramePr>
          <p:cNvPr id="23"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4" name="Text 19"/>
          <p:cNvSpPr txBox="1"/>
          <p:nvPr/>
        </p:nvSpPr>
        <p:spPr>
          <a:xfrm>
            <a:off x="2941320"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+121</a:t>
            </a:r>
            <a:endParaRPr lang="en-US" sz="1600" dirty="0"/>
          </a:p>
        </p:txBody>
      </p:sp>
      <p:sp>
        <p:nvSpPr>
          <p:cNvPr id="25" name="Text 20"/>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6" name="Text 21"/>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471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591</a:t>
            </a:r>
            <a:endParaRPr lang="en-US" sz="1400" dirty="0"/>
          </a:p>
        </p:txBody>
      </p:sp>
      <p:graphicFrame>
        <p:nvGraphicFramePr>
          <p:cNvPr id="27"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8" name="Text 22"/>
          <p:cNvSpPr txBox="1"/>
          <p:nvPr/>
        </p:nvSpPr>
        <p:spPr>
          <a:xfrm>
            <a:off x="2941320"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+120</a:t>
            </a:r>
            <a:endParaRPr lang="en-US" sz="1600" dirty="0"/>
          </a:p>
        </p:txBody>
      </p:sp>
      <p:sp>
        <p:nvSpPr>
          <p:cNvPr id="29" name="Shape 23"/>
          <p:cNvSpPr/>
          <p:nvPr/>
        </p:nvSpPr>
        <p:spPr>
          <a:xfrm>
            <a:off x="658368" y="5358384"/>
            <a:ext cx="3489960" cy="886968"/>
          </a:xfrm>
          <a:prstGeom prst="rect">
            <a:avLst/>
          </a:prstGeom>
          <a:solidFill>
            <a:srgbClr val="F7F7F7"/>
          </a:solidFill>
          <a:ln/>
        </p:spPr>
        <p:txBody>
          <a:bodyPr/>
          <a:p/>
        </p:txBody>
      </p:sp>
      <p:sp>
        <p:nvSpPr>
          <p:cNvPr id="30" name="Shape 24"/>
          <p:cNvSpPr/>
          <p:nvPr/>
        </p:nvSpPr>
        <p:spPr>
          <a:xfrm>
            <a:off x="4084320" y="5394960"/>
            <a:ext cx="64008" cy="813816"/>
          </a:xfrm>
          <a:prstGeom prst="rect">
            <a:avLst/>
          </a:prstGeom>
          <a:solidFill>
            <a:srgbClr val="12A566"/>
          </a:solidFill>
          <a:ln/>
        </p:spPr>
        <p:txBody>
          <a:bodyPr/>
          <a:p/>
        </p:txBody>
      </p:sp>
      <p:sp>
        <p:nvSpPr>
          <p:cNvPr id="31" name="Text 25"/>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2" name="Text 26"/>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649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765</a:t>
            </a:r>
            <a:endParaRPr lang="en-US" sz="1400" dirty="0"/>
          </a:p>
        </p:txBody>
      </p:sp>
      <p:graphicFrame>
        <p:nvGraphicFramePr>
          <p:cNvPr id="33"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4" name="Text 27"/>
          <p:cNvSpPr txBox="1"/>
          <p:nvPr/>
        </p:nvSpPr>
        <p:spPr>
          <a:xfrm>
            <a:off x="2941320"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+116</a:t>
            </a:r>
            <a:endParaRPr lang="en-US" sz="1600" dirty="0"/>
          </a:p>
        </p:txBody>
      </p:sp>
      <p:sp>
        <p:nvSpPr>
          <p:cNvPr id="35" name="Shape 28"/>
          <p:cNvSpPr/>
          <p:nvPr/>
        </p:nvSpPr>
        <p:spPr>
          <a:xfrm>
            <a:off x="4349496" y="1371600"/>
            <a:ext cx="3489960" cy="45720"/>
          </a:xfrm>
          <a:prstGeom prst="rect">
            <a:avLst/>
          </a:prstGeom>
          <a:solidFill>
            <a:srgbClr val="C2352F"/>
          </a:solidFill>
          <a:ln/>
        </p:spPr>
        <p:txBody>
          <a:bodyPr/>
          <a:p/>
        </p:txBody>
      </p:sp>
      <p:sp>
        <p:nvSpPr>
          <p:cNvPr id="36" name="Text 29"/>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7" name="Shape 30"/>
          <p:cNvSpPr/>
          <p:nvPr/>
        </p:nvSpPr>
        <p:spPr>
          <a:xfrm>
            <a:off x="4349496" y="1810512"/>
            <a:ext cx="3489960" cy="886968"/>
          </a:xfrm>
          <a:prstGeom prst="rect">
            <a:avLst/>
          </a:prstGeom>
          <a:solidFill>
            <a:srgbClr val="F7F7F7"/>
          </a:solidFill>
          <a:ln/>
        </p:spPr>
        <p:txBody>
          <a:bodyPr/>
          <a:p/>
        </p:txBody>
      </p:sp>
      <p:sp>
        <p:nvSpPr>
          <p:cNvPr id="38" name="Text 31"/>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9" name="Text 32"/>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841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560</a:t>
            </a:r>
            <a:endParaRPr lang="en-US" sz="1400" dirty="0"/>
          </a:p>
        </p:txBody>
      </p:sp>
      <p:graphicFrame>
        <p:nvGraphicFramePr>
          <p:cNvPr id="40"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1" name="Text 33"/>
          <p:cNvSpPr txBox="1"/>
          <p:nvPr/>
        </p:nvSpPr>
        <p:spPr>
          <a:xfrm>
            <a:off x="6632448" y="1810512"/>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−281</a:t>
            </a:r>
            <a:endParaRPr lang="en-US" sz="1600" dirty="0"/>
          </a:p>
        </p:txBody>
      </p:sp>
      <p:sp>
        <p:nvSpPr>
          <p:cNvPr id="42" name="Text 34"/>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3" name="Text 35"/>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308</a:t>
            </a:r>
            <a:endParaRPr lang="en-US" sz="1400" dirty="0"/>
          </a:p>
        </p:txBody>
      </p:sp>
      <p:graphicFrame>
        <p:nvGraphicFramePr>
          <p:cNvPr id="44"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5" name="Text 36"/>
          <p:cNvSpPr txBox="1"/>
          <p:nvPr/>
        </p:nvSpPr>
        <p:spPr>
          <a:xfrm>
            <a:off x="6632448" y="2697480"/>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−94</a:t>
            </a:r>
            <a:endParaRPr lang="en-US" sz="1600" dirty="0"/>
          </a:p>
        </p:txBody>
      </p:sp>
      <p:sp>
        <p:nvSpPr>
          <p:cNvPr id="46" name="Shape 37"/>
          <p:cNvSpPr/>
          <p:nvPr/>
        </p:nvSpPr>
        <p:spPr>
          <a:xfrm>
            <a:off x="4349496" y="3584448"/>
            <a:ext cx="3489960" cy="886968"/>
          </a:xfrm>
          <a:prstGeom prst="rect">
            <a:avLst/>
          </a:prstGeom>
          <a:solidFill>
            <a:srgbClr val="F7F7F7"/>
          </a:solidFill>
          <a:ln/>
        </p:spPr>
        <p:txBody>
          <a:bodyPr/>
          <a:p/>
        </p:txBody>
      </p:sp>
      <p:sp>
        <p:nvSpPr>
          <p:cNvPr id="47" name="Text 38"/>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8" name="Text 39"/>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448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376</a:t>
            </a:r>
            <a:endParaRPr lang="en-US" sz="1400" dirty="0"/>
          </a:p>
        </p:txBody>
      </p:sp>
      <p:graphicFrame>
        <p:nvGraphicFramePr>
          <p:cNvPr id="49"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50" name="Text 40"/>
          <p:cNvSpPr txBox="1"/>
          <p:nvPr/>
        </p:nvSpPr>
        <p:spPr>
          <a:xfrm>
            <a:off x="6632448" y="3584448"/>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−72</a:t>
            </a:r>
            <a:endParaRPr lang="en-US" sz="1600" dirty="0"/>
          </a:p>
        </p:txBody>
      </p:sp>
      <p:sp>
        <p:nvSpPr>
          <p:cNvPr id="51" name="Text 41"/>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2" name="Text 42"/>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448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392</a:t>
            </a:r>
            <a:endParaRPr lang="en-US" sz="1400" dirty="0"/>
          </a:p>
        </p:txBody>
      </p:sp>
      <p:graphicFrame>
        <p:nvGraphicFramePr>
          <p:cNvPr id="53"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4" name="Text 43"/>
          <p:cNvSpPr txBox="1"/>
          <p:nvPr/>
        </p:nvSpPr>
        <p:spPr>
          <a:xfrm>
            <a:off x="6632448" y="4471416"/>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−56</a:t>
            </a:r>
            <a:endParaRPr lang="en-US" sz="1600" dirty="0"/>
          </a:p>
        </p:txBody>
      </p:sp>
      <p:sp>
        <p:nvSpPr>
          <p:cNvPr id="55" name="Shape 44"/>
          <p:cNvSpPr/>
          <p:nvPr/>
        </p:nvSpPr>
        <p:spPr>
          <a:xfrm>
            <a:off x="4349496" y="5358384"/>
            <a:ext cx="3489960" cy="886968"/>
          </a:xfrm>
          <a:prstGeom prst="rect">
            <a:avLst/>
          </a:prstGeom>
          <a:solidFill>
            <a:srgbClr val="F7F7F7"/>
          </a:solidFill>
          <a:ln/>
        </p:spPr>
        <p:txBody>
          <a:bodyPr/>
          <a:p/>
        </p:txBody>
      </p:sp>
      <p:sp>
        <p:nvSpPr>
          <p:cNvPr id="56" name="Text 45"/>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7" name="Text 46"/>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351</a:t>
            </a:r>
            <a:endParaRPr lang="en-US" sz="1400" dirty="0"/>
          </a:p>
        </p:txBody>
      </p:sp>
      <p:graphicFrame>
        <p:nvGraphicFramePr>
          <p:cNvPr id="58"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59" name="Text 47"/>
          <p:cNvSpPr txBox="1"/>
          <p:nvPr/>
        </p:nvSpPr>
        <p:spPr>
          <a:xfrm>
            <a:off x="6632448" y="5358384"/>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−52</a:t>
            </a:r>
            <a:endParaRPr lang="en-US" sz="1600" dirty="0"/>
          </a:p>
        </p:txBody>
      </p:sp>
      <p:sp>
        <p:nvSpPr>
          <p:cNvPr id="60" name="Shape 48"/>
          <p:cNvSpPr/>
          <p:nvPr/>
        </p:nvSpPr>
        <p:spPr>
          <a:xfrm>
            <a:off x="8040624" y="1371600"/>
            <a:ext cx="3489960" cy="45720"/>
          </a:xfrm>
          <a:prstGeom prst="rect">
            <a:avLst/>
          </a:prstGeom>
          <a:solidFill>
            <a:srgbClr val="2587C5"/>
          </a:solidFill>
          <a:ln/>
        </p:spPr>
        <p:txBody>
          <a:bodyPr/>
          <a:p/>
        </p:txBody>
      </p:sp>
      <p:sp>
        <p:nvSpPr>
          <p:cNvPr id="61" name="Text 4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2" name="Shape 50"/>
          <p:cNvSpPr/>
          <p:nvPr/>
        </p:nvSpPr>
        <p:spPr>
          <a:xfrm>
            <a:off x="8040624" y="1810512"/>
            <a:ext cx="3489960" cy="886968"/>
          </a:xfrm>
          <a:prstGeom prst="rect">
            <a:avLst/>
          </a:prstGeom>
          <a:solidFill>
            <a:srgbClr val="F7F7F7"/>
          </a:solidFill>
          <a:ln/>
        </p:spPr>
        <p:txBody>
          <a:bodyPr/>
          <a:p/>
        </p:txBody>
      </p:sp>
      <p:sp>
        <p:nvSpPr>
          <p:cNvPr id="63" name="Shape 51"/>
          <p:cNvSpPr/>
          <p:nvPr/>
        </p:nvSpPr>
        <p:spPr>
          <a:xfrm>
            <a:off x="11466576" y="1847088"/>
            <a:ext cx="64008" cy="813816"/>
          </a:xfrm>
          <a:prstGeom prst="rect">
            <a:avLst/>
          </a:prstGeom>
          <a:solidFill>
            <a:srgbClr val="12A566"/>
          </a:solidFill>
          <a:ln/>
        </p:spPr>
        <p:txBody>
          <a:bodyPr/>
          <a:p/>
        </p:txBody>
      </p:sp>
      <p:sp>
        <p:nvSpPr>
          <p:cNvPr id="64" name="Text 52"/>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5" name="Text 53"/>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854</a:t>
            </a:r>
            <a:endParaRPr lang="en-US" sz="1400" dirty="0"/>
          </a:p>
        </p:txBody>
      </p:sp>
      <p:graphicFrame>
        <p:nvGraphicFramePr>
          <p:cNvPr id="66"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67"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68" name="Text 54"/>
          <p:cNvSpPr txBox="1"/>
          <p:nvPr/>
        </p:nvSpPr>
        <p:spPr>
          <a:xfrm>
            <a:off x="10323576"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+339</a:t>
            </a:r>
            <a:endParaRPr lang="en-US" sz="1600" dirty="0"/>
          </a:p>
        </p:txBody>
      </p:sp>
      <p:sp>
        <p:nvSpPr>
          <p:cNvPr id="69" name="Shape 55"/>
          <p:cNvSpPr/>
          <p:nvPr/>
        </p:nvSpPr>
        <p:spPr>
          <a:xfrm>
            <a:off x="11466576" y="2734056"/>
            <a:ext cx="64008" cy="813816"/>
          </a:xfrm>
          <a:prstGeom prst="rect">
            <a:avLst/>
          </a:prstGeom>
          <a:solidFill>
            <a:srgbClr val="12A566"/>
          </a:solidFill>
          <a:ln/>
        </p:spPr>
        <p:txBody>
          <a:bodyPr/>
          <a:p/>
        </p:txBody>
      </p:sp>
      <p:sp>
        <p:nvSpPr>
          <p:cNvPr id="70" name="Text 56"/>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1" name="Text 57"/>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899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1,134</a:t>
            </a:r>
            <a:endParaRPr lang="en-US" sz="1400" dirty="0"/>
          </a:p>
        </p:txBody>
      </p:sp>
      <p:graphicFrame>
        <p:nvGraphicFramePr>
          <p:cNvPr id="72"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73"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74" name="Text 58"/>
          <p:cNvSpPr txBox="1"/>
          <p:nvPr/>
        </p:nvSpPr>
        <p:spPr>
          <a:xfrm>
            <a:off x="10323576"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+235</a:t>
            </a:r>
            <a:endParaRPr lang="en-US" sz="1600" dirty="0"/>
          </a:p>
        </p:txBody>
      </p:sp>
      <p:sp>
        <p:nvSpPr>
          <p:cNvPr id="75" name="Shape 59"/>
          <p:cNvSpPr/>
          <p:nvPr/>
        </p:nvSpPr>
        <p:spPr>
          <a:xfrm>
            <a:off x="8040624" y="3584448"/>
            <a:ext cx="3489960" cy="886968"/>
          </a:xfrm>
          <a:prstGeom prst="rect">
            <a:avLst/>
          </a:prstGeom>
          <a:solidFill>
            <a:srgbClr val="F7F7F7"/>
          </a:solidFill>
          <a:ln/>
        </p:spPr>
        <p:txBody>
          <a:bodyPr/>
          <a:p/>
        </p:txBody>
      </p:sp>
      <p:sp>
        <p:nvSpPr>
          <p:cNvPr id="76" name="Text 60"/>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7" name="Text 61"/>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326</a:t>
            </a:r>
            <a:endParaRPr lang="en-US" sz="1400" dirty="0"/>
          </a:p>
        </p:txBody>
      </p:sp>
      <p:graphicFrame>
        <p:nvGraphicFramePr>
          <p:cNvPr id="78"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79"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80" name="Text 62"/>
          <p:cNvSpPr txBox="1"/>
          <p:nvPr/>
        </p:nvSpPr>
        <p:spPr>
          <a:xfrm>
            <a:off x="10323576"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+168</a:t>
            </a:r>
            <a:endParaRPr lang="en-US" sz="1600" dirty="0"/>
          </a:p>
        </p:txBody>
      </p:sp>
      <p:sp>
        <p:nvSpPr>
          <p:cNvPr id="81" name="Text 63"/>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2" name="Text 64"/>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264</a:t>
            </a:r>
            <a:endParaRPr lang="en-US" sz="1400" dirty="0"/>
          </a:p>
        </p:txBody>
      </p:sp>
      <p:graphicFrame>
        <p:nvGraphicFramePr>
          <p:cNvPr id="83"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84"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85" name="Text 65"/>
          <p:cNvSpPr txBox="1"/>
          <p:nvPr/>
        </p:nvSpPr>
        <p:spPr>
          <a:xfrm>
            <a:off x="10323576"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+122</a:t>
            </a:r>
            <a:endParaRPr lang="en-US" sz="1600" dirty="0"/>
          </a:p>
        </p:txBody>
      </p:sp>
      <p:sp>
        <p:nvSpPr>
          <p:cNvPr id="86" name="Shape 66"/>
          <p:cNvSpPr/>
          <p:nvPr/>
        </p:nvSpPr>
        <p:spPr>
          <a:xfrm>
            <a:off x="8040624" y="5358384"/>
            <a:ext cx="3489960" cy="886968"/>
          </a:xfrm>
          <a:prstGeom prst="rect">
            <a:avLst/>
          </a:prstGeom>
          <a:solidFill>
            <a:srgbClr val="F7F7F7"/>
          </a:solidFill>
          <a:ln/>
        </p:spPr>
        <p:txBody>
          <a:bodyPr/>
          <a:p/>
        </p:txBody>
      </p:sp>
      <p:sp>
        <p:nvSpPr>
          <p:cNvPr id="87" name="Shape 67"/>
          <p:cNvSpPr/>
          <p:nvPr/>
        </p:nvSpPr>
        <p:spPr>
          <a:xfrm>
            <a:off x="11466576" y="5394960"/>
            <a:ext cx="64008" cy="813816"/>
          </a:xfrm>
          <a:prstGeom prst="rect">
            <a:avLst/>
          </a:prstGeom>
          <a:solidFill>
            <a:srgbClr val="12A566"/>
          </a:solidFill>
          <a:ln/>
        </p:spPr>
        <p:txBody>
          <a:bodyPr/>
          <a:p/>
        </p:txBody>
      </p:sp>
      <p:sp>
        <p:nvSpPr>
          <p:cNvPr id="88" name="Text 68"/>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9" name="Text 69"/>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814</a:t>
            </a:r>
            <a:endParaRPr lang="en-US" sz="1400" dirty="0"/>
          </a:p>
        </p:txBody>
      </p:sp>
      <p:graphicFrame>
        <p:nvGraphicFramePr>
          <p:cNvPr id="90"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91"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92" name="Text 70"/>
          <p:cNvSpPr txBox="1"/>
          <p:nvPr/>
        </p:nvSpPr>
        <p:spPr>
          <a:xfrm>
            <a:off x="10323576"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+97</a:t>
            </a:r>
            <a:endParaRPr lang="en-US" sz="1600" dirty="0"/>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PRODUCTIVITY · ROS PER EMPLOYEE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Employee</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txBody>
          <a:bodyPr/>
          <a:p/>
        </p:txBody>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txBody>
          <a:bodyPr/>
          <a:p/>
        </p:txBody>
      </p:sp>
      <p:sp>
        <p:nvSpPr>
          <p:cNvPr id="10" name="Shape 8"/>
          <p:cNvSpPr/>
          <p:nvPr/>
        </p:nvSpPr>
        <p:spPr>
          <a:xfrm>
            <a:off x="4084320" y="1847088"/>
            <a:ext cx="64008" cy="813816"/>
          </a:xfrm>
          <a:prstGeom prst="rect">
            <a:avLst/>
          </a:prstGeom>
          <a:solidFill>
            <a:srgbClr val="12A566"/>
          </a:solidFill>
          <a:ln/>
        </p:spPr>
        <p:txBody>
          <a:bodyPr/>
          <a:p/>
        </p:txBody>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31.4</a:t>
            </a:r>
            <a:endParaRPr lang="en-US" sz="1400" dirty="0"/>
          </a:p>
        </p:txBody>
      </p:sp>
      <p:graphicFrame>
        <p:nvGraphicFramePr>
          <p:cNvPr id="13"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4" name="Text 11"/>
          <p:cNvSpPr txBox="1"/>
          <p:nvPr/>
        </p:nvSpPr>
        <p:spPr>
          <a:xfrm>
            <a:off x="2941320"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+6.9</a:t>
            </a:r>
            <a:endParaRPr lang="en-US" sz="1600" dirty="0"/>
          </a:p>
        </p:txBody>
      </p:sp>
      <p:sp>
        <p:nvSpPr>
          <p:cNvPr id="15" name="Text 12"/>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3"/>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28.8</a:t>
            </a:r>
            <a:endParaRPr lang="en-US" sz="1400" dirty="0"/>
          </a:p>
        </p:txBody>
      </p:sp>
      <p:graphicFrame>
        <p:nvGraphicFramePr>
          <p:cNvPr id="17"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8" name="Text 14"/>
          <p:cNvSpPr txBox="1"/>
          <p:nvPr/>
        </p:nvSpPr>
        <p:spPr>
          <a:xfrm>
            <a:off x="2941320"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a:t>
            </a:r>
            <a:endParaRPr lang="en-US" sz="1600" dirty="0"/>
          </a:p>
        </p:txBody>
      </p:sp>
      <p:sp>
        <p:nvSpPr>
          <p:cNvPr id="19" name="Shape 15"/>
          <p:cNvSpPr/>
          <p:nvPr/>
        </p:nvSpPr>
        <p:spPr>
          <a:xfrm>
            <a:off x="658368" y="3584448"/>
            <a:ext cx="3489960" cy="886968"/>
          </a:xfrm>
          <a:prstGeom prst="rect">
            <a:avLst/>
          </a:prstGeom>
          <a:solidFill>
            <a:srgbClr val="F7F7F7"/>
          </a:solidFill>
          <a:ln/>
        </p:spPr>
        <p:txBody>
          <a:bodyPr/>
          <a:p/>
        </p:txBody>
      </p:sp>
      <p:sp>
        <p:nvSpPr>
          <p:cNvPr id="20" name="Text 16"/>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7"/>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26.8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30.6</a:t>
            </a:r>
            <a:endParaRPr lang="en-US" sz="1400" dirty="0"/>
          </a:p>
        </p:txBody>
      </p:sp>
      <p:graphicFrame>
        <p:nvGraphicFramePr>
          <p:cNvPr id="22"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3" name="Text 18"/>
          <p:cNvSpPr txBox="1"/>
          <p:nvPr/>
        </p:nvSpPr>
        <p:spPr>
          <a:xfrm>
            <a:off x="2941320"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+3.8</a:t>
            </a:r>
            <a:endParaRPr lang="en-US" sz="1600" dirty="0"/>
          </a:p>
        </p:txBody>
      </p:sp>
      <p:sp>
        <p:nvSpPr>
          <p:cNvPr id="24" name="Shape 19"/>
          <p:cNvSpPr/>
          <p:nvPr/>
        </p:nvSpPr>
        <p:spPr>
          <a:xfrm>
            <a:off x="4084320" y="4507992"/>
            <a:ext cx="64008" cy="813816"/>
          </a:xfrm>
          <a:prstGeom prst="rect">
            <a:avLst/>
          </a:prstGeom>
          <a:solidFill>
            <a:srgbClr val="12A566"/>
          </a:solidFill>
          <a:ln/>
        </p:spPr>
        <p:txBody>
          <a:bodyPr/>
          <a:p/>
        </p:txBody>
      </p:sp>
      <p:sp>
        <p:nvSpPr>
          <p:cNvPr id="25" name="Text 20"/>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6" name="Text 21"/>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36.8</a:t>
            </a:r>
            <a:endParaRPr lang="en-US" sz="1400" dirty="0"/>
          </a:p>
        </p:txBody>
      </p:sp>
      <p:graphicFrame>
        <p:nvGraphicFramePr>
          <p:cNvPr id="27"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8" name="Text 22"/>
          <p:cNvSpPr txBox="1"/>
          <p:nvPr/>
        </p:nvSpPr>
        <p:spPr>
          <a:xfrm>
            <a:off x="2941320"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+3.6</a:t>
            </a:r>
            <a:endParaRPr lang="en-US" sz="1600" dirty="0"/>
          </a:p>
        </p:txBody>
      </p:sp>
      <p:sp>
        <p:nvSpPr>
          <p:cNvPr id="29" name="Shape 23"/>
          <p:cNvSpPr/>
          <p:nvPr/>
        </p:nvSpPr>
        <p:spPr>
          <a:xfrm>
            <a:off x="658368" y="5358384"/>
            <a:ext cx="3489960" cy="886968"/>
          </a:xfrm>
          <a:prstGeom prst="rect">
            <a:avLst/>
          </a:prstGeom>
          <a:solidFill>
            <a:srgbClr val="F7F7F7"/>
          </a:solidFill>
          <a:ln/>
        </p:spPr>
        <p:txBody>
          <a:bodyPr/>
          <a:p/>
        </p:txBody>
      </p:sp>
      <p:sp>
        <p:nvSpPr>
          <p:cNvPr id="30" name="Text 24"/>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1" name="Text 25"/>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GMC BULLHEAD</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19.2</a:t>
            </a:r>
            <a:endParaRPr lang="en-US" sz="1400" dirty="0"/>
          </a:p>
        </p:txBody>
      </p:sp>
      <p:graphicFrame>
        <p:nvGraphicFramePr>
          <p:cNvPr id="32"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3" name="Text 26"/>
          <p:cNvSpPr txBox="1"/>
          <p:nvPr/>
        </p:nvSpPr>
        <p:spPr>
          <a:xfrm>
            <a:off x="2941320"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a:t>
            </a:r>
            <a:endParaRPr lang="en-US" sz="1600" dirty="0"/>
          </a:p>
        </p:txBody>
      </p:sp>
      <p:sp>
        <p:nvSpPr>
          <p:cNvPr id="34" name="Shape 27"/>
          <p:cNvSpPr/>
          <p:nvPr/>
        </p:nvSpPr>
        <p:spPr>
          <a:xfrm>
            <a:off x="4349496" y="1371600"/>
            <a:ext cx="3489960" cy="45720"/>
          </a:xfrm>
          <a:prstGeom prst="rect">
            <a:avLst/>
          </a:prstGeom>
          <a:solidFill>
            <a:srgbClr val="C2352F"/>
          </a:solidFill>
          <a:ln/>
        </p:spPr>
        <p:txBody>
          <a:bodyPr/>
          <a:p/>
        </p:txBody>
      </p:sp>
      <p:sp>
        <p:nvSpPr>
          <p:cNvPr id="35" name="Text 28"/>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6" name="Shape 29"/>
          <p:cNvSpPr/>
          <p:nvPr/>
        </p:nvSpPr>
        <p:spPr>
          <a:xfrm>
            <a:off x="4349496" y="1810512"/>
            <a:ext cx="3489960" cy="886968"/>
          </a:xfrm>
          <a:prstGeom prst="rect">
            <a:avLst/>
          </a:prstGeom>
          <a:solidFill>
            <a:srgbClr val="F7F7F7"/>
          </a:solidFill>
          <a:ln/>
        </p:spPr>
        <p:txBody>
          <a:bodyPr/>
          <a:p/>
        </p:txBody>
      </p:sp>
      <p:sp>
        <p:nvSpPr>
          <p:cNvPr id="37" name="Text 30"/>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8" name="Text 31"/>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46.4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39.8</a:t>
            </a:r>
            <a:endParaRPr lang="en-US" sz="1400" dirty="0"/>
          </a:p>
        </p:txBody>
      </p:sp>
      <p:graphicFrame>
        <p:nvGraphicFramePr>
          <p:cNvPr id="39"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0" name="Text 32"/>
          <p:cNvSpPr txBox="1"/>
          <p:nvPr/>
        </p:nvSpPr>
        <p:spPr>
          <a:xfrm>
            <a:off x="6632448" y="1810512"/>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−6.6</a:t>
            </a:r>
            <a:endParaRPr lang="en-US" sz="1600" dirty="0"/>
          </a:p>
        </p:txBody>
      </p:sp>
      <p:sp>
        <p:nvSpPr>
          <p:cNvPr id="41" name="Text 33"/>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2" name="Text 34"/>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38.2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32.4</a:t>
            </a:r>
            <a:endParaRPr lang="en-US" sz="1400" dirty="0"/>
          </a:p>
        </p:txBody>
      </p:sp>
      <p:graphicFrame>
        <p:nvGraphicFramePr>
          <p:cNvPr id="43"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4" name="Text 35"/>
          <p:cNvSpPr txBox="1"/>
          <p:nvPr/>
        </p:nvSpPr>
        <p:spPr>
          <a:xfrm>
            <a:off x="6632448" y="2697480"/>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−5.8</a:t>
            </a:r>
            <a:endParaRPr lang="en-US" sz="1600" dirty="0"/>
          </a:p>
        </p:txBody>
      </p:sp>
      <p:sp>
        <p:nvSpPr>
          <p:cNvPr id="45" name="Shape 36"/>
          <p:cNvSpPr/>
          <p:nvPr/>
        </p:nvSpPr>
        <p:spPr>
          <a:xfrm>
            <a:off x="4349496" y="3584448"/>
            <a:ext cx="3489960" cy="886968"/>
          </a:xfrm>
          <a:prstGeom prst="rect">
            <a:avLst/>
          </a:prstGeom>
          <a:solidFill>
            <a:srgbClr val="F7F7F7"/>
          </a:solidFill>
          <a:ln/>
        </p:spPr>
        <p:txBody>
          <a:bodyPr/>
          <a:p/>
        </p:txBody>
      </p:sp>
      <p:sp>
        <p:nvSpPr>
          <p:cNvPr id="46" name="Text 37"/>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7" name="Text 38"/>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31.1</a:t>
            </a:r>
            <a:endParaRPr lang="en-US" sz="1400" dirty="0"/>
          </a:p>
        </p:txBody>
      </p:sp>
      <p:graphicFrame>
        <p:nvGraphicFramePr>
          <p:cNvPr id="48"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49" name="Text 39"/>
          <p:cNvSpPr txBox="1"/>
          <p:nvPr/>
        </p:nvSpPr>
        <p:spPr>
          <a:xfrm>
            <a:off x="6632448" y="3584448"/>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−4.0</a:t>
            </a:r>
            <a:endParaRPr lang="en-US" sz="1600" dirty="0"/>
          </a:p>
        </p:txBody>
      </p:sp>
      <p:sp>
        <p:nvSpPr>
          <p:cNvPr id="50" name="Text 40"/>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1" name="Text 41"/>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34.3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31.4</a:t>
            </a:r>
            <a:endParaRPr lang="en-US" sz="1400" dirty="0"/>
          </a:p>
        </p:txBody>
      </p:sp>
      <p:graphicFrame>
        <p:nvGraphicFramePr>
          <p:cNvPr id="52"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3" name="Text 42"/>
          <p:cNvSpPr txBox="1"/>
          <p:nvPr/>
        </p:nvSpPr>
        <p:spPr>
          <a:xfrm>
            <a:off x="6632448" y="4471416"/>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−2.9</a:t>
            </a:r>
            <a:endParaRPr lang="en-US" sz="1600" dirty="0"/>
          </a:p>
        </p:txBody>
      </p:sp>
      <p:sp>
        <p:nvSpPr>
          <p:cNvPr id="54" name="Shape 43"/>
          <p:cNvSpPr/>
          <p:nvPr/>
        </p:nvSpPr>
        <p:spPr>
          <a:xfrm>
            <a:off x="4349496" y="5358384"/>
            <a:ext cx="3489960" cy="886968"/>
          </a:xfrm>
          <a:prstGeom prst="rect">
            <a:avLst/>
          </a:prstGeom>
          <a:solidFill>
            <a:srgbClr val="F7F7F7"/>
          </a:solidFill>
          <a:ln/>
        </p:spPr>
        <p:txBody>
          <a:bodyPr/>
          <a:p/>
        </p:txBody>
      </p:sp>
      <p:sp>
        <p:nvSpPr>
          <p:cNvPr id="55" name="Text 44"/>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6" name="Text 45"/>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24.5</a:t>
            </a:r>
            <a:endParaRPr lang="en-US" sz="1400" dirty="0"/>
          </a:p>
        </p:txBody>
      </p:sp>
      <p:graphicFrame>
        <p:nvGraphicFramePr>
          <p:cNvPr id="57"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58" name="Text 46"/>
          <p:cNvSpPr txBox="1"/>
          <p:nvPr/>
        </p:nvSpPr>
        <p:spPr>
          <a:xfrm>
            <a:off x="6632448" y="5358384"/>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−1.4</a:t>
            </a:r>
            <a:endParaRPr lang="en-US" sz="1600" dirty="0"/>
          </a:p>
        </p:txBody>
      </p:sp>
      <p:sp>
        <p:nvSpPr>
          <p:cNvPr id="59" name="Shape 47"/>
          <p:cNvSpPr/>
          <p:nvPr/>
        </p:nvSpPr>
        <p:spPr>
          <a:xfrm>
            <a:off x="8040624" y="1371600"/>
            <a:ext cx="3489960" cy="45720"/>
          </a:xfrm>
          <a:prstGeom prst="rect">
            <a:avLst/>
          </a:prstGeom>
          <a:solidFill>
            <a:srgbClr val="2587C5"/>
          </a:solidFill>
          <a:ln/>
        </p:spPr>
        <p:txBody>
          <a:bodyPr/>
          <a:p/>
        </p:txBody>
      </p:sp>
      <p:sp>
        <p:nvSpPr>
          <p:cNvPr id="60" name="Text 4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1" name="Shape 49"/>
          <p:cNvSpPr/>
          <p:nvPr/>
        </p:nvSpPr>
        <p:spPr>
          <a:xfrm>
            <a:off x="8040624" y="1810512"/>
            <a:ext cx="3489960" cy="886968"/>
          </a:xfrm>
          <a:prstGeom prst="rect">
            <a:avLst/>
          </a:prstGeom>
          <a:solidFill>
            <a:srgbClr val="F7F7F7"/>
          </a:solidFill>
          <a:ln/>
        </p:spPr>
        <p:txBody>
          <a:bodyPr/>
          <a:p/>
        </p:txBody>
      </p:sp>
      <p:sp>
        <p:nvSpPr>
          <p:cNvPr id="62" name="Shape 50"/>
          <p:cNvSpPr/>
          <p:nvPr/>
        </p:nvSpPr>
        <p:spPr>
          <a:xfrm>
            <a:off x="11466576" y="1847088"/>
            <a:ext cx="64008" cy="813816"/>
          </a:xfrm>
          <a:prstGeom prst="rect">
            <a:avLst/>
          </a:prstGeom>
          <a:solidFill>
            <a:srgbClr val="12A566"/>
          </a:solidFill>
          <a:ln/>
        </p:spPr>
        <p:txBody>
          <a:bodyPr/>
          <a:p/>
        </p:txBody>
      </p:sp>
      <p:sp>
        <p:nvSpPr>
          <p:cNvPr id="63" name="Text 51"/>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4" name="Text 52"/>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29.9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40.3</a:t>
            </a:r>
            <a:endParaRPr lang="en-US" sz="1400" dirty="0"/>
          </a:p>
        </p:txBody>
      </p:sp>
      <p:graphicFrame>
        <p:nvGraphicFramePr>
          <p:cNvPr id="65"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66"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67" name="Text 53"/>
          <p:cNvSpPr txBox="1"/>
          <p:nvPr/>
        </p:nvSpPr>
        <p:spPr>
          <a:xfrm>
            <a:off x="10323576"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+10.4</a:t>
            </a:r>
            <a:endParaRPr lang="en-US" sz="1600" dirty="0"/>
          </a:p>
        </p:txBody>
      </p:sp>
      <p:sp>
        <p:nvSpPr>
          <p:cNvPr id="68" name="Text 54"/>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9" name="Text 55"/>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28.3</a:t>
            </a:r>
            <a:endParaRPr lang="en-US" sz="1400" dirty="0"/>
          </a:p>
        </p:txBody>
      </p:sp>
      <p:graphicFrame>
        <p:nvGraphicFramePr>
          <p:cNvPr id="70"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71"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72" name="Text 56"/>
          <p:cNvSpPr txBox="1"/>
          <p:nvPr/>
        </p:nvSpPr>
        <p:spPr>
          <a:xfrm>
            <a:off x="10323576"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+9.4</a:t>
            </a:r>
            <a:endParaRPr lang="en-US" sz="1600" dirty="0"/>
          </a:p>
        </p:txBody>
      </p:sp>
      <p:sp>
        <p:nvSpPr>
          <p:cNvPr id="73" name="Shape 57"/>
          <p:cNvSpPr/>
          <p:nvPr/>
        </p:nvSpPr>
        <p:spPr>
          <a:xfrm>
            <a:off x="8040624" y="3584448"/>
            <a:ext cx="3489960" cy="886968"/>
          </a:xfrm>
          <a:prstGeom prst="rect">
            <a:avLst/>
          </a:prstGeom>
          <a:solidFill>
            <a:srgbClr val="F7F7F7"/>
          </a:solidFill>
          <a:ln/>
        </p:spPr>
        <p:txBody>
          <a:bodyPr/>
          <a:p/>
        </p:txBody>
      </p:sp>
      <p:sp>
        <p:nvSpPr>
          <p:cNvPr id="74" name="Shape 58"/>
          <p:cNvSpPr/>
          <p:nvPr/>
        </p:nvSpPr>
        <p:spPr>
          <a:xfrm>
            <a:off x="11466576" y="3621024"/>
            <a:ext cx="64008" cy="813816"/>
          </a:xfrm>
          <a:prstGeom prst="rect">
            <a:avLst/>
          </a:prstGeom>
          <a:solidFill>
            <a:srgbClr val="12A566"/>
          </a:solidFill>
          <a:ln/>
        </p:spPr>
        <p:txBody>
          <a:bodyPr/>
          <a:p/>
        </p:txBody>
      </p:sp>
      <p:sp>
        <p:nvSpPr>
          <p:cNvPr id="75" name="Text 59"/>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6" name="Text 60"/>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27.1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33.1</a:t>
            </a:r>
            <a:endParaRPr lang="en-US" sz="1400" dirty="0"/>
          </a:p>
        </p:txBody>
      </p:sp>
      <p:graphicFrame>
        <p:nvGraphicFramePr>
          <p:cNvPr id="77"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78"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79" name="Text 61"/>
          <p:cNvSpPr txBox="1"/>
          <p:nvPr/>
        </p:nvSpPr>
        <p:spPr>
          <a:xfrm>
            <a:off x="10323576"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+6.0</a:t>
            </a:r>
            <a:endParaRPr lang="en-US" sz="1600" dirty="0"/>
          </a:p>
        </p:txBody>
      </p:sp>
      <p:sp>
        <p:nvSpPr>
          <p:cNvPr id="80" name="Text 62"/>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1" name="Text 63"/>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32.9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37.4</a:t>
            </a:r>
            <a:endParaRPr lang="en-US" sz="1400" dirty="0"/>
          </a:p>
        </p:txBody>
      </p:sp>
      <p:graphicFrame>
        <p:nvGraphicFramePr>
          <p:cNvPr id="82"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83"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84" name="Text 64"/>
          <p:cNvSpPr txBox="1"/>
          <p:nvPr/>
        </p:nvSpPr>
        <p:spPr>
          <a:xfrm>
            <a:off x="10323576"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+4.5</a:t>
            </a:r>
            <a:endParaRPr lang="en-US" sz="1600" dirty="0"/>
          </a:p>
        </p:txBody>
      </p:sp>
      <p:sp>
        <p:nvSpPr>
          <p:cNvPr id="85" name="Shape 65"/>
          <p:cNvSpPr/>
          <p:nvPr/>
        </p:nvSpPr>
        <p:spPr>
          <a:xfrm>
            <a:off x="8040624" y="5358384"/>
            <a:ext cx="3489960" cy="886968"/>
          </a:xfrm>
          <a:prstGeom prst="rect">
            <a:avLst/>
          </a:prstGeom>
          <a:solidFill>
            <a:srgbClr val="F7F7F7"/>
          </a:solidFill>
          <a:ln/>
        </p:spPr>
        <p:txBody>
          <a:bodyPr/>
          <a:p/>
        </p:txBody>
      </p:sp>
      <p:sp>
        <p:nvSpPr>
          <p:cNvPr id="86" name="Text 66"/>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7" name="Text 67"/>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17.2</a:t>
            </a:r>
            <a:endParaRPr lang="en-US" sz="1400" dirty="0"/>
          </a:p>
        </p:txBody>
      </p:sp>
      <p:graphicFrame>
        <p:nvGraphicFramePr>
          <p:cNvPr id="88"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89"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90" name="Text 68"/>
          <p:cNvSpPr txBox="1"/>
          <p:nvPr/>
        </p:nvSpPr>
        <p:spPr>
          <a:xfrm>
            <a:off x="10323576"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+4.0</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2026-10-28T18:18:10Z</dcterms:created>
  <dcterms:modified xsi:type="dcterms:W3CDTF">2026-10-28T18:18:10Z</dcterms:modified>
</cp:coreProperties>
</file>