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section, after the section break, ahead of Warranty Rate Increases (Oct 22: $3,788,200 added gross profit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&gt; Hours per RO &gt; ELR &gt; Mix &gt; GP%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whose op code description can't be classified, down from 19.0%.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 across stores. Vague descriptions hide what the shop sells.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gross profit from warranty labor and parts rate increases approved this year, 19 stores.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2026-10-22T17:55:48Z</dcterms:created>
  <dcterms:modified xsi:type="dcterms:W3CDTF">2026-10-22T17:55:48Z</dcterms:modified>
</cp:coreProperties>
</file>