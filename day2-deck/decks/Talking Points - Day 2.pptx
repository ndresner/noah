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tracking was dropped for this meeting, so this asks for commitments without a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Unknown hours</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Buying every maintenance service we offer might come to $2,500. The work the inspection finds is worth far more, and we lose all of it when we turn a car away or can't book the time the customer wants.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every technician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2026-10-26T22:41:11Z</dcterms:created>
  <dcterms:modified xsi:type="dcterms:W3CDTF">2026-10-26T22:41:11Z</dcterms:modified>
</cp:coreProperties>
</file>