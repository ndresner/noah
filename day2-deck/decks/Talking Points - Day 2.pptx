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tracking was dropped for this meeting, so this asks for commitments without a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advisors: about half of pay earned on performance. If the base is 6% of gross, another 6% is there to earn by hitting the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2026-10-26T23:54:23Z</dcterms:created>
  <dcterms:modified xsi:type="dcterms:W3CDTF">2026-10-26T23:54:23Z</dcterms:modified>
</cp:coreProperties>
</file>