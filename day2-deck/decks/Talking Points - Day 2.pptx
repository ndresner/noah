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break, ahead of Warranty Rate Increases (Oct 22: $3,788,100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$3,788,100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Secured so far this year from approved warranty labor and parts rate increases, 19 stores (vendor YTD report).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2026-10-22T00:17:39Z</dcterms:created>
  <dcterms:modified xsi:type="dcterms:W3CDTF">2026-10-22T00:17:39Z</dcterms:modified>
</cp:coreProperties>
</file>