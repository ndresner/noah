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
Said: Roundtable slide 9 ('Service Department?'); Jan GM slide 58 (Sales and Service Relationship).
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
Said: Roundtable slides 18-19 (KPIs; CP Labor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
Said: Jan/May GM slides on Appointment Scheduling, Appointment Discipline, Phone Call Handling and Retention Management (Jan 2, 7, 9, 11; May 2, 4, 8, 9).
Optional: the Flai voice AI service view (Jul 16-Aug 15 pull: 4,368 of 8,351 transfers rang out) fits here, but it is a different source and period; refresh it before use and keep it off any slide with a P&amp;L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
Said: Roundtable slide 15 (Pricing Strategy); Jan/May GM Road to the Sale slide (pricing lines); Jan GM slide 54 (Discounting Discipline); 70% benchmark from the Jan/May door rate slides.
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CP Labor Gross Profit %.
Said: Roundtable slide 21 (Gross Profit %). Above 80% can mean techs are underpaid on the work they do; below 78% means the job mix or the dispatch is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
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
The 52.5% customer-pay share of labor sale tile was dropped with the rewrite.
Said: Jan GM slide 8 / May GM slide 7 (Express Service), reworded.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
Said: Jan GM slide 19 / May GM slide 15 (Tracking &amp; Accountability); Roundtable slide 16 (Performance Tracking).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
Said: Roundtable slides 11, 12, 14 (Road to the Sale, Maintenance Menus, MPI Mandate); Jan GM slide 15 / May GM slide 11 (Road to the Sale). Fuel service is 5.8% vs 7.5% (4,731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
Said: Jan GM slides 13-14 (audit chargebacks; Warranty Compliance). The Jan slide named six stores' chargebacks; kept to the $400,000 total here, in line with no store call-outs from the podium.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
Said: Roundtable slide 6 (People); Jan GM slide 57 (Technician Pipeline).
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
Numbers rebuilt 2026-10-20 on ADP headcount (Employee Master extract 10/19/2026); the Qlik headcount history undercounted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
Said: Jan GM slide 16 / May GM slide 12 (Pay Plans aka Work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
Said: Roundtable slide 22 (Technicians &amp; Stalls); Jan GM slide 52 / May GM slide 16 (MPI Completion and Tech Efficiency).
Now: proficiency slides (ADP worked hours + Qlik sold hours, Dec 25-Oct 9, with the foreman 30%, tech 10%, role-change and keying-error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the close, after the last Productivity / Proficiency slide.
Said: Roundtable slide 24 (Misc &amp; Closing). Commitments tracking was dropped for this meeting, so this asks for commitments without a scorecard.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
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
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Always be teaching, training and educating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2026-10-27T00:05:17Z</dcterms:created>
  <dcterms:modified xsi:type="dcterms:W3CDTF">2026-10-27T00:05:17Z</dcterms:modified>
</cp:coreProperties>
</file>