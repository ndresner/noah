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
Added Oct 22 (Noah): profit-generating activities and incremental dollars; working on the business versus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
Oct 23 (Noah): grid vs non-grid tile replaced. $126,831 a month = Jul-Sep, for each of the 8 stores under 70% (Chevy LV, Toyota Spokane, Cadillac, Kia LV, Subaru Prescott, Lincoln, GMC Prescott, Hyundai Prescott): (70% x door rate - CP ELR) x CP hours sold, summed ($380,494) / 3. Door rates from the store door rate sheet (door.json), ELR and hours from elr_q3.json.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Customer Pay section, after Pricing Strategy and before the pay type slides (moved from Labor Mix, Oct 23).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section, after the section break, ahead of Warranty Rate Increases (Oct 22: $3,788,200 added gross profit from the YTD RWR Financials vendor report replaced the warranty RO count here).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it in order: ROs first, then hours per RO, the rate (ELR), the mix and the margin (GP%)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$127K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labor if the 8 stores under 70% reached it on the hours they already sell, Jul-Sep: $126,831 a month.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379476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completion, July to September (store-reported). 12 of 33 stores at the 90% benchmark.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rates, higher parts reimbursement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gross profit from warranty labor and parts rate increases approved this year, 19 stores.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profit, up 2.1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2026-10-23T19:18:44Z</dcterms:created>
  <dcterms:modified xsi:type="dcterms:W3CDTF">2026-10-23T19:18:44Z</dcterms:modified>
</cp:coreProperties>
</file>