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paid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money in beats ELR, gross %, hours, anything else. It's what we sell.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145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863340"/>
            <a:ext cx="54864" cy="17145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176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3845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145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863340"/>
            <a:ext cx="54864" cy="17145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176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3845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145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863340"/>
            <a:ext cx="54864" cy="17145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176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3845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145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863340"/>
            <a:ext cx="54864" cy="17145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176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3845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 JAN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145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863340"/>
            <a:ext cx="54864" cy="17145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176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3845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145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863340"/>
            <a:ext cx="54864" cy="17145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176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384548"/>
            <a:ext cx="40233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paid hours). 20 of 33 stores at or above 85%.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06680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156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169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368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511040"/>
            <a:ext cx="54864" cy="106680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4653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032248"/>
            <a:ext cx="40233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2026-10-20T16:30:54Z</dcterms:created>
  <dcterms:modified xsi:type="dcterms:W3CDTF">2026-10-20T16:30:54Z</dcterms:modified>
</cp:coreProperties>
</file>