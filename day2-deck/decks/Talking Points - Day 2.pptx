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Road to the Sale and ahead of MPI Completion % (Noah, Oct 23: express visits and a complete MPI go hand in hand).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MPI and Video Completion %, ahead of the op code closing % slides (moved out of Internal, Oct 23).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ahead of 2025 in six of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 basic maintenance quickly and efficiently.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from one more customer-pay RO a day at every store.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Jan-Sep: 20 of 33 stores at or above 85%. Flat-rate pay rewards what techs produce.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2026-10-24T20:52:28Z</dcterms:created>
  <dcterms:modified xsi:type="dcterms:W3CDTF">2026-10-24T20:52:28Z</dcterms:modified>
</cp:coreProperties>
</file>