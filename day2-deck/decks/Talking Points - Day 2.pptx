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paid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money in beats ELR, gross %, hours, anything else. It's what we sell.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 JAN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GM MEETINGS JAN &amp; MAY 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&amp; GM MEETINGS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paid hours). 20 of 33 stores at or above 85%.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3716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 SAID · ROUNDTABLE 2024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13232" y="1737360"/>
            <a:ext cx="58978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" name="Shape 8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874520"/>
            <a:ext cx="589788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2026-10-21T21:04:27Z</dcterms:created>
  <dcterms:modified xsi:type="dcterms:W3CDTF">2026-10-21T21:04:27Z</dcterms:modified>
</cp:coreProperties>
</file>