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
Oct 23 (Noah): grid vs non-grid tile replaced. $126,831 a month = Jul-Sep, for each of the 8 stores under 70% (Chevy LV, Toyota Spokane, Cadillac, Kia LV, Subaru Prescott, Lincoln, GMC Prescott, Hyundai Prescott): (70% x door rate - CP ELR) x CP hours sold, summed ($380,494) / 3. Door rates from the store door rate sheet (door.json), ELR and hours from elr_q3.json.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 Benchmarks, after Road to the Sale and ahead of MPI Completion % (Noah, Oct 23: express visits and a complete MPI go hand in hand).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 Benchmarks, after MPI and Video Completion %, ahead of the op code closing % slides (moved out of Internal, Oct 23).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labor if the 8 stores under 70% reached it on the hours they already sell, Jul-Sep: $126,831 a month.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completion, July to September (store-reported). 12 of 33 stores at the 90% benchmark.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2026-10-23T20:46:34Z</dcterms:created>
  <dcterms:modified xsi:type="dcterms:W3CDTF">2026-10-23T20:46:34Z</dcterms:modified>
</cp:coreProperties>
</file>