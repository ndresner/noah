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tracking was dropped for this meeting, so this asks for commitments without a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The value of the unknown</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work a complete multi-point inspection finds is worth far more than the maintenance the car is due for. Turn a car away, or miss the time the customer wants, and we lose all of it.</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2026-10-26T23:24:44Z</dcterms:created>
  <dcterms:modified xsi:type="dcterms:W3CDTF">2026-10-26T23:24:44Z</dcterms:modified>
</cp:coreProperties>
</file>