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same-store (INEOS excluded, opened 2026), as on the Fixed Ops Net Profit slides.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$50,449,894 (2025 $45,336,135); group net profit $82,743,115 (2025 $95,664,709). On the P&amp;L, F&amp;I income, other income and store-level costs are not split by department, so 'the rest of the store' is the group net less fixed ops department profit. Group net = Net Profit Or Loss on the GM statement (P&amp;L summary), same-store: INEOS (opened 2026) is out of both lines, as on the Fixed Ops Net Profit slides (Noah, Oct 29; all stores in, it was $50.19M of $82.24M).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The two Flai voice AI slides (Jul 26 - Oct 26, 2026) follow this one; keep Flai figures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$50.45M of $82.74M (47.4%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+$5,113,759</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$12.92M.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2026-10-29T13:17:15Z</dcterms:created>
  <dcterms:modified xsi:type="dcterms:W3CDTF">2026-10-29T13:17:15Z</dcterms:modified>
</cp:coreProperties>
</file>