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Optional: the Flai voice AI service view (Jul 16-Aug 15 pull: 4,368 of 8,351 transfers rang out) fits here, but it is a different source and period; refresh it before use and keep it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are reviewed at the next meeting (Noah, Oct 27): keep a list of what each store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2026-10-27T22:16:25Z</dcterms:created>
  <dcterms:modified xsi:type="dcterms:W3CDTF">2026-10-27T22:16:25Z</dcterms:modified>
</cp:coreProperties>
</file>