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The two Flai voice AI slides (Jul 26 - Oct 26, 2026) follow this one; keep Flai figures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2026-10-29T13:20:42Z</dcterms:created>
  <dcterms:modified xsi:type="dcterms:W3CDTF">2026-10-29T13:20:42Z</dcterms:modified>
</cp:coreProperties>
</file>