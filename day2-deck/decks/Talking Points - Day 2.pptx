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 and before Warranty RO Count.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ROs, down to 126,891. Volume follows OEM campaigns and recalls.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2026-10-22T00:02:14Z</dcterms:created>
  <dcterms:modified xsi:type="dcterms:W3CDTF">2026-10-22T00:02:14Z</dcterms:modified>
</cp:coreProperties>
</file>