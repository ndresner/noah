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&amp; Internal section, after the section break and before Warranty RO Count.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paid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&gt; Hours per RO &gt; ELR &gt; Mix &gt; GP%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money in beats ELR, gross %, hours, anything else.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whose op code description can't be classified, down from 19.0%.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to 63.5%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 across stores. Vague descriptions hide what the shop sells.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ROs, down to 126,891. Volume follows OEM campaigns and recalls.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paid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2026-10-21T23:26:46Z</dcterms:created>
  <dcterms:modified xsi:type="dcterms:W3CDTF">2026-10-21T23:26:46Z</dcterms:modified>
</cp:coreProperties>
</file>