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paid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paid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$37,032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$444,380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$185,159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$2,221,902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$370,317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$4,443,804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$555,476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$6,665,706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67328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53712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317736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04120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7104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4034"/>
            <a:ext cx="104241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67328" y="1700784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1700784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700784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3745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1990703"/>
            <a:ext cx="81374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67328" y="1937452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3712" y="1937452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937452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7412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27371"/>
            <a:ext cx="683623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67328" y="2174120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2174120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174120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1078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464039"/>
            <a:ext cx="65677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767328" y="2410789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53712" y="2410789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410789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47457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00707"/>
            <a:ext cx="600457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767328" y="2647457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53712" y="2647457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2647457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88412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37376"/>
            <a:ext cx="54889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67328" y="2884125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53712" y="2884125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2884125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2079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174044"/>
            <a:ext cx="39317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767328" y="3120793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553712" y="3120793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20640" y="3120793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35746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10712"/>
            <a:ext cx="39136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767328" y="3357462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553712" y="3357462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20640" y="3357462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59413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647380"/>
            <a:ext cx="36737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767328" y="3594130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553712" y="3594130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0" y="3594130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83079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884048"/>
            <a:ext cx="35524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767328" y="3830798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553712" y="3830798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20640" y="3830798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067466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120717"/>
            <a:ext cx="338665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767328" y="4067466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553712" y="4067466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20640" y="4067466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30413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357385"/>
            <a:ext cx="30567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767328" y="4304135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553712" y="4304135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4304135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54080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594053"/>
            <a:ext cx="30300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767328" y="4540803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553712" y="4540803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20640" y="4540803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777471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830721"/>
            <a:ext cx="297134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767328" y="4777471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553712" y="4777471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4777471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01413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067390"/>
            <a:ext cx="28779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767328" y="5014139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553712" y="5014139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20640" y="5014139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25080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304058"/>
            <a:ext cx="27493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767328" y="5250808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553712" y="5250808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20640" y="5250808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487476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540726"/>
            <a:ext cx="260210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767328" y="5487476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553712" y="5487476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20640" y="5487476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4034"/>
            <a:ext cx="246097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317736" y="1700784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10104120" y="1700784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71048" y="1700784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3745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1990703"/>
            <a:ext cx="22059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317736" y="1937452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104120" y="1937452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71048" y="1937452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7412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27371"/>
            <a:ext cx="21217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317736" y="2174120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104120" y="2174120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71048" y="2174120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1078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464039"/>
            <a:ext cx="20368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317736" y="2410789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10104120" y="2410789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71048" y="2410789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47457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00707"/>
            <a:ext cx="19967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317736" y="2647457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10104120" y="2647457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71048" y="2647457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88412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37376"/>
            <a:ext cx="194454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317736" y="2884125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104120" y="2884125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71048" y="2884125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2079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174044"/>
            <a:ext cx="18188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317736" y="3120793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104120" y="3120793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71048" y="3120793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357462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10712"/>
            <a:ext cx="17818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317736" y="3357462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104120" y="3357462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71048" y="3357462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594130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647380"/>
            <a:ext cx="174696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317736" y="3594130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104120" y="3594130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71048" y="3594130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83079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884048"/>
            <a:ext cx="17412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17736" y="3830798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104120" y="3830798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71048" y="3830798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067466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120717"/>
            <a:ext cx="17209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17736" y="4067466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104120" y="4067466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71048" y="4067466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4135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357385"/>
            <a:ext cx="158631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317736" y="4304135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104120" y="4304135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71048" y="4304135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540803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594053"/>
            <a:ext cx="156929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317736" y="4540803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104120" y="4540803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71048" y="4540803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777471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830721"/>
            <a:ext cx="12756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317736" y="4777471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104120" y="4777471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71048" y="4777471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014139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067390"/>
            <a:ext cx="104440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317736" y="5014139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104120" y="5014139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71048" y="5014139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250808"/>
            <a:ext cx="19385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304058"/>
            <a:ext cx="83338" cy="13016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317736" y="5250808"/>
            <a:ext cx="786384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104120" y="5250808"/>
            <a:ext cx="56692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71048" y="5250808"/>
            <a:ext cx="749808" cy="236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per tech: TOYOTA HENDERSON $43,256 a year. VOLVO techs are worth the most per minute at $4.99.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2026-10-19T17:23:50Z</dcterms:created>
  <dcterms:modified xsi:type="dcterms:W3CDTF">2026-10-19T17:23:50Z</dcterms:modified>
</cp:coreProperties>
</file>