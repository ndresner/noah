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One minute a day per tech: Toyota Henderson $43,256 a year. Volvo techs are worth the most per minute at $4.99.Source: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61538"/>
            <a:ext cx="54864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31555"/>
            <a:ext cx="42828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301572"/>
            <a:ext cx="35980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71589"/>
            <a:ext cx="3456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841606"/>
            <a:ext cx="3160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11623"/>
            <a:ext cx="2888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381639"/>
            <a:ext cx="20693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651656"/>
            <a:ext cx="2059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921673"/>
            <a:ext cx="1933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4191690"/>
            <a:ext cx="1869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461707"/>
            <a:ext cx="1782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731724"/>
            <a:ext cx="16088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001741"/>
            <a:ext cx="1594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5271758"/>
            <a:ext cx="1563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541775"/>
            <a:ext cx="15147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811792"/>
            <a:ext cx="1447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602105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6081809"/>
            <a:ext cx="13695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602105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602105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602105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61538"/>
            <a:ext cx="12952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31555"/>
            <a:ext cx="1161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301572"/>
            <a:ext cx="11167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71589"/>
            <a:ext cx="1072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841606"/>
            <a:ext cx="1050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3111623"/>
            <a:ext cx="10234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381639"/>
            <a:ext cx="9572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651656"/>
            <a:ext cx="937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921673"/>
            <a:ext cx="91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4191690"/>
            <a:ext cx="9164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461707"/>
            <a:ext cx="905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731724"/>
            <a:ext cx="834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5001741"/>
            <a:ext cx="8259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5271758"/>
            <a:ext cx="671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541775"/>
            <a:ext cx="5496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811792"/>
            <a:ext cx="4386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2026-10-27T17:13:13Z</dcterms:created>
  <dcterms:modified xsi:type="dcterms:W3CDTF">2026-10-27T17:13:13Z</dcterms:modified>
</cp:coreProperties>
</file>