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99432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363456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49840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8869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13048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$43.3K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6923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13048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$33.8K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5816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813048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$28.4K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5588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813048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$27.3K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599432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51091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813048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$24.9K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99432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46703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13048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599432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3345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13048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599432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33300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813048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$16.2K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599432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31259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813048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599432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3022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813048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$14.7K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599432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2881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13048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$14.1K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599432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2600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13048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599432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2578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813048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599432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2528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813048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599432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244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813048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$11.9K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599432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23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813048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$11.4K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599432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2214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13048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599432" y="567681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2093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363456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$10.2K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149840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18770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363456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$9.2K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149840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18053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363456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10149840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1733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363456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$8.5K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149840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1698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363456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$8.3K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10149840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1654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363456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$8.1K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0149840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1547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363456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$7.5K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149840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15161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363456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$7.4K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149840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1486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363456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$7.2K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149840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1481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63456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$7.2K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10149840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1464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63456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$7.1K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10149840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134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363456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149840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1335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363456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149840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1085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363456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$5.3K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10149840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888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63456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$4.3K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10149840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7091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363456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10149840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per tech: Toyota Henderson $43,256 a year. Volvo techs are worth the most per minute at $4.99.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2026-10-24T00:54:32Z</dcterms:created>
  <dcterms:modified xsi:type="dcterms:W3CDTF">2026-10-24T00:54:32Z</dcterms:modified>
</cp:coreProperties>
</file>