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67328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53712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17736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04120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7104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10424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67328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$43.3K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8137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67328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$33.8K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3712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6836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67328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$28.4K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6567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767328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$27.3K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53712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6004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767328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$24.9K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53712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5488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67328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$22.8K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53712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931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767328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553712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2064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913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767328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$16.2K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553712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2064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3673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767328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553712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3552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767328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$14.7K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553712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2064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3386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767328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$14.1K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553712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2064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3056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767328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553712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3030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767328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53712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2064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971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767328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553712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877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767328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$11.9K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53712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2064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74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767328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$11.4K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553712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2064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602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767328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553712" y="567681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2064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4609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317736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$10.2K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10104120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7104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205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317736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$9.2K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104120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7104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2121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317736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104120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7104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2036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317736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$8.5K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10104120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7104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996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317736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$8.3K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10104120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7104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944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317736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$8.1K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104120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7104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8188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317736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$7.5K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104120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7104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781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317736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$7.4K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104120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7104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746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317736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$7.2K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104120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7104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7412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17736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$7.2K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104120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7104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720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17736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$7.1K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104120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7104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586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317736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104120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7104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569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317736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104120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7104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275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317736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$5.3K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104120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7104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044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317736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$4.3K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104120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7104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833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317736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$3.5K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104120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7104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per tech: Toyota Henderson $43,256 a year. Volvo techs are worth the most per minute at $4.99.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2026-10-22T19:54:12Z</dcterms:created>
  <dcterms:modified xsi:type="dcterms:W3CDTF">2026-10-22T19:54:12Z</dcterms:modified>
</cp:coreProperties>
</file>