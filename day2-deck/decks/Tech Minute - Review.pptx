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25128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852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486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1700784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828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1949286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5980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197787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4567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74720" y="2446289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3160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74720" y="2694791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888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74720" y="2943292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34840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0693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4720" y="3191794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2059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474720" y="3440296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34840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933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474720" y="3688797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34840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8697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4720" y="3937299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782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474720" y="4185800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34840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6088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474720" y="4434302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34840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594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74720" y="4682804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34840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563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474720" y="4931305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34840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514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474720" y="5179807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34840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447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474720" y="5428309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34840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36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474720" y="5676810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34840" y="567681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2952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25128" y="1700784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85248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1161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25128" y="1949286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85248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1116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25128" y="2197787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85248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1072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25128" y="2446289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85248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1050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25128" y="2694791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85248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1023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25128" y="2943292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85248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9572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25128" y="3191794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85248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937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25128" y="3440296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85248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91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25128" y="3688797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85248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9164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25128" y="3937299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85248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905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25128" y="4185800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85248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834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25128" y="4434302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85248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8259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25128" y="4682804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85248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671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25128" y="4931305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85248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549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25128" y="5179807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85248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438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25128" y="5428309"/>
            <a:ext cx="9601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85248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2026-10-26T22:41:43Z</dcterms:created>
  <dcterms:modified xsi:type="dcterms:W3CDTF">2026-10-26T22:41:43Z</dcterms:modified>
</cp:coreProperties>
</file>