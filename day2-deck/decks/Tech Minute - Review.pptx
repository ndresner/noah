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$37,032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$444,380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$185,159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$2,221,902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$370,317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$4,443,804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$555,476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$6,665,706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6732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1773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10424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8137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6732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836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6732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567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6732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600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76732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5488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6732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93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6732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913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6732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673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6732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5371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3552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76732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55371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338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76732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55371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305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76732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5371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303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76732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5371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971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76732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55371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877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6732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5371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74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76732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55371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602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76732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55371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4609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1773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1010412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05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31773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10412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2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31773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10412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036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31773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1010412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96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31773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1010412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944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31773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10412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818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1773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0412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81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31773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10412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746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31773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10412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741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1773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10412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720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1773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10412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586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31773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10412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569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1773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0412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275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31773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10412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044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31773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10412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833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31773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10412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2026-10-21T21:04:27Z</dcterms:created>
  <dcterms:modified xsi:type="dcterms:W3CDTF">2026-10-21T21:04:27Z</dcterms:modified>
</cp:coreProperties>
</file>